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4. MAC 증가의 이득은 언제 줄거나 역전되는가?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MAC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확장 이득은 모델·전이마다 다르며,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RNNoise의 첫 역전은 메모리 프로파일 변경과 연결된다.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61888"/>
            <a:ext cx="1124712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 Speedup = C(M) / C(2M) · 2× = MAC 두 배에 비례한 개선 · 1× = 변화 없음 · 1× 미만 = 역전 · — = 두 측정값 중 하나가 없는 셀   |   오른쪽 RNNoise · U85 · 256 MAC → 512 MAC · TOTAL cycles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3936" y="2139696"/>
            <a:ext cx="1402689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3936" y="2139696"/>
            <a:ext cx="1402689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300 · U55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4913" y="2139696"/>
            <a:ext cx="455371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4913" y="2139696"/>
            <a:ext cx="455371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300 · U65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8572" y="2139696"/>
            <a:ext cx="1402689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8572" y="2139696"/>
            <a:ext cx="1402689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310 · U55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9550" y="2139696"/>
            <a:ext cx="455371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9550" y="2139696"/>
            <a:ext cx="455371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310 · U65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3209" y="2139696"/>
            <a:ext cx="455371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3209" y="2139696"/>
            <a:ext cx="455371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315 · U65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6868" y="2139696"/>
            <a:ext cx="1876348" cy="29260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6868" y="2139696"/>
            <a:ext cx="1876348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320 · U85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3936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32→64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595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64→128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1254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128→256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4913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256→512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8572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32→64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1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64→128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5891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128→256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9550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256→512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3209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256→512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6868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128→256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256→512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4187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512→1k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7846" y="2450592"/>
            <a:ext cx="455371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1k→2k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3936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73936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7595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7595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21254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21254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94913" y="2761488"/>
            <a:ext cx="455371" cy="384048"/>
          </a:xfrm>
          <a:prstGeom prst="rect">
            <a:avLst/>
          </a:prstGeom>
          <a:solidFill>
            <a:srgbClr val="5D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68572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68572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42231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42231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5891" y="2761488"/>
            <a:ext cx="455371" cy="38404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5891" y="2761488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89550" y="2761488"/>
            <a:ext cx="455371" cy="384048"/>
          </a:xfrm>
          <a:prstGeom prst="rect">
            <a:avLst/>
          </a:prstGeom>
          <a:solidFill>
            <a:srgbClr val="1739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563209" y="2761488"/>
            <a:ext cx="455371" cy="384048"/>
          </a:xfrm>
          <a:prstGeom prst="rect">
            <a:avLst/>
          </a:prstGeom>
          <a:solidFill>
            <a:srgbClr val="1739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6868" y="2761488"/>
            <a:ext cx="455371" cy="384048"/>
          </a:xfrm>
          <a:prstGeom prst="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10527" y="2761488"/>
            <a:ext cx="455371" cy="384048"/>
          </a:xfrm>
          <a:prstGeom prst="rect">
            <a:avLst/>
          </a:prstGeom>
          <a:solidFill>
            <a:srgbClr val="1739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84187" y="2761488"/>
            <a:ext cx="455371" cy="384048"/>
          </a:xfrm>
          <a:prstGeom prst="rect">
            <a:avLst/>
          </a:prstGeom>
          <a:solidFill>
            <a:srgbClr val="31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7846" y="2761488"/>
            <a:ext cx="455371" cy="384048"/>
          </a:xfrm>
          <a:prstGeom prst="rect">
            <a:avLst/>
          </a:prstGeom>
          <a:solidFill>
            <a:srgbClr val="728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163824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73936" y="3163824"/>
            <a:ext cx="455371" cy="384048"/>
          </a:xfrm>
          <a:prstGeom prst="rect">
            <a:avLst/>
          </a:prstGeom>
          <a:solidFill>
            <a:srgbClr val="2C4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47595" y="3163824"/>
            <a:ext cx="455371" cy="384048"/>
          </a:xfrm>
          <a:prstGeom prst="rect">
            <a:avLst/>
          </a:prstGeom>
          <a:solidFill>
            <a:srgbClr val="61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21254" y="3163824"/>
            <a:ext cx="455371" cy="384048"/>
          </a:xfrm>
          <a:prstGeom prst="rect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94913" y="3163824"/>
            <a:ext cx="455371" cy="384048"/>
          </a:xfrm>
          <a:prstGeom prst="rect">
            <a:avLst/>
          </a:prstGeom>
          <a:solidFill>
            <a:srgbClr val="788D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68572" y="3163824"/>
            <a:ext cx="455371" cy="384048"/>
          </a:xfrm>
          <a:prstGeom prst="rect">
            <a:avLst/>
          </a:prstGeom>
          <a:solidFill>
            <a:srgbClr val="153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42231" y="3163824"/>
            <a:ext cx="455371" cy="384048"/>
          </a:xfrm>
          <a:prstGeom prst="rect">
            <a:avLst/>
          </a:prstGeom>
          <a:solidFill>
            <a:srgbClr val="284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15891" y="3163824"/>
            <a:ext cx="455371" cy="384048"/>
          </a:xfrm>
          <a:prstGeom prst="rect">
            <a:avLst/>
          </a:prstGeom>
          <a:solidFill>
            <a:srgbClr val="516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89550" y="3163824"/>
            <a:ext cx="455371" cy="384048"/>
          </a:xfrm>
          <a:prstGeom prst="rect">
            <a:avLst/>
          </a:prstGeom>
          <a:solidFill>
            <a:srgbClr val="425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563209" y="3163824"/>
            <a:ext cx="455371" cy="384048"/>
          </a:xfrm>
          <a:prstGeom prst="rect">
            <a:avLst/>
          </a:prstGeom>
          <a:solidFill>
            <a:srgbClr val="425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36868" y="3163824"/>
            <a:ext cx="455371" cy="384048"/>
          </a:xfrm>
          <a:prstGeom prst="rect">
            <a:avLst/>
          </a:prstGeom>
          <a:solidFill>
            <a:srgbClr val="46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10527" y="3163824"/>
            <a:ext cx="455371" cy="384048"/>
          </a:xfrm>
          <a:prstGeom prst="rect">
            <a:avLst/>
          </a:prstGeom>
          <a:solidFill>
            <a:srgbClr val="819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84187" y="3163824"/>
            <a:ext cx="455371" cy="384048"/>
          </a:xfrm>
          <a:prstGeom prst="rect">
            <a:avLst/>
          </a:prstGeom>
          <a:solidFill>
            <a:srgbClr val="A0AF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57846" y="3163824"/>
            <a:ext cx="455371" cy="384048"/>
          </a:xfrm>
          <a:prstGeom prst="rect">
            <a:avLst/>
          </a:prstGeom>
          <a:solidFill>
            <a:srgbClr val="A9B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566160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73936" y="3566160"/>
            <a:ext cx="455371" cy="384048"/>
          </a:xfrm>
          <a:prstGeom prst="rect">
            <a:avLst/>
          </a:prstGeom>
          <a:solidFill>
            <a:srgbClr val="1D3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47595" y="3566160"/>
            <a:ext cx="455371" cy="384048"/>
          </a:xfrm>
          <a:prstGeom prst="rect">
            <a:avLst/>
          </a:prstGeom>
          <a:solidFill>
            <a:srgbClr val="345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21254" y="3566160"/>
            <a:ext cx="455371" cy="384048"/>
          </a:xfrm>
          <a:prstGeom prst="rect">
            <a:avLst/>
          </a:prstGeom>
          <a:solidFill>
            <a:srgbClr val="829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94913" y="3566160"/>
            <a:ext cx="455371" cy="384048"/>
          </a:xfrm>
          <a:prstGeom prst="rect">
            <a:avLst/>
          </a:prstGeom>
          <a:solidFill>
            <a:srgbClr val="819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68572" y="3566160"/>
            <a:ext cx="455371" cy="384048"/>
          </a:xfrm>
          <a:prstGeom prst="rect">
            <a:avLst/>
          </a:prstGeom>
          <a:solidFill>
            <a:srgbClr val="173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42231" y="3566160"/>
            <a:ext cx="455371" cy="384048"/>
          </a:xfrm>
          <a:prstGeom prst="rect">
            <a:avLst/>
          </a:prstGeom>
          <a:solidFill>
            <a:srgbClr val="1F4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15891" y="3566160"/>
            <a:ext cx="455371" cy="384048"/>
          </a:xfrm>
          <a:prstGeom prst="rect">
            <a:avLst/>
          </a:prstGeom>
          <a:solidFill>
            <a:srgbClr val="577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089550" y="3566160"/>
            <a:ext cx="455371" cy="384048"/>
          </a:xfrm>
          <a:prstGeom prst="rect">
            <a:avLst/>
          </a:prstGeom>
          <a:solidFill>
            <a:srgbClr val="829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563209" y="3566160"/>
            <a:ext cx="455371" cy="384048"/>
          </a:xfrm>
          <a:prstGeom prst="rect">
            <a:avLst/>
          </a:prstGeom>
          <a:solidFill>
            <a:srgbClr val="829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36868" y="3566160"/>
            <a:ext cx="455371" cy="384048"/>
          </a:xfrm>
          <a:prstGeom prst="rect">
            <a:avLst/>
          </a:prstGeom>
          <a:solidFill>
            <a:srgbClr val="2D4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10527" y="3566160"/>
            <a:ext cx="455371" cy="384048"/>
          </a:xfrm>
          <a:prstGeom prst="rect">
            <a:avLst/>
          </a:prstGeom>
          <a:solidFill>
            <a:srgbClr val="9BA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84187" y="3566160"/>
            <a:ext cx="455371" cy="384048"/>
          </a:xfrm>
          <a:prstGeom prst="rect">
            <a:avLst/>
          </a:prstGeom>
          <a:solidFill>
            <a:srgbClr val="A5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7846" y="3566160"/>
            <a:ext cx="455371" cy="384048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3968496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73936" y="3968496"/>
            <a:ext cx="455371" cy="384048"/>
          </a:xfrm>
          <a:prstGeom prst="rect">
            <a:avLst/>
          </a:prstGeom>
          <a:solidFill>
            <a:srgbClr val="234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47595" y="3968496"/>
            <a:ext cx="455371" cy="384048"/>
          </a:xfrm>
          <a:prstGeom prst="rect">
            <a:avLst/>
          </a:prstGeom>
          <a:solidFill>
            <a:srgbClr val="425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21254" y="3968496"/>
            <a:ext cx="455371" cy="384048"/>
          </a:xfrm>
          <a:prstGeom prst="rect">
            <a:avLst/>
          </a:prstGeom>
          <a:solidFill>
            <a:srgbClr val="9BA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94913" y="3968496"/>
            <a:ext cx="455371" cy="384048"/>
          </a:xfrm>
          <a:prstGeom prst="rect">
            <a:avLst/>
          </a:prstGeom>
          <a:solidFill>
            <a:srgbClr val="73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68572" y="3968496"/>
            <a:ext cx="455371" cy="384048"/>
          </a:xfrm>
          <a:prstGeom prst="rect">
            <a:avLst/>
          </a:prstGeom>
          <a:solidFill>
            <a:srgbClr val="1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42231" y="3968496"/>
            <a:ext cx="455371" cy="384048"/>
          </a:xfrm>
          <a:prstGeom prst="rect">
            <a:avLst/>
          </a:prstGeom>
          <a:solidFill>
            <a:srgbClr val="1F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615891" y="3968496"/>
            <a:ext cx="455371" cy="384048"/>
          </a:xfrm>
          <a:prstGeom prst="rect">
            <a:avLst/>
          </a:prstGeom>
          <a:solidFill>
            <a:srgbClr val="5F7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089550" y="3968496"/>
            <a:ext cx="455371" cy="384048"/>
          </a:xfrm>
          <a:prstGeom prst="rect">
            <a:avLst/>
          </a:prstGeom>
          <a:solidFill>
            <a:srgbClr val="3A5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563209" y="3968496"/>
            <a:ext cx="455371" cy="384048"/>
          </a:xfrm>
          <a:prstGeom prst="rect">
            <a:avLst/>
          </a:prstGeom>
          <a:solidFill>
            <a:srgbClr val="3A5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036868" y="3968496"/>
            <a:ext cx="455371" cy="384048"/>
          </a:xfrm>
          <a:prstGeom prst="rect">
            <a:avLst/>
          </a:prstGeom>
          <a:solidFill>
            <a:srgbClr val="20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10527" y="3968496"/>
            <a:ext cx="455371" cy="384048"/>
          </a:xfrm>
          <a:prstGeom prst="rect">
            <a:avLst/>
          </a:prstGeom>
          <a:solidFill>
            <a:srgbClr val="6A8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84187" y="3968496"/>
            <a:ext cx="455371" cy="384048"/>
          </a:xfrm>
          <a:prstGeom prst="rect">
            <a:avLst/>
          </a:prstGeom>
          <a:solidFill>
            <a:srgbClr val="5C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57846" y="3968496"/>
            <a:ext cx="455371" cy="384048"/>
          </a:xfrm>
          <a:prstGeom prst="rect">
            <a:avLst/>
          </a:prstGeom>
          <a:solidFill>
            <a:srgbClr val="B1B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4370832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73936" y="4370832"/>
            <a:ext cx="455371" cy="384048"/>
          </a:xfrm>
          <a:prstGeom prst="rect">
            <a:avLst/>
          </a:prstGeom>
          <a:solidFill>
            <a:srgbClr val="2E4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47595" y="4370832"/>
            <a:ext cx="455371" cy="384048"/>
          </a:xfrm>
          <a:prstGeom prst="rect">
            <a:avLst/>
          </a:prstGeom>
          <a:solidFill>
            <a:srgbClr val="5E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21254" y="4370832"/>
            <a:ext cx="455371" cy="384048"/>
          </a:xfrm>
          <a:prstGeom prst="rect">
            <a:avLst/>
          </a:prstGeom>
          <a:solidFill>
            <a:srgbClr val="B2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194913" y="4370832"/>
            <a:ext cx="455371" cy="384048"/>
          </a:xfrm>
          <a:prstGeom prst="rect">
            <a:avLst/>
          </a:prstGeom>
          <a:solidFill>
            <a:srgbClr val="87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68572" y="4370832"/>
            <a:ext cx="455371" cy="384048"/>
          </a:xfrm>
          <a:prstGeom prst="rect">
            <a:avLst/>
          </a:prstGeom>
          <a:solidFill>
            <a:srgbClr val="2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42231" y="4370832"/>
            <a:ext cx="455371" cy="384048"/>
          </a:xfrm>
          <a:prstGeom prst="rect">
            <a:avLst/>
          </a:prstGeom>
          <a:solidFill>
            <a:srgbClr val="2E4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15891" y="4370832"/>
            <a:ext cx="455371" cy="384048"/>
          </a:xfrm>
          <a:prstGeom prst="rect">
            <a:avLst/>
          </a:prstGeom>
          <a:solidFill>
            <a:srgbClr val="6D8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089550" y="4370832"/>
            <a:ext cx="455371" cy="384048"/>
          </a:xfrm>
          <a:prstGeom prst="rect">
            <a:avLst/>
          </a:prstGeom>
          <a:solidFill>
            <a:srgbClr val="788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563209" y="4370832"/>
            <a:ext cx="455371" cy="384048"/>
          </a:xfrm>
          <a:prstGeom prst="rect">
            <a:avLst/>
          </a:prstGeom>
          <a:solidFill>
            <a:srgbClr val="788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036868" y="4370832"/>
            <a:ext cx="455371" cy="384048"/>
          </a:xfrm>
          <a:prstGeom prst="rect">
            <a:avLst/>
          </a:prstGeom>
          <a:solidFill>
            <a:srgbClr val="435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10527" y="4370832"/>
            <a:ext cx="455371" cy="384048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84187" y="4370832"/>
            <a:ext cx="455371" cy="384048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457846" y="4370832"/>
            <a:ext cx="455371" cy="384048"/>
          </a:xfrm>
          <a:prstGeom prst="rect">
            <a:avLst/>
          </a:prstGeom>
          <a:solidFill>
            <a:srgbClr val="DF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4773168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73936" y="4773168"/>
            <a:ext cx="455371" cy="384048"/>
          </a:xfrm>
          <a:prstGeom prst="rect">
            <a:avLst/>
          </a:prstGeom>
          <a:solidFill>
            <a:srgbClr val="20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247595" y="4773168"/>
            <a:ext cx="455371" cy="384048"/>
          </a:xfrm>
          <a:prstGeom prst="rect">
            <a:avLst/>
          </a:prstGeom>
          <a:solidFill>
            <a:srgbClr val="3E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721254" y="4773168"/>
            <a:ext cx="455371" cy="384048"/>
          </a:xfrm>
          <a:prstGeom prst="rect">
            <a:avLst/>
          </a:prstGeom>
          <a:solidFill>
            <a:srgbClr val="5E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194913" y="4773168"/>
            <a:ext cx="455371" cy="384048"/>
          </a:xfrm>
          <a:prstGeom prst="rect">
            <a:avLst/>
          </a:prstGeom>
          <a:solidFill>
            <a:srgbClr val="5C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668572" y="4773168"/>
            <a:ext cx="455371" cy="384048"/>
          </a:xfrm>
          <a:prstGeom prst="rect">
            <a:avLst/>
          </a:prstGeom>
          <a:solidFill>
            <a:srgbClr val="1F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142231" y="4773168"/>
            <a:ext cx="455371" cy="384048"/>
          </a:xfrm>
          <a:prstGeom prst="rect">
            <a:avLst/>
          </a:prstGeom>
          <a:solidFill>
            <a:srgbClr val="3D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15891" y="4773168"/>
            <a:ext cx="455371" cy="384048"/>
          </a:xfrm>
          <a:prstGeom prst="rect">
            <a:avLst/>
          </a:prstGeom>
          <a:solidFill>
            <a:srgbClr val="274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89550" y="4773168"/>
            <a:ext cx="455371" cy="384048"/>
          </a:xfrm>
          <a:prstGeom prst="rect">
            <a:avLst/>
          </a:prstGeom>
          <a:solidFill>
            <a:srgbClr val="3957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563209" y="4773168"/>
            <a:ext cx="455371" cy="384048"/>
          </a:xfrm>
          <a:prstGeom prst="rect">
            <a:avLst/>
          </a:prstGeom>
          <a:solidFill>
            <a:srgbClr val="3957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036868" y="4773168"/>
            <a:ext cx="455371" cy="384048"/>
          </a:xfrm>
          <a:prstGeom prst="rect">
            <a:avLst/>
          </a:prstGeom>
          <a:solidFill>
            <a:srgbClr val="335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10527" y="4773168"/>
            <a:ext cx="455371" cy="384048"/>
          </a:xfrm>
          <a:prstGeom prst="rect">
            <a:avLst/>
          </a:prstGeom>
          <a:solidFill>
            <a:srgbClr val="4B6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984187" y="4773168"/>
            <a:ext cx="455371" cy="384048"/>
          </a:xfrm>
          <a:prstGeom prst="rect">
            <a:avLst/>
          </a:prstGeom>
          <a:solidFill>
            <a:srgbClr val="B5C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457846" y="4773168"/>
            <a:ext cx="455371" cy="384048"/>
          </a:xfrm>
          <a:prstGeom prst="rect">
            <a:avLst/>
          </a:prstGeom>
          <a:solidFill>
            <a:srgbClr val="A4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5175504"/>
            <a:ext cx="128016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773936" y="5175504"/>
            <a:ext cx="455371" cy="384048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773936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1.03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47595" y="5175504"/>
            <a:ext cx="455371" cy="384048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247595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1.03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21254" y="5175504"/>
            <a:ext cx="455371" cy="384048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21254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1.01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194913" y="5175504"/>
            <a:ext cx="455371" cy="384048"/>
          </a:xfrm>
          <a:prstGeom prst="rect">
            <a:avLst/>
          </a:prstGeom>
          <a:solidFill>
            <a:srgbClr val="ADB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194913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1.30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668572" y="5175504"/>
            <a:ext cx="455371" cy="384048"/>
          </a:xfrm>
          <a:prstGeom prst="rect">
            <a:avLst/>
          </a:prstGeom>
          <a:solidFill>
            <a:srgbClr val="C9D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668572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1.17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142231" y="5175504"/>
            <a:ext cx="455371" cy="384048"/>
          </a:xfrm>
          <a:prstGeom prst="rect">
            <a:avLst/>
          </a:prstGeom>
          <a:solidFill>
            <a:srgbClr val="CE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42231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1.15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615891" y="5175504"/>
            <a:ext cx="455371" cy="384048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15891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1.05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89550" y="5175504"/>
            <a:ext cx="455371" cy="384048"/>
          </a:xfrm>
          <a:prstGeom prst="rect">
            <a:avLst/>
          </a:prstGeom>
          <a:solidFill>
            <a:srgbClr val="7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89550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1.58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563209" y="5175504"/>
            <a:ext cx="455371" cy="384048"/>
          </a:xfrm>
          <a:prstGeom prst="rect">
            <a:avLst/>
          </a:prstGeom>
          <a:solidFill>
            <a:srgbClr val="7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563209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1.58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36868" y="5175504"/>
            <a:ext cx="455371" cy="3840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36868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10527" y="5175504"/>
            <a:ext cx="455371" cy="384048"/>
          </a:xfrm>
          <a:prstGeom prst="rect">
            <a:avLst/>
          </a:prstGeom>
          <a:solidFill>
            <a:srgbClr val="AF2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10527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0.66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984187" y="5175504"/>
            <a:ext cx="455371" cy="384048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84187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1.12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457846" y="5175504"/>
            <a:ext cx="455371" cy="384048"/>
          </a:xfrm>
          <a:prstGeom prst="rect">
            <a:avLst/>
          </a:prstGeom>
          <a:solidFill>
            <a:srgbClr val="E5B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457846" y="5175504"/>
            <a:ext cx="45537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0.91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92240" y="5157216"/>
            <a:ext cx="491947" cy="420624"/>
          </a:xfrm>
          <a:prstGeom prst="rect">
            <a:avLst/>
          </a:prstGeom>
          <a:noFill/>
          <a:ln w="28575">
            <a:solidFill>
              <a:srgbClr val="A40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57200" y="5632704"/>
            <a:ext cx="128016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Speedup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73936" y="5669280"/>
            <a:ext cx="68580" cy="146304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839772" y="5669280"/>
            <a:ext cx="68580" cy="146304"/>
          </a:xfrm>
          <a:prstGeom prst="rect">
            <a:avLst/>
          </a:prstGeom>
          <a:solidFill>
            <a:srgbClr val="A9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905609" y="5669280"/>
            <a:ext cx="68580" cy="146304"/>
          </a:xfrm>
          <a:prstGeom prst="rect">
            <a:avLst/>
          </a:prstGeom>
          <a:solidFill>
            <a:srgbClr val="AF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971446" y="5669280"/>
            <a:ext cx="68580" cy="146304"/>
          </a:xfrm>
          <a:prstGeom prst="rect">
            <a:avLst/>
          </a:prstGeom>
          <a:solidFill>
            <a:srgbClr val="B5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037283" y="5669280"/>
            <a:ext cx="68580" cy="146304"/>
          </a:xfrm>
          <a:prstGeom prst="rect">
            <a:avLst/>
          </a:prstGeom>
          <a:solidFill>
            <a:srgbClr val="BA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103120" y="5669280"/>
            <a:ext cx="68580" cy="146304"/>
          </a:xfrm>
          <a:prstGeom prst="rect">
            <a:avLst/>
          </a:prstGeom>
          <a:solidFill>
            <a:srgbClr val="C05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168956" y="5669280"/>
            <a:ext cx="68580" cy="146304"/>
          </a:xfrm>
          <a:prstGeom prst="rect">
            <a:avLst/>
          </a:prstGeom>
          <a:solidFill>
            <a:srgbClr val="C66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234793" y="5669280"/>
            <a:ext cx="68580" cy="146304"/>
          </a:xfrm>
          <a:prstGeom prst="rect">
            <a:avLst/>
          </a:prstGeom>
          <a:solidFill>
            <a:srgbClr val="CB7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300630" y="5669280"/>
            <a:ext cx="68580" cy="146304"/>
          </a:xfrm>
          <a:prstGeom prst="rect">
            <a:avLst/>
          </a:prstGeom>
          <a:solidFill>
            <a:srgbClr val="D18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366467" y="5669280"/>
            <a:ext cx="68580" cy="146304"/>
          </a:xfrm>
          <a:prstGeom prst="rect">
            <a:avLst/>
          </a:prstGeom>
          <a:solidFill>
            <a:srgbClr val="D79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432304" y="5669280"/>
            <a:ext cx="68580" cy="146304"/>
          </a:xfrm>
          <a:prstGeom prst="rect">
            <a:avLst/>
          </a:prstGeom>
          <a:solidFill>
            <a:srgbClr val="D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498140" y="5669280"/>
            <a:ext cx="68580" cy="146304"/>
          </a:xfrm>
          <a:prstGeom prst="rect">
            <a:avLst/>
          </a:prstGeom>
          <a:solidFill>
            <a:srgbClr val="E2AE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563977" y="5669280"/>
            <a:ext cx="68580" cy="146304"/>
          </a:xfrm>
          <a:prstGeom prst="rect">
            <a:avLst/>
          </a:prstGeom>
          <a:solidFill>
            <a:srgbClr val="E8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629814" y="5669280"/>
            <a:ext cx="68580" cy="146304"/>
          </a:xfrm>
          <a:prstGeom prst="rect">
            <a:avLst/>
          </a:prstGeom>
          <a:solidFill>
            <a:srgbClr val="EDC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695651" y="5669280"/>
            <a:ext cx="68580" cy="146304"/>
          </a:xfrm>
          <a:prstGeom prst="rect">
            <a:avLst/>
          </a:prstGeom>
          <a:solidFill>
            <a:srgbClr val="F3D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761487" y="5669280"/>
            <a:ext cx="68580" cy="146304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827324" y="5669280"/>
            <a:ext cx="68580" cy="146304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893161" y="5669280"/>
            <a:ext cx="68580" cy="146304"/>
          </a:xfrm>
          <a:prstGeom prst="rect">
            <a:avLst/>
          </a:prstGeom>
          <a:solidFill>
            <a:srgbClr val="E1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958998" y="5669280"/>
            <a:ext cx="68580" cy="146304"/>
          </a:xfrm>
          <a:prstGeom prst="rect">
            <a:avLst/>
          </a:prstGeom>
          <a:solidFill>
            <a:srgbClr val="D2D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024835" y="5669280"/>
            <a:ext cx="68580" cy="146304"/>
          </a:xfrm>
          <a:prstGeom prst="rect">
            <a:avLst/>
          </a:prstGeom>
          <a:solidFill>
            <a:srgbClr val="C3C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090672" y="5669280"/>
            <a:ext cx="68580" cy="146304"/>
          </a:xfrm>
          <a:prstGeom prst="rect">
            <a:avLst/>
          </a:prstGeom>
          <a:solidFill>
            <a:srgbClr val="B5C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156508" y="5669280"/>
            <a:ext cx="68580" cy="146304"/>
          </a:xfrm>
          <a:prstGeom prst="rect">
            <a:avLst/>
          </a:prstGeom>
          <a:solidFill>
            <a:srgbClr val="A6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222345" y="5669280"/>
            <a:ext cx="68580" cy="146304"/>
          </a:xfrm>
          <a:prstGeom prst="rect">
            <a:avLst/>
          </a:prstGeom>
          <a:solidFill>
            <a:srgbClr val="97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288182" y="5669280"/>
            <a:ext cx="68580" cy="146304"/>
          </a:xfrm>
          <a:prstGeom prst="rect">
            <a:avLst/>
          </a:prstGeom>
          <a:solidFill>
            <a:srgbClr val="889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354019" y="5669280"/>
            <a:ext cx="68580" cy="146304"/>
          </a:xfrm>
          <a:prstGeom prst="rect">
            <a:avLst/>
          </a:prstGeom>
          <a:solidFill>
            <a:srgbClr val="7A8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419856" y="5669280"/>
            <a:ext cx="68580" cy="146304"/>
          </a:xfrm>
          <a:prstGeom prst="rect">
            <a:avLst/>
          </a:prstGeom>
          <a:solidFill>
            <a:srgbClr val="6B8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485692" y="5669280"/>
            <a:ext cx="68580" cy="146304"/>
          </a:xfrm>
          <a:prstGeom prst="rect">
            <a:avLst/>
          </a:prstGeom>
          <a:solidFill>
            <a:srgbClr val="5C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551529" y="5669280"/>
            <a:ext cx="68580" cy="146304"/>
          </a:xfrm>
          <a:prstGeom prst="rect">
            <a:avLst/>
          </a:prstGeom>
          <a:solidFill>
            <a:srgbClr val="4D6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617366" y="5669280"/>
            <a:ext cx="68580" cy="146304"/>
          </a:xfrm>
          <a:prstGeom prst="rect">
            <a:avLst/>
          </a:prstGeom>
          <a:solidFill>
            <a:srgbClr val="3F5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683203" y="5669280"/>
            <a:ext cx="68580" cy="146304"/>
          </a:xfrm>
          <a:prstGeom prst="rect">
            <a:avLst/>
          </a:prstGeom>
          <a:solidFill>
            <a:srgbClr val="304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749039" y="5669280"/>
            <a:ext cx="68580" cy="146304"/>
          </a:xfrm>
          <a:prstGeom prst="rect">
            <a:avLst/>
          </a:prstGeom>
          <a:solidFill>
            <a:srgbClr val="214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14876" y="5669280"/>
            <a:ext cx="68580" cy="14630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99616" y="5824728"/>
            <a:ext cx="5486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0.6×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553004" y="5824728"/>
            <a:ext cx="5486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1×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606393" y="5824728"/>
            <a:ext cx="5486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2×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118457" y="5650992"/>
            <a:ext cx="23774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← 역전      개선 →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156448" y="2139696"/>
            <a:ext cx="3575304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 · U85 · TOTAL cycles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156448" y="2432304"/>
            <a:ext cx="3575304" cy="30540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8796528" y="3173449"/>
            <a:ext cx="2807208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8229600" y="3082009"/>
            <a:ext cx="530352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60k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796528" y="3707651"/>
            <a:ext cx="2807208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8229600" y="3616211"/>
            <a:ext cx="530352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50k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8796528" y="4241853"/>
            <a:ext cx="2807208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8229600" y="4150413"/>
            <a:ext cx="530352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40k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8796528" y="4776055"/>
            <a:ext cx="2807208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8229600" y="4684615"/>
            <a:ext cx="530352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30k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8942832" y="4450940"/>
            <a:ext cx="2148840" cy="267101"/>
          </a:xfrm>
          <a:prstGeom prst="line">
            <a:avLst/>
          </a:prstGeom>
          <a:ln w="33020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942832" y="3062014"/>
            <a:ext cx="2148840" cy="373942"/>
          </a:xfrm>
          <a:prstGeom prst="line">
            <a:avLst/>
          </a:prstGeom>
          <a:ln w="3302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942832" y="3435956"/>
            <a:ext cx="2148840" cy="1014984"/>
          </a:xfrm>
          <a:prstGeom prst="line">
            <a:avLst/>
          </a:prstGeom>
          <a:ln w="35560">
            <a:solidFill>
              <a:srgbClr val="A40F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8874252" y="4382360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1023092" y="4649461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874252" y="2993434"/>
            <a:ext cx="137160" cy="137160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1023092" y="3367376"/>
            <a:ext cx="137160" cy="137160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156448" y="2952286"/>
            <a:ext cx="694944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62.1k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56448" y="4341212"/>
            <a:ext cx="694944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36.1k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183112" y="3326228"/>
            <a:ext cx="56692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55.1k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1183112" y="4608313"/>
            <a:ext cx="56692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31.1k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94192" y="4974336"/>
            <a:ext cx="10972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 MAC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543032" y="4974336"/>
            <a:ext cx="10972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512 MAC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148572" y="2938089"/>
            <a:ext cx="173736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mid 프로파일 고정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148572" y="4694218"/>
            <a:ext cx="173736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low 프로파일 고정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011412" y="3614264"/>
            <a:ext cx="182880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기본 조합 (실제 사다리)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