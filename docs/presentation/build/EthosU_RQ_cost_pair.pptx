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3. 실행 비용은 얼마이고, 어떤 연산에 쓰이는가?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실행 비용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모델 간 총비용 순위는 여섯 구성에서 모두 같다. 그러나 그 비용을 어떤 연산이 쓰는지는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총비용 순위와 대응하지 않는다 — RNNoise만 합성곱이 없고 완전연결이 그 자리를 차지한다.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왼쪽 256 MAC · TOTAL cycles · 여섯 구성의 최소–최대와 각 값, 굵은 점은 중앙값 · 공통 로그축   |   오른쪽 Corstone-320 · U85-256 · 계측 단위 기준, 두 계열이 한 단위에 들면 무거운 쪽으로 귀속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5376671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모델 별 실행비용 (Cycles)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29968"/>
            <a:ext cx="5312664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연산비용 구성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2359152"/>
            <a:ext cx="164592" cy="10058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8544" y="2286000"/>
            <a:ext cx="84124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Conv2D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06055" y="2359152"/>
            <a:ext cx="164592" cy="100584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1" y="2286000"/>
            <a:ext cx="84124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DWConv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3" y="2359152"/>
            <a:ext cx="164592" cy="10058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84124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완전연결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9992" y="2359152"/>
            <a:ext cx="164592" cy="100584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286000"/>
            <a:ext cx="84124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원소별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2359152"/>
            <a:ext cx="164592" cy="100584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6416" y="2286000"/>
            <a:ext cx="84124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형상·이동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53928" y="2359152"/>
            <a:ext cx="164592" cy="100584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73384" y="2286000"/>
            <a:ext cx="841248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기타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45028" y="2615184"/>
            <a:ext cx="0" cy="3104388"/>
          </a:xfrm>
          <a:prstGeom prst="line">
            <a:avLst/>
          </a:prstGeom>
          <a:ln w="9525">
            <a:solidFill>
              <a:srgbClr val="D2DBE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79268" y="576529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100K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79561" y="2615184"/>
            <a:ext cx="0" cy="3104388"/>
          </a:xfrm>
          <a:prstGeom prst="line">
            <a:avLst/>
          </a:prstGeom>
          <a:ln w="9525">
            <a:solidFill>
              <a:srgbClr val="D2DBE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13801" y="576529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14094" y="2615184"/>
            <a:ext cx="0" cy="3104388"/>
          </a:xfrm>
          <a:prstGeom prst="line">
            <a:avLst/>
          </a:prstGeom>
          <a:ln w="9525">
            <a:solidFill>
              <a:srgbClr val="D2DBE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48334" y="576529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15184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02042" y="2836926"/>
            <a:ext cx="54026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585898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7206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63180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66166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66166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79821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36465" y="2761488"/>
            <a:ext cx="150876" cy="150876"/>
          </a:xfrm>
          <a:prstGeom prst="ellipse">
            <a:avLst/>
          </a:prstGeom>
          <a:solidFill>
            <a:srgbClr val="13366B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19088" y="2670048"/>
            <a:ext cx="5306637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2670048"/>
            <a:ext cx="530663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725725" y="2670048"/>
            <a:ext cx="6026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058668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99741" y="3280410"/>
            <a:ext cx="317456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078335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889331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39320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20244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820244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760879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793298" y="3204972"/>
            <a:ext cx="150876" cy="150876"/>
          </a:xfrm>
          <a:prstGeom prst="ellipse">
            <a:avLst/>
          </a:prstGeom>
          <a:solidFill>
            <a:srgbClr val="4A7A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19088" y="3113532"/>
            <a:ext cx="4041760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19088" y="3113532"/>
            <a:ext cx="404176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76.1%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60848" y="3113532"/>
            <a:ext cx="1246631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60848" y="3113532"/>
            <a:ext cx="1246631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23.5%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707479" y="3113532"/>
            <a:ext cx="24272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502152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83ABD6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176994" y="3723894"/>
            <a:ext cx="244580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382712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96131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89918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61005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61005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138132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39098" y="3648456"/>
            <a:ext cx="150876" cy="150876"/>
          </a:xfrm>
          <a:prstGeom prst="ellipse">
            <a:avLst/>
          </a:prstGeom>
          <a:solidFill>
            <a:srgbClr val="83AB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19088" y="3557016"/>
            <a:ext cx="3132813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9088" y="3557016"/>
            <a:ext cx="313281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59.0%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51901" y="3557016"/>
            <a:ext cx="2002075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51901" y="3557016"/>
            <a:ext cx="20020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37.7%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553976" y="3557016"/>
            <a:ext cx="65649" cy="310896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619626" y="3557016"/>
            <a:ext cx="112125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3945635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798995" y="4167377"/>
            <a:ext cx="286211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046344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69801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897245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830630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830630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760133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14029" y="4091939"/>
            <a:ext cx="150876" cy="150876"/>
          </a:xfrm>
          <a:prstGeom prst="ellipse">
            <a:avLst/>
          </a:prstGeom>
          <a:solidFill>
            <a:srgbClr val="2E7D4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19088" y="4000499"/>
            <a:ext cx="4393875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9088" y="4000499"/>
            <a:ext cx="43938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82.7%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812963" y="4000499"/>
            <a:ext cx="918788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812963" y="4000499"/>
            <a:ext cx="91878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17.3%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4389120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8C9AA8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664627" y="4610862"/>
            <a:ext cx="344023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969788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09811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786815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731898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731898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25765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723545" y="4535424"/>
            <a:ext cx="150876" cy="150876"/>
          </a:xfrm>
          <a:prstGeom prst="ellipse">
            <a:avLst/>
          </a:prstGeom>
          <a:solidFill>
            <a:srgbClr val="8C9AA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19088" y="4443983"/>
            <a:ext cx="3234876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19088" y="4443983"/>
            <a:ext cx="32348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60.9%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653964" y="4443983"/>
            <a:ext cx="1532540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53964" y="4443983"/>
            <a:ext cx="15325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28.8%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186505" y="4443983"/>
            <a:ext cx="225494" cy="310896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411999" y="4443983"/>
            <a:ext cx="319752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4832604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C28A1E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484255" y="5054346"/>
            <a:ext cx="100380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3545773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488045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474191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471894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471894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445393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436468" y="4978908"/>
            <a:ext cx="150876" cy="150876"/>
          </a:xfrm>
          <a:prstGeom prst="ellipse">
            <a:avLst/>
          </a:prstGeom>
          <a:solidFill>
            <a:srgbClr val="C28A1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419088" y="4887468"/>
            <a:ext cx="4479772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19088" y="4887468"/>
            <a:ext cx="447977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84.3%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898860" y="4887468"/>
            <a:ext cx="778910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898860" y="4887468"/>
            <a:ext cx="77891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14.7%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677770" y="4887468"/>
            <a:ext cx="53981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7200" y="5276088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2328277" y="5497829"/>
            <a:ext cx="841067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3130482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894561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289415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290113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290113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603952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435032" y="5422392"/>
            <a:ext cx="150876" cy="15087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419088" y="5330951"/>
            <a:ext cx="3942862" cy="3108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19088" y="5330951"/>
            <a:ext cx="394286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74.2%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361950" y="5330951"/>
            <a:ext cx="1064398" cy="310896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361950" y="5330951"/>
            <a:ext cx="106439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20.0%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426348" y="5330951"/>
            <a:ext cx="305403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