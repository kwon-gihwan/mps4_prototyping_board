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3. 실행 비용은 어떤 연산 그룹에 분포하는가?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RQ1 · 비용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Wav2Letter는 비용의 99.9%가 Conv이고, RNNoise는 Conv가 하나도 없다.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종류별로 가를 수 없는 몫은 RNNoise 85.6%를 빼면 모두 13% 이하다.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888736"/>
            <a:ext cx="1124712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네 범주 모두 사이클은 측정됐다. 혼합 유형 = 한 계측 단위에 2–6개 연산이 함께 들어가 종류별 귀속만 안 되는 몫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계측 단위(IRQ 서비스 창) 기준 · Corstone-320 · U85-256 의 256_Low 셀 단독 · 계측 합계는 각 모델 TOTAL의 97.9–100.0% · 출처 mechanism/U85_ATTRIBUTION_UNITS.csv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2157984" y="2267712"/>
            <a:ext cx="182880" cy="109728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5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Conv2D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5072" y="2267712"/>
            <a:ext cx="182880" cy="109728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DepthwiseConv2D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267712"/>
            <a:ext cx="182880" cy="109728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혼합 유형 (2–6연산)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2267712"/>
            <a:ext cx="182880" cy="109728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194560"/>
            <a:ext cx="1700784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비합성곱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2313432" cy="23774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가장 큰 단일 단위 · 단위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Wav2Letter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57984" y="2715768"/>
            <a:ext cx="7087694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2715768"/>
            <a:ext cx="708769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99.9%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45678" y="2715768"/>
            <a:ext cx="8049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670048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1.8%   ·   115개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99815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KWS MicroNet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57984" y="3145535"/>
            <a:ext cx="5983310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57984" y="3145535"/>
            <a:ext cx="598331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84.3%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1294" y="3145535"/>
            <a:ext cx="1040334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1294" y="3145535"/>
            <a:ext cx="104033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1629" y="3145535"/>
            <a:ext cx="7209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3099815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42.9%   ·   17개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29583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AD MedNet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57984" y="3575303"/>
            <a:ext cx="5585437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7984" y="3575303"/>
            <a:ext cx="558543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78.7%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43421" y="3575303"/>
            <a:ext cx="1227159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3421" y="3575303"/>
            <a:ext cx="122715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17.3%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0580" y="3575303"/>
            <a:ext cx="283147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529583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17.3%   ·   15개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59351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MobileNetV2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57984" y="4005071"/>
            <a:ext cx="4493564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57984" y="4005071"/>
            <a:ext cx="449356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63.3%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51548" y="4005071"/>
            <a:ext cx="1665036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1548" y="4005071"/>
            <a:ext cx="166503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23.5%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16585" y="4005071"/>
            <a:ext cx="904724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6585" y="4005071"/>
            <a:ext cx="90472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12.8%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21309" y="4005071"/>
            <a:ext cx="32418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3959351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7.5%   ·   177개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89119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VWW4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57984" y="4434839"/>
            <a:ext cx="4094803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57984" y="4434839"/>
            <a:ext cx="409480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57.7%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2787" y="4434839"/>
            <a:ext cx="2046904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2787" y="4434839"/>
            <a:ext cx="2046904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28.8%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99691" y="4434839"/>
            <a:ext cx="225788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25480" y="4434839"/>
            <a:ext cx="728247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25480" y="4434839"/>
            <a:ext cx="72824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10.3%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4389119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7.0%   ·   76개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18887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YOLO-Fastest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57984" y="4864607"/>
            <a:ext cx="3490376" cy="3108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57984" y="4864607"/>
            <a:ext cx="3490376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49.2%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48360" y="4864607"/>
            <a:ext cx="2674028" cy="310896"/>
          </a:xfrm>
          <a:prstGeom prst="rect">
            <a:avLst/>
          </a:prstGeom>
          <a:solidFill>
            <a:srgbClr val="4A7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48360" y="4864607"/>
            <a:ext cx="267402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37.7%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2388" y="4864607"/>
            <a:ext cx="755577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2388" y="4864607"/>
            <a:ext cx="755577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10.6%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77966" y="4864607"/>
            <a:ext cx="175761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4818887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6.9%   ·   93개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248655"/>
            <a:ext cx="1572768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RNNoise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57984" y="5294375"/>
            <a:ext cx="6075980" cy="310896"/>
          </a:xfrm>
          <a:prstGeom prst="rect">
            <a:avLst/>
          </a:prstGeom>
          <a:solidFill>
            <a:srgbClr val="C2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57984" y="5294375"/>
            <a:ext cx="607598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85.6%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33964" y="5294375"/>
            <a:ext cx="1019763" cy="310896"/>
          </a:xfrm>
          <a:prstGeom prst="rect">
            <a:avLst/>
          </a:prstGeom>
          <a:solidFill>
            <a:srgbClr val="8A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33964" y="5294375"/>
            <a:ext cx="1019763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14.4%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0" y="5248655"/>
            <a:ext cx="2313432" cy="40233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19.9%   ·   16개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