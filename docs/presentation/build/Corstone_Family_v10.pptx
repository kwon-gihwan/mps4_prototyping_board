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xmlns:p14="http://schemas.microsoft.com/office/powerpoint/2010/main" embedTrueTypeFonts="0" saveSubsetFonts="0">
  <p:sldMasterIdLst>
    <p:sldMasterId id="2147485686" r:id="rId92"/>
    <p:sldMasterId id="2147485687" r:id="rId94"/>
    <p:sldMasterId id="2147485688" r:id="rId96"/>
    <p:sldMasterId id="2147485689" r:id="rId98"/>
    <p:sldMasterId id="2147485690" r:id="rId100"/>
    <p:sldMasterId id="2147485691" r:id="rId102"/>
    <p:sldMasterId id="2147485692" r:id="rId104"/>
    <p:sldMasterId id="2147485693" r:id="rId106"/>
  </p:sldMasterIdLst>
  <p:notesMasterIdLst>
    <p:notesMasterId r:id="rId110"/>
  </p:notesMasterIdLst>
  <p:handoutMasterIdLst>
    <p:handoutMasterId r:id="rId108"/>
  </p:handoutMasterIdLst>
  <p:sldIdLst>
    <p:sldId id="256" r:id="rId112"/>
    <p:sldId id="304" r:id="rId114"/>
    <p:sldId id="292" r:id="rId115"/>
    <p:sldId id="273" r:id="rId117"/>
    <p:sldId id="274" r:id="rId119"/>
    <p:sldId id="258" r:id="rId121"/>
    <p:sldId id="307" r:id="rId123"/>
    <p:sldId id="260" r:id="rId124"/>
    <p:sldId id="275" r:id="rId126"/>
    <p:sldId id="276" r:id="rId128"/>
    <p:sldId id="282" r:id="rId130"/>
    <p:sldId id="297" r:id="rId132"/>
    <p:sldId id="308" r:id="rId133"/>
    <p:sldId id="288" r:id="rId134"/>
    <p:sldId id="289" r:id="rId136"/>
    <p:sldId id="280" r:id="rId137"/>
    <p:sldId id="278" r:id="rId138"/>
    <p:sldId id="279" r:id="rId139"/>
    <p:sldId id="305" r:id="rId140"/>
    <p:sldId id="293" r:id="rId141"/>
    <p:sldId id="294" r:id="rId143"/>
    <p:sldId id="295" r:id="rId145"/>
    <p:sldId id="310" r:id="rId47"/>
    <p:sldId id="311" r:id="rId48"/>
    <p:sldId id="312" r:id="rId49"/>
    <p:sldId id="285" r:id="rId149"/>
    <p:sldId id="296" r:id="rId151"/>
    <p:sldId id="313" r:id="rId50"/>
    <p:sldId id="306" r:id="rId153"/>
    <p:sldId id="283" r:id="rId154"/>
    <p:sldId id="284" r:id="rId156"/>
    <p:sldId id="303" r:id="rId158"/>
    <p:sldId id="309" r:id="rId159"/>
    <p:sldId id="281" r:id="rId147"/>
    <p:sldId id="314" r:id="rId51"/>
    <p:sldId id="315" r:id="rId52"/>
    <p:sldId id="316" r:id="rId53"/>
    <p:sldId id="317" r:id="rId54"/>
  </p:sldIdLst>
  <p:sldSz cx="12192000" cy="6858000"/>
  <p:notesSz cx="6858000" cy="9144000"/>
  <p:defaultTextStyle>
    <a:defPPr>
      <a:defRPr lang="en-US">
        <a:latin typeface="Poppins"/>
        <a:ea typeface="NanumGothic"/>
        <a:cs typeface="Poppins"/>
      </a:defRPr>
    </a:defPPr>
    <a:lvl1pPr marL="0" algn="l" defTabSz="914400" rtl="0" eaLnBrk="1" latinLnBrk="0" hangingPunct="1">
      <a:defRPr sz="1800" kern="1200">
        <a:solidFill>
          <a:schemeClr val="tx1"/>
        </a:solidFill>
        <a:latin typeface="Poppins"/>
        <a:ea typeface="NanumGothic"/>
        <a:cs typeface="Poppins"/>
      </a:defRPr>
    </a:lvl1pPr>
    <a:lvl2pPr marL="457200" algn="l" defTabSz="914400" rtl="0" eaLnBrk="1" latinLnBrk="0" hangingPunct="1">
      <a:defRPr sz="1800" kern="1200">
        <a:solidFill>
          <a:schemeClr val="tx1"/>
        </a:solidFill>
        <a:latin typeface="Poppins"/>
        <a:ea typeface="NanumGothic"/>
        <a:cs typeface="Poppins"/>
      </a:defRPr>
    </a:lvl2pPr>
    <a:lvl3pPr marL="914400" algn="l" defTabSz="914400" rtl="0" eaLnBrk="1" latinLnBrk="0" hangingPunct="1">
      <a:defRPr sz="1800" kern="1200">
        <a:solidFill>
          <a:schemeClr val="tx1"/>
        </a:solidFill>
        <a:latin typeface="Poppins"/>
        <a:ea typeface="NanumGothic"/>
        <a:cs typeface="Poppins"/>
      </a:defRPr>
    </a:lvl3pPr>
    <a:lvl4pPr marL="1371600" algn="l" defTabSz="914400" rtl="0" eaLnBrk="1" latinLnBrk="0" hangingPunct="1">
      <a:defRPr sz="1800" kern="1200">
        <a:solidFill>
          <a:schemeClr val="tx1"/>
        </a:solidFill>
        <a:latin typeface="Poppins"/>
        <a:ea typeface="NanumGothic"/>
        <a:cs typeface="Poppins"/>
      </a:defRPr>
    </a:lvl4pPr>
    <a:lvl5pPr marL="1828800" algn="l" defTabSz="914400" rtl="0" eaLnBrk="1" latinLnBrk="0" hangingPunct="1">
      <a:defRPr sz="1800" kern="1200">
        <a:solidFill>
          <a:schemeClr val="tx1"/>
        </a:solidFill>
        <a:latin typeface="Poppins"/>
        <a:ea typeface="NanumGothic"/>
        <a:cs typeface="Poppins"/>
      </a:defRPr>
    </a:lvl5pPr>
    <a:lvl6pPr marL="2286000" algn="l" defTabSz="914400" rtl="0" eaLnBrk="1" latinLnBrk="0" hangingPunct="1">
      <a:defRPr sz="1800" kern="1200">
        <a:solidFill>
          <a:schemeClr val="tx1"/>
        </a:solidFill>
        <a:latin typeface="Poppins"/>
        <a:ea typeface="NanumGothic"/>
        <a:cs typeface="Poppins"/>
      </a:defRPr>
    </a:lvl6pPr>
    <a:lvl7pPr marL="2743200" algn="l" defTabSz="914400" rtl="0" eaLnBrk="1" latinLnBrk="0" hangingPunct="1">
      <a:defRPr sz="1800" kern="1200">
        <a:solidFill>
          <a:schemeClr val="tx1"/>
        </a:solidFill>
        <a:latin typeface="Poppins"/>
        <a:ea typeface="NanumGothic"/>
        <a:cs typeface="Poppins"/>
      </a:defRPr>
    </a:lvl7pPr>
    <a:lvl8pPr marL="3200400" algn="l" defTabSz="914400" rtl="0" eaLnBrk="1" latinLnBrk="0" hangingPunct="1">
      <a:defRPr sz="1800" kern="1200">
        <a:solidFill>
          <a:schemeClr val="tx1"/>
        </a:solidFill>
        <a:latin typeface="Poppins"/>
        <a:ea typeface="NanumGothic"/>
        <a:cs typeface="Poppins"/>
      </a:defRPr>
    </a:lvl8pPr>
    <a:lvl9pPr marL="3657600" algn="l" defTabSz="914400" rtl="0" eaLnBrk="1" latinLnBrk="0" hangingPunct="1">
      <a:defRPr sz="1800" kern="1200">
        <a:solidFill>
          <a:schemeClr val="tx1"/>
        </a:solidFill>
        <a:latin typeface="Poppins"/>
        <a:ea typeface="NanumGothic"/>
        <a:cs typeface="Poppins"/>
      </a:defRPr>
    </a:lvl9pPr>
  </p:defaultTextStyle>
  <p:extLst>
    <p:ext uri="{2D200454-40CA-4A62-9FC3-DE9A4176ACB9}">
      <p15:notesGuideLst xmlns:p15="http://schemas.microsoft.com/office/powerpoint/2012/main"/>
    </p:ext>
    <p:ext uri="{EFAFB233-063F-42B5-8137-9DF3F51BA10A}">
      <p15:sldGuideLst xmlns:p15="http://schemas.microsoft.com/office/powerpoint/2012/main">
        <p15:guide id="1" orient="horz" pos="2154" userDrawn="1">
          <p15:clr>
            <a:srgbClr val="A4A3A4"/>
          </p15:clr>
        </p15:guide>
        <p15:guide id="2" pos="3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Lst>
  </p:showPr>
  <p:clrMru>
    <a:srgbClr val="FFFFFF"/>
    <a:srgbClr val="FFFF00"/>
    <a:srgbClr val="D3D3D3"/>
  </p:clrMru>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8F324A-00EC-6C4E-8621-BD9619E54346}" v="5" dt="2025-12-22T02:36:08.4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p:restoredLeft sz="22761" autoAdjust="0"/>
    <p:restoredTop sz="81154" autoAdjust="0"/>
  </p:normalViewPr>
  <p:slideViewPr>
    <p:cSldViewPr snapToGrid="0" snapToObjects="1">
      <p:cViewPr varScale="1">
        <p:scale>
          <a:sx n="90" d="100"/>
          <a:sy n="90" d="100"/>
        </p:scale>
        <p:origin x="216" y="880"/>
      </p:cViewPr>
      <p:guideLst>
        <p:guide orient="horz" pos="2154"/>
        <p:guide pos="3834"/>
      </p:guideLst>
    </p:cSldViewPr>
  </p:slideViewPr>
  <p:notesTextViewPr>
    <p:cViewPr>
      <p:scale>
        <a:sx n="1" d="1"/>
        <a:sy n="1" d="1"/>
      </p:scale>
      <p:origin x="0" y="0"/>
    </p:cViewPr>
  </p:notesTextViewPr>
  <p:notesViewPr>
    <p:cSldViewPr snapToGrid="0" snapToObjects="1">
      <p:cViewPr varScale="1">
        <p:scale>
          <a:sx n="60" d="100"/>
          <a:sy n="60" d="100"/>
        </p:scale>
        <p:origin x="2410" y="48"/>
      </p:cViewPr>
      <p:guideLst>
        <p:guide orient="horz" pos="2154"/>
        <p:guide pos="383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tableStyles" Target="tableStyles.xml"/><Relationship Id="rId2" Type="http://schemas.microsoft.com/office/2016/11/relationships/changesInfo" Target="changesInfos/changesInfo1.xml"/><Relationship Id="rId3" Type="http://schemas.microsoft.com/office/2015/10/relationships/revisionInfo" Target="revisionInfo.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92" Type="http://schemas.openxmlformats.org/officeDocument/2006/relationships/slideMaster" Target="slideMasters/slideMaster1.xml"/><Relationship Id="rId93" Type="http://schemas.openxmlformats.org/officeDocument/2006/relationships/theme" Target="theme/theme1.xml"/><Relationship Id="rId94" Type="http://schemas.openxmlformats.org/officeDocument/2006/relationships/slideMaster" Target="slideMasters/slideMaster2.xml"/><Relationship Id="rId96" Type="http://schemas.openxmlformats.org/officeDocument/2006/relationships/slideMaster" Target="slideMasters/slideMaster3.xml"/><Relationship Id="rId98" Type="http://schemas.openxmlformats.org/officeDocument/2006/relationships/slideMaster" Target="slideMasters/slideMaster4.xml"/><Relationship Id="rId100" Type="http://schemas.openxmlformats.org/officeDocument/2006/relationships/slideMaster" Target="slideMasters/slideMaster5.xml"/><Relationship Id="rId102" Type="http://schemas.openxmlformats.org/officeDocument/2006/relationships/slideMaster" Target="slideMasters/slideMaster6.xml"/><Relationship Id="rId104" Type="http://schemas.openxmlformats.org/officeDocument/2006/relationships/slideMaster" Target="slideMasters/slideMaster7.xml"/><Relationship Id="rId106" Type="http://schemas.openxmlformats.org/officeDocument/2006/relationships/slideMaster" Target="slideMasters/slideMaster8.xml"/><Relationship Id="rId108" Type="http://schemas.openxmlformats.org/officeDocument/2006/relationships/handoutMaster" Target="handoutMasters/handoutMaster1.xml"/><Relationship Id="rId110" Type="http://schemas.openxmlformats.org/officeDocument/2006/relationships/notesMaster" Target="notesMasters/notesMaster1.xml"/><Relationship Id="rId112" Type="http://schemas.openxmlformats.org/officeDocument/2006/relationships/slide" Target="slides/slide1.xml"/><Relationship Id="rId114" Type="http://schemas.openxmlformats.org/officeDocument/2006/relationships/slide" Target="slides/slide2.xml"/><Relationship Id="rId115" Type="http://schemas.openxmlformats.org/officeDocument/2006/relationships/slide" Target="slides/slide3.xml"/><Relationship Id="rId117" Type="http://schemas.openxmlformats.org/officeDocument/2006/relationships/slide" Target="slides/slide4.xml"/><Relationship Id="rId119" Type="http://schemas.openxmlformats.org/officeDocument/2006/relationships/slide" Target="slides/slide5.xml"/><Relationship Id="rId121" Type="http://schemas.openxmlformats.org/officeDocument/2006/relationships/slide" Target="slides/slide6.xml"/><Relationship Id="rId123" Type="http://schemas.openxmlformats.org/officeDocument/2006/relationships/slide" Target="slides/slide7.xml"/><Relationship Id="rId124" Type="http://schemas.openxmlformats.org/officeDocument/2006/relationships/slide" Target="slides/slide8.xml"/><Relationship Id="rId126" Type="http://schemas.openxmlformats.org/officeDocument/2006/relationships/slide" Target="slides/slide9.xml"/><Relationship Id="rId128" Type="http://schemas.openxmlformats.org/officeDocument/2006/relationships/slide" Target="slides/slide10.xml"/><Relationship Id="rId130" Type="http://schemas.openxmlformats.org/officeDocument/2006/relationships/slide" Target="slides/slide11.xml"/><Relationship Id="rId132" Type="http://schemas.openxmlformats.org/officeDocument/2006/relationships/slide" Target="slides/slide12.xml"/><Relationship Id="rId133" Type="http://schemas.openxmlformats.org/officeDocument/2006/relationships/slide" Target="slides/slide13.xml"/><Relationship Id="rId134" Type="http://schemas.openxmlformats.org/officeDocument/2006/relationships/slide" Target="slides/slide14.xml"/><Relationship Id="rId136" Type="http://schemas.openxmlformats.org/officeDocument/2006/relationships/slide" Target="slides/slide15.xml"/><Relationship Id="rId137" Type="http://schemas.openxmlformats.org/officeDocument/2006/relationships/slide" Target="slides/slide16.xml"/><Relationship Id="rId138" Type="http://schemas.openxmlformats.org/officeDocument/2006/relationships/slide" Target="slides/slide17.xml"/><Relationship Id="rId139" Type="http://schemas.openxmlformats.org/officeDocument/2006/relationships/slide" Target="slides/slide18.xml"/><Relationship Id="rId140" Type="http://schemas.openxmlformats.org/officeDocument/2006/relationships/slide" Target="slides/slide19.xml"/><Relationship Id="rId141" Type="http://schemas.openxmlformats.org/officeDocument/2006/relationships/slide" Target="slides/slide20.xml"/><Relationship Id="rId143" Type="http://schemas.openxmlformats.org/officeDocument/2006/relationships/slide" Target="slides/slide21.xml"/><Relationship Id="rId145" Type="http://schemas.openxmlformats.org/officeDocument/2006/relationships/slide" Target="slides/slide22.xml"/><Relationship Id="rId147" Type="http://schemas.openxmlformats.org/officeDocument/2006/relationships/slide" Target="slides/slide23.xml"/><Relationship Id="rId149" Type="http://schemas.openxmlformats.org/officeDocument/2006/relationships/slide" Target="slides/slide24.xml"/><Relationship Id="rId151" Type="http://schemas.openxmlformats.org/officeDocument/2006/relationships/slide" Target="slides/slide25.xml"/><Relationship Id="rId153" Type="http://schemas.openxmlformats.org/officeDocument/2006/relationships/slide" Target="slides/slide26.xml"/><Relationship Id="rId154" Type="http://schemas.openxmlformats.org/officeDocument/2006/relationships/slide" Target="slides/slide27.xml"/><Relationship Id="rId156" Type="http://schemas.openxmlformats.org/officeDocument/2006/relationships/slide" Target="slides/slide28.xml"/><Relationship Id="rId158" Type="http://schemas.openxmlformats.org/officeDocument/2006/relationships/slide" Target="slides/slide29.xml"/><Relationship Id="rId159" Type="http://schemas.openxmlformats.org/officeDocument/2006/relationships/slide" Target="slides/slide30.xml"/><Relationship Id="rId164" Type="http://schemas.openxmlformats.org/officeDocument/2006/relationships/viewProps" Target="viewProps.xml"/><Relationship Id="rId16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o Seonyeong" userId="2c618708adb57b46" providerId="LiveId" clId="{12E46043-B1A4-40A1-B023-11697CB30D44}"/>
    <pc:docChg chg="custSel delSld modSld">
      <pc:chgData name="Heo Seonyeong" userId="2c618708adb57b46" providerId="LiveId" clId="{12E46043-B1A4-40A1-B023-11697CB30D44}" dt="2023-03-06T08:41:38.643" v="4" actId="47"/>
      <pc:docMkLst>
        <pc:docMk/>
      </pc:docMkLst>
      <pc:sldChg chg="addSp delSp modSp">
        <pc:chgData name="Heo Seonyeong" userId="2c618708adb57b46" providerId="LiveId" clId="{12E46043-B1A4-40A1-B023-11697CB30D44}" dt="2023-03-06T08:41:31.310" v="1" actId="478"/>
        <pc:sldMkLst>
          <pc:docMk/>
          <pc:sldMk cId="3135891794" sldId="256"/>
        </pc:sldMkLst>
      </pc:sldChg>
      <pc:sldChg chg="addSp delSp modSp del">
        <pc:chgData name="Heo Seonyeong" userId="2c618708adb57b46" providerId="LiveId" clId="{12E46043-B1A4-40A1-B023-11697CB30D44}" dt="2023-03-06T08:41:38.643" v="4" actId="47"/>
        <pc:sldMkLst>
          <pc:docMk/>
          <pc:sldMk cId="3074050129" sldId="288"/>
        </pc:sldMkLst>
      </pc:sldChg>
      <pc:sldChg chg="del">
        <pc:chgData name="Heo Seonyeong" userId="2c618708adb57b46" providerId="LiveId" clId="{12E46043-B1A4-40A1-B023-11697CB30D44}" dt="2023-03-06T08:41:32.765" v="2" actId="47"/>
        <pc:sldMkLst>
          <pc:docMk/>
          <pc:sldMk cId="3486960635" sldId="289"/>
        </pc:sldMkLst>
      </pc:sldChg>
    </pc:docChg>
  </pc:docChgLst>
  <pc:docChgLst>
    <pc:chgData name="Heo Seonyeong" userId="2c618708adb57b46" providerId="LiveId" clId="{CC1D2794-90CC-483B-9A58-9865DF89D062}"/>
    <pc:docChg chg="custSel addSld delSld modSld">
      <pc:chgData name="Heo Seonyeong" userId="2c618708adb57b46" providerId="LiveId" clId="{CC1D2794-90CC-483B-9A58-9865DF89D062}" dt="2023-03-06T08:25:47.215" v="74" actId="680"/>
      <pc:docMkLst>
        <pc:docMk/>
      </pc:docMkLst>
      <pc:sldChg chg="modSp">
        <pc:chgData name="Heo Seonyeong" userId="2c618708adb57b46" providerId="LiveId" clId="{CC1D2794-90CC-483B-9A58-9865DF89D062}" dt="2023-03-06T08:25:43.705" v="73" actId="20577"/>
        <pc:sldMkLst>
          <pc:docMk/>
          <pc:sldMk cId="3135891794" sldId="256"/>
        </pc:sldMkLst>
      </pc:sldChg>
      <pc:sldChg chg="del">
        <pc:chgData name="Heo Seonyeong" userId="2c618708adb57b46" providerId="LiveId" clId="{CC1D2794-90CC-483B-9A58-9865DF89D062}" dt="2023-03-06T08:25:29.027" v="0" actId="47"/>
        <pc:sldMkLst>
          <pc:docMk/>
          <pc:sldMk cId="0" sldId="279"/>
        </pc:sldMkLst>
      </pc:sldChg>
      <pc:sldChg chg="del">
        <pc:chgData name="Heo Seonyeong" userId="2c618708adb57b46" providerId="LiveId" clId="{CC1D2794-90CC-483B-9A58-9865DF89D062}" dt="2023-03-06T08:25:29.027" v="0" actId="47"/>
        <pc:sldMkLst>
          <pc:docMk/>
          <pc:sldMk cId="0" sldId="280"/>
        </pc:sldMkLst>
      </pc:sldChg>
      <pc:sldChg chg="del">
        <pc:chgData name="Heo Seonyeong" userId="2c618708adb57b46" providerId="LiveId" clId="{CC1D2794-90CC-483B-9A58-9865DF89D062}" dt="2023-03-06T08:25:29.027" v="0" actId="47"/>
        <pc:sldMkLst>
          <pc:docMk/>
          <pc:sldMk cId="181842838" sldId="283"/>
        </pc:sldMkLst>
      </pc:sldChg>
      <pc:sldChg chg="del">
        <pc:chgData name="Heo Seonyeong" userId="2c618708adb57b46" providerId="LiveId" clId="{CC1D2794-90CC-483B-9A58-9865DF89D062}" dt="2023-03-06T08:25:29.027" v="0" actId="47"/>
        <pc:sldMkLst>
          <pc:docMk/>
          <pc:sldMk cId="1977295939" sldId="289"/>
        </pc:sldMkLst>
      </pc:sldChg>
      <pc:sldChg chg="new">
        <pc:chgData name="Heo Seonyeong" userId="2c618708adb57b46" providerId="LiveId" clId="{CC1D2794-90CC-483B-9A58-9865DF89D062}" dt="2023-03-06T08:25:47.215" v="74" actId="680"/>
        <pc:sldMkLst>
          <pc:docMk/>
          <pc:sldMk cId="3486960635" sldId="289"/>
        </pc:sldMkLst>
      </pc:sldChg>
      <pc:sldChg chg="del">
        <pc:chgData name="Heo Seonyeong" userId="2c618708adb57b46" providerId="LiveId" clId="{CC1D2794-90CC-483B-9A58-9865DF89D062}" dt="2023-03-06T08:25:29.027" v="0" actId="47"/>
        <pc:sldMkLst>
          <pc:docMk/>
          <pc:sldMk cId="1374554217" sldId="290"/>
        </pc:sldMkLst>
      </pc:sldChg>
      <pc:sldChg chg="del">
        <pc:chgData name="Heo Seonyeong" userId="2c618708adb57b46" providerId="LiveId" clId="{CC1D2794-90CC-483B-9A58-9865DF89D062}" dt="2023-03-06T08:25:29.027" v="0" actId="47"/>
        <pc:sldMkLst>
          <pc:docMk/>
          <pc:sldMk cId="2980037091" sldId="291"/>
        </pc:sldMkLst>
      </pc:sldChg>
      <pc:sldChg chg="del">
        <pc:chgData name="Heo Seonyeong" userId="2c618708adb57b46" providerId="LiveId" clId="{CC1D2794-90CC-483B-9A58-9865DF89D062}" dt="2023-03-06T08:25:29.027" v="0" actId="47"/>
        <pc:sldMkLst>
          <pc:docMk/>
          <pc:sldMk cId="3064477441" sldId="292"/>
        </pc:sldMkLst>
      </pc:sldChg>
      <pc:sldChg chg="del">
        <pc:chgData name="Heo Seonyeong" userId="2c618708adb57b46" providerId="LiveId" clId="{CC1D2794-90CC-483B-9A58-9865DF89D062}" dt="2023-03-06T08:25:29.027" v="0" actId="47"/>
        <pc:sldMkLst>
          <pc:docMk/>
          <pc:sldMk cId="0" sldId="294"/>
        </pc:sldMkLst>
      </pc:sldChg>
      <pc:sldChg chg="del">
        <pc:chgData name="Heo Seonyeong" userId="2c618708adb57b46" providerId="LiveId" clId="{CC1D2794-90CC-483B-9A58-9865DF89D062}" dt="2023-03-06T08:25:29.027" v="0" actId="47"/>
        <pc:sldMkLst>
          <pc:docMk/>
          <pc:sldMk cId="0" sldId="295"/>
        </pc:sldMkLst>
      </pc:sldChg>
      <pc:sldChg chg="del">
        <pc:chgData name="Heo Seonyeong" userId="2c618708adb57b46" providerId="LiveId" clId="{CC1D2794-90CC-483B-9A58-9865DF89D062}" dt="2023-03-06T08:25:29.027" v="0" actId="47"/>
        <pc:sldMkLst>
          <pc:docMk/>
          <pc:sldMk cId="0" sldId="296"/>
        </pc:sldMkLst>
      </pc:sldChg>
      <pc:sldChg chg="del">
        <pc:chgData name="Heo Seonyeong" userId="2c618708adb57b46" providerId="LiveId" clId="{CC1D2794-90CC-483B-9A58-9865DF89D062}" dt="2023-03-06T08:25:29.027" v="0" actId="47"/>
        <pc:sldMkLst>
          <pc:docMk/>
          <pc:sldMk cId="0" sldId="305"/>
        </pc:sldMkLst>
      </pc:sldChg>
      <pc:sldChg chg="del">
        <pc:chgData name="Heo Seonyeong" userId="2c618708adb57b46" providerId="LiveId" clId="{CC1D2794-90CC-483B-9A58-9865DF89D062}" dt="2023-03-06T08:25:29.027" v="0" actId="47"/>
        <pc:sldMkLst>
          <pc:docMk/>
          <pc:sldMk cId="0" sldId="306"/>
        </pc:sldMkLst>
      </pc:sldChg>
      <pc:sldChg chg="del">
        <pc:chgData name="Heo Seonyeong" userId="2c618708adb57b46" providerId="LiveId" clId="{CC1D2794-90CC-483B-9A58-9865DF89D062}" dt="2023-03-06T08:25:29.027" v="0" actId="47"/>
        <pc:sldMkLst>
          <pc:docMk/>
          <pc:sldMk cId="0" sldId="307"/>
        </pc:sldMkLst>
      </pc:sldChg>
      <pc:sldChg chg="del">
        <pc:chgData name="Heo Seonyeong" userId="2c618708adb57b46" providerId="LiveId" clId="{CC1D2794-90CC-483B-9A58-9865DF89D062}" dt="2023-03-06T08:25:29.027" v="0" actId="47"/>
        <pc:sldMkLst>
          <pc:docMk/>
          <pc:sldMk cId="0" sldId="310"/>
        </pc:sldMkLst>
      </pc:sldChg>
      <pc:sldChg chg="del">
        <pc:chgData name="Heo Seonyeong" userId="2c618708adb57b46" providerId="LiveId" clId="{CC1D2794-90CC-483B-9A58-9865DF89D062}" dt="2023-03-06T08:25:29.027" v="0" actId="47"/>
        <pc:sldMkLst>
          <pc:docMk/>
          <pc:sldMk cId="0" sldId="335"/>
        </pc:sldMkLst>
      </pc:sldChg>
      <pc:sldChg chg="del">
        <pc:chgData name="Heo Seonyeong" userId="2c618708adb57b46" providerId="LiveId" clId="{CC1D2794-90CC-483B-9A58-9865DF89D062}" dt="2023-03-06T08:25:29.027" v="0" actId="47"/>
        <pc:sldMkLst>
          <pc:docMk/>
          <pc:sldMk cId="0" sldId="343"/>
        </pc:sldMkLst>
      </pc:sldChg>
      <pc:sldChg chg="del">
        <pc:chgData name="Heo Seonyeong" userId="2c618708adb57b46" providerId="LiveId" clId="{CC1D2794-90CC-483B-9A58-9865DF89D062}" dt="2023-03-06T08:25:29.027" v="0" actId="47"/>
        <pc:sldMkLst>
          <pc:docMk/>
          <pc:sldMk cId="0" sldId="349"/>
        </pc:sldMkLst>
      </pc:sldChg>
      <pc:sldChg chg="del">
        <pc:chgData name="Heo Seonyeong" userId="2c618708adb57b46" providerId="LiveId" clId="{CC1D2794-90CC-483B-9A58-9865DF89D062}" dt="2023-03-06T08:25:29.027" v="0" actId="47"/>
        <pc:sldMkLst>
          <pc:docMk/>
          <pc:sldMk cId="0" sldId="350"/>
        </pc:sldMkLst>
      </pc:sldChg>
      <pc:sldChg chg="del">
        <pc:chgData name="Heo Seonyeong" userId="2c618708adb57b46" providerId="LiveId" clId="{CC1D2794-90CC-483B-9A58-9865DF89D062}" dt="2023-03-06T08:25:29.027" v="0" actId="47"/>
        <pc:sldMkLst>
          <pc:docMk/>
          <pc:sldMk cId="0" sldId="353"/>
        </pc:sldMkLst>
      </pc:sldChg>
      <pc:sldChg chg="del">
        <pc:chgData name="Heo Seonyeong" userId="2c618708adb57b46" providerId="LiveId" clId="{CC1D2794-90CC-483B-9A58-9865DF89D062}" dt="2023-03-06T08:25:29.027" v="0" actId="47"/>
        <pc:sldMkLst>
          <pc:docMk/>
          <pc:sldMk cId="0" sldId="354"/>
        </pc:sldMkLst>
      </pc:sldChg>
      <pc:sldChg chg="del">
        <pc:chgData name="Heo Seonyeong" userId="2c618708adb57b46" providerId="LiveId" clId="{CC1D2794-90CC-483B-9A58-9865DF89D062}" dt="2023-03-06T08:25:29.027" v="0" actId="47"/>
        <pc:sldMkLst>
          <pc:docMk/>
          <pc:sldMk cId="0" sldId="368"/>
        </pc:sldMkLst>
      </pc:sldChg>
      <pc:sldChg chg="del">
        <pc:chgData name="Heo Seonyeong" userId="2c618708adb57b46" providerId="LiveId" clId="{CC1D2794-90CC-483B-9A58-9865DF89D062}" dt="2023-03-06T08:25:29.027" v="0" actId="47"/>
        <pc:sldMkLst>
          <pc:docMk/>
          <pc:sldMk cId="3490677456" sldId="369"/>
        </pc:sldMkLst>
      </pc:sldChg>
      <pc:sldChg chg="del">
        <pc:chgData name="Heo Seonyeong" userId="2c618708adb57b46" providerId="LiveId" clId="{CC1D2794-90CC-483B-9A58-9865DF89D062}" dt="2023-03-06T08:25:29.027" v="0" actId="47"/>
        <pc:sldMkLst>
          <pc:docMk/>
          <pc:sldMk cId="498266139" sldId="372"/>
        </pc:sldMkLst>
      </pc:sldChg>
      <pc:sldChg chg="del">
        <pc:chgData name="Heo Seonyeong" userId="2c618708adb57b46" providerId="LiveId" clId="{CC1D2794-90CC-483B-9A58-9865DF89D062}" dt="2023-03-06T08:25:29.027" v="0" actId="47"/>
        <pc:sldMkLst>
          <pc:docMk/>
          <pc:sldMk cId="377929795" sldId="374"/>
        </pc:sldMkLst>
      </pc:sldChg>
    </pc:docChg>
  </pc:docChgLst>
  <pc:docChgLst>
    <pc:chgData name="Heo Seonyeong" userId="2c618708adb57b46" providerId="LiveId" clId="{59293C1B-0477-4CD0-9A3E-44F3569855EC}"/>
    <pc:docChg chg="undo custSel addSld delSld modSld modMainMaster">
      <pc:chgData name="Heo Seonyeong" userId="2c618708adb57b46" providerId="LiveId" clId="{59293C1B-0477-4CD0-9A3E-44F3569855EC}" dt="2023-02-24T15:54:50.834" v="566" actId="12789"/>
      <pc:docMkLst>
        <pc:docMk/>
      </pc:docMkLst>
      <pc:sldChg chg="addSp delSp modSp mod chgLayout">
        <pc:chgData name="Heo Seonyeong" userId="2c618708adb57b46" providerId="LiveId" clId="{59293C1B-0477-4CD0-9A3E-44F3569855EC}" dt="2023-02-24T15:50:16.230" v="473" actId="20577"/>
        <pc:sldMkLst>
          <pc:docMk/>
          <pc:sldMk cId="3135891794" sldId="256"/>
        </pc:sldMkLst>
      </pc:sldChg>
      <pc:sldChg chg="modSp new del mod">
        <pc:chgData name="Heo Seonyeong" userId="2c618708adb57b46" providerId="LiveId" clId="{59293C1B-0477-4CD0-9A3E-44F3569855EC}" dt="2023-02-24T15:44:04.707" v="219" actId="680"/>
        <pc:sldMkLst>
          <pc:docMk/>
          <pc:sldMk cId="1728081488" sldId="257"/>
        </pc:sldMkLst>
      </pc:sldChg>
      <pc:sldMasterChg chg="addSp delSp modSp mod addSldLayout delSldLayout modSldLayout">
        <pc:chgData name="Heo Seonyeong" userId="2c618708adb57b46" providerId="LiveId" clId="{59293C1B-0477-4CD0-9A3E-44F3569855EC}" dt="2023-02-24T15:54:50.834" v="566" actId="12789"/>
        <pc:sldMasterMkLst>
          <pc:docMk/>
          <pc:sldMasterMk cId="2909255818" sldId="2147483648"/>
        </pc:sldMasterMkLst>
        <pc:sldLayoutChg chg="addSp delSp modSp mod">
          <pc:chgData name="Heo Seonyeong" userId="2c618708adb57b46" providerId="LiveId" clId="{59293C1B-0477-4CD0-9A3E-44F3569855EC}" dt="2023-02-24T15:54:31.950" v="562" actId="12788"/>
          <pc:sldLayoutMkLst>
            <pc:docMk/>
            <pc:sldMasterMk cId="2909255818" sldId="2147483648"/>
            <pc:sldLayoutMk cId="1712558428" sldId="2147483649"/>
          </pc:sldLayoutMkLst>
        </pc:sldLayoutChg>
        <pc:sldLayoutChg chg="addSp modSp mod">
          <pc:chgData name="Heo Seonyeong" userId="2c618708adb57b46" providerId="LiveId" clId="{59293C1B-0477-4CD0-9A3E-44F3569855EC}" dt="2023-02-24T15:40:46.861" v="70" actId="207"/>
          <pc:sldLayoutMkLst>
            <pc:docMk/>
            <pc:sldMasterMk cId="2909255818" sldId="2147483648"/>
            <pc:sldLayoutMk cId="4004331890" sldId="2147483650"/>
          </pc:sldLayoutMkLst>
        </pc:sldLayoutChg>
        <pc:sldLayoutChg chg="addSp modSp mod">
          <pc:chgData name="Heo Seonyeong" userId="2c618708adb57b46" providerId="LiveId" clId="{59293C1B-0477-4CD0-9A3E-44F3569855EC}" dt="2023-02-24T15:41:53.728" v="114" actId="14100"/>
          <pc:sldLayoutMkLst>
            <pc:docMk/>
            <pc:sldMasterMk cId="2909255818" sldId="2147483648"/>
            <pc:sldLayoutMk cId="2034346239" sldId="2147483652"/>
          </pc:sldLayoutMkLst>
        </pc:sldLayoutChg>
        <pc:sldLayoutChg chg="add del">
          <pc:chgData name="Heo Seonyeong" userId="2c618708adb57b46" providerId="LiveId" clId="{59293C1B-0477-4CD0-9A3E-44F3569855EC}" dt="2023-02-24T15:41:22.754" v="78" actId="2696"/>
          <pc:sldLayoutMkLst>
            <pc:docMk/>
            <pc:sldMasterMk cId="2909255818" sldId="2147483648"/>
            <pc:sldLayoutMk cId="212316426" sldId="2147483653"/>
          </pc:sldLayoutMkLst>
        </pc:sldLayoutChg>
        <pc:sldLayoutChg chg="addSp modSp mod">
          <pc:chgData name="Heo Seonyeong" userId="2c618708adb57b46" providerId="LiveId" clId="{59293C1B-0477-4CD0-9A3E-44F3569855EC}" dt="2023-02-24T15:42:19.918" v="118" actId="207"/>
          <pc:sldLayoutMkLst>
            <pc:docMk/>
            <pc:sldMasterMk cId="2909255818" sldId="2147483648"/>
            <pc:sldLayoutMk cId="1205546789" sldId="2147483654"/>
          </pc:sldLayoutMkLst>
        </pc:sldLayoutChg>
        <pc:sldLayoutChg chg="addSp modSp mod">
          <pc:chgData name="Heo Seonyeong" userId="2c618708adb57b46" providerId="LiveId" clId="{59293C1B-0477-4CD0-9A3E-44F3569855EC}" dt="2023-02-24T15:42:32.863" v="121" actId="207"/>
          <pc:sldLayoutMkLst>
            <pc:docMk/>
            <pc:sldMasterMk cId="2909255818" sldId="2147483648"/>
            <pc:sldLayoutMk cId="2381755908" sldId="2147483658"/>
          </pc:sldLayoutMkLst>
        </pc:sldLayoutChg>
        <pc:sldLayoutChg chg="addSp modSp add mod modTransition">
          <pc:chgData name="Heo Seonyeong" userId="2c618708adb57b46" providerId="LiveId" clId="{59293C1B-0477-4CD0-9A3E-44F3569855EC}" dt="2023-02-24T15:41:46.215" v="112" actId="14100"/>
          <pc:sldLayoutMkLst>
            <pc:docMk/>
            <pc:sldMasterMk cId="2909255818" sldId="2147483648"/>
            <pc:sldLayoutMk cId="2029779650" sldId="2147483660"/>
          </pc:sldLayoutMkLst>
        </pc:sldLayoutChg>
      </pc:sldMasterChg>
    </pc:docChg>
  </pc:docChgLst>
  <pc:docChgLst>
    <pc:chgData name="Heo Seonyeong" userId="2c618708adb57b46" providerId="LiveId" clId="{2E85ECE0-4817-465E-8CD4-339C293E33BB}"/>
    <pc:docChg chg="undo custSel delSld modSld">
      <pc:chgData name="Heo Seonyeong" userId="2c618708adb57b46" providerId="LiveId" clId="{2E85ECE0-4817-465E-8CD4-339C293E33BB}" dt="2023-03-06T08:08:43.611" v="7043" actId="113"/>
      <pc:docMkLst>
        <pc:docMk/>
      </pc:docMkLst>
      <pc:sldChg chg="modNotesTx">
        <pc:chgData name="Heo Seonyeong" userId="2c618708adb57b46" providerId="LiveId" clId="{2E85ECE0-4817-465E-8CD4-339C293E33BB}" dt="2023-03-06T07:18:37.356" v="1987" actId="20577"/>
        <pc:sldMkLst>
          <pc:docMk/>
          <pc:sldMk cId="0" sldId="280"/>
        </pc:sldMkLst>
      </pc:sldChg>
      <pc:sldChg chg="modNotesTx">
        <pc:chgData name="Heo Seonyeong" userId="2c618708adb57b46" providerId="LiveId" clId="{2E85ECE0-4817-465E-8CD4-339C293E33BB}" dt="2023-03-06T07:05:58.306" v="57" actId="20577"/>
        <pc:sldMkLst>
          <pc:docMk/>
          <pc:sldMk cId="0" sldId="294"/>
        </pc:sldMkLst>
      </pc:sldChg>
      <pc:sldChg chg="modNotesTx">
        <pc:chgData name="Heo Seonyeong" userId="2c618708adb57b46" providerId="LiveId" clId="{2E85ECE0-4817-465E-8CD4-339C293E33BB}" dt="2023-03-06T07:12:05.663" v="1294" actId="20577"/>
        <pc:sldMkLst>
          <pc:docMk/>
          <pc:sldMk cId="0" sldId="295"/>
        </pc:sldMkLst>
      </pc:sldChg>
      <pc:sldChg chg="modNotesTx">
        <pc:chgData name="Heo Seonyeong" userId="2c618708adb57b46" providerId="LiveId" clId="{2E85ECE0-4817-465E-8CD4-339C293E33BB}" dt="2023-03-06T07:13:42.003" v="1653" actId="20577"/>
        <pc:sldMkLst>
          <pc:docMk/>
          <pc:sldMk cId="0" sldId="296"/>
        </pc:sldMkLst>
      </pc:sldChg>
      <pc:sldChg chg="modSp modNotesTx">
        <pc:chgData name="Heo Seonyeong" userId="2c618708adb57b46" providerId="LiveId" clId="{2E85ECE0-4817-465E-8CD4-339C293E33BB}" dt="2023-03-06T07:59:18.913" v="6360" actId="20577"/>
        <pc:sldMkLst>
          <pc:docMk/>
          <pc:sldMk cId="0" sldId="305"/>
        </pc:sldMkLst>
      </pc:sldChg>
      <pc:sldChg chg="modNotesTx">
        <pc:chgData name="Heo Seonyeong" userId="2c618708adb57b46" providerId="LiveId" clId="{2E85ECE0-4817-465E-8CD4-339C293E33BB}" dt="2023-03-06T07:59:29.447" v="6372" actId="20577"/>
        <pc:sldMkLst>
          <pc:docMk/>
          <pc:sldMk cId="0" sldId="306"/>
        </pc:sldMkLst>
      </pc:sldChg>
      <pc:sldChg chg="modSp modNotesTx">
        <pc:chgData name="Heo Seonyeong" userId="2c618708adb57b46" providerId="LiveId" clId="{2E85ECE0-4817-465E-8CD4-339C293E33BB}" dt="2023-03-06T07:56:30.632" v="5915" actId="20577"/>
        <pc:sldMkLst>
          <pc:docMk/>
          <pc:sldMk cId="0" sldId="307"/>
        </pc:sldMkLst>
      </pc:sldChg>
      <pc:sldChg chg="modSp modNotesTx">
        <pc:chgData name="Heo Seonyeong" userId="2c618708adb57b46" providerId="LiveId" clId="{2E85ECE0-4817-465E-8CD4-339C293E33BB}" dt="2023-03-06T08:00:59.516" v="6773" actId="20577"/>
        <pc:sldMkLst>
          <pc:docMk/>
          <pc:sldMk cId="0" sldId="310"/>
        </pc:sldMkLst>
      </pc:sldChg>
      <pc:sldChg chg="modSp">
        <pc:chgData name="Heo Seonyeong" userId="2c618708adb57b46" providerId="LiveId" clId="{2E85ECE0-4817-465E-8CD4-339C293E33BB}" dt="2023-03-06T08:08:36.488" v="7042" actId="113"/>
        <pc:sldMkLst>
          <pc:docMk/>
          <pc:sldMk cId="0" sldId="343"/>
        </pc:sldMkLst>
      </pc:sldChg>
      <pc:sldChg chg="modSp">
        <pc:chgData name="Heo Seonyeong" userId="2c618708adb57b46" providerId="LiveId" clId="{2E85ECE0-4817-465E-8CD4-339C293E33BB}" dt="2023-03-06T08:08:43.611" v="7043" actId="113"/>
        <pc:sldMkLst>
          <pc:docMk/>
          <pc:sldMk cId="0" sldId="350"/>
        </pc:sldMkLst>
      </pc:sldChg>
      <pc:sldChg chg="modNotesTx">
        <pc:chgData name="Heo Seonyeong" userId="2c618708adb57b46" providerId="LiveId" clId="{2E85ECE0-4817-465E-8CD4-339C293E33BB}" dt="2023-03-06T07:24:04.238" v="2314" actId="20577"/>
        <pc:sldMkLst>
          <pc:docMk/>
          <pc:sldMk cId="0" sldId="353"/>
        </pc:sldMkLst>
      </pc:sldChg>
      <pc:sldChg chg="modNotesTx">
        <pc:chgData name="Heo Seonyeong" userId="2c618708adb57b46" providerId="LiveId" clId="{2E85ECE0-4817-465E-8CD4-339C293E33BB}" dt="2023-03-06T08:02:11.408" v="7040" actId="20577"/>
        <pc:sldMkLst>
          <pc:docMk/>
          <pc:sldMk cId="0" sldId="354"/>
        </pc:sldMkLst>
      </pc:sldChg>
      <pc:sldChg chg="del modNotesTx">
        <pc:chgData name="Heo Seonyeong" userId="2c618708adb57b46" providerId="LiveId" clId="{2E85ECE0-4817-465E-8CD4-339C293E33BB}" dt="2023-03-06T07:05:12.190" v="6" actId="2696"/>
        <pc:sldMkLst>
          <pc:docMk/>
          <pc:sldMk cId="3359326580" sldId="373"/>
        </pc:sldMkLst>
      </pc:sldChg>
    </pc:docChg>
  </pc:docChgLst>
  <pc:docChgLst>
    <pc:chgData name="Seonyeong Heo" userId="2c618708adb57b46" providerId="LiveId" clId="{3E8F324A-00EC-6C4E-8621-BD9619E54346}"/>
    <pc:docChg chg="custSel addSld modSld modMainMaster">
      <pc:chgData name="Seonyeong Heo" userId="2c618708adb57b46" providerId="LiveId" clId="{3E8F324A-00EC-6C4E-8621-BD9619E54346}" dt="2025-12-22T02:36:37.047" v="87" actId="404"/>
      <pc:docMkLst>
        <pc:docMk/>
      </pc:docMkLst>
      <pc:sldChg chg="addSp delSp modSp mod">
        <pc:chgData name="Seonyeong Heo" userId="2c618708adb57b46" providerId="LiveId" clId="{3E8F324A-00EC-6C4E-8621-BD9619E54346}" dt="2025-12-22T02:36:12.756" v="83" actId="478"/>
        <pc:sldMkLst>
          <pc:docMk/>
          <pc:sldMk cId="3135891794" sldId="256"/>
        </pc:sldMkLst>
        <pc:spChg chg="add mod">
          <ac:chgData name="Seonyeong Heo" userId="2c618708adb57b46" providerId="LiveId" clId="{3E8F324A-00EC-6C4E-8621-BD9619E54346}" dt="2025-12-22T02:35:17.153" v="76" actId="767"/>
          <ac:spMkLst>
            <pc:docMk/>
            <pc:sldMk cId="3135891794" sldId="256"/>
            <ac:spMk id="2" creationId="{5783F478-44EE-3929-8CAC-C52E4C8F1838}"/>
          </ac:spMkLst>
        </pc:spChg>
        <pc:spChg chg="mod">
          <ac:chgData name="Seonyeong Heo" userId="2c618708adb57b46" providerId="LiveId" clId="{3E8F324A-00EC-6C4E-8621-BD9619E54346}" dt="2025-12-22T02:33:47.417" v="4" actId="20577"/>
          <ac:spMkLst>
            <pc:docMk/>
            <pc:sldMk cId="3135891794" sldId="256"/>
            <ac:spMk id="3" creationId="{E34FEC1B-11A4-4A79-9FDA-39572F835640}"/>
          </ac:spMkLst>
        </pc:spChg>
        <pc:spChg chg="add del mod">
          <ac:chgData name="Seonyeong Heo" userId="2c618708adb57b46" providerId="LiveId" clId="{3E8F324A-00EC-6C4E-8621-BD9619E54346}" dt="2025-12-22T02:36:12.756" v="83" actId="478"/>
          <ac:spMkLst>
            <pc:docMk/>
            <pc:sldMk cId="3135891794" sldId="256"/>
            <ac:spMk id="4" creationId="{B6A0565D-2D92-6C1A-D88F-594659F52678}"/>
          </ac:spMkLst>
        </pc:spChg>
        <pc:spChg chg="mod">
          <ac:chgData name="Seonyeong Heo" userId="2c618708adb57b46" providerId="LiveId" clId="{3E8F324A-00EC-6C4E-8621-BD9619E54346}" dt="2025-12-22T02:36:01.390" v="81" actId="404"/>
          <ac:spMkLst>
            <pc:docMk/>
            <pc:sldMk cId="3135891794" sldId="256"/>
            <ac:spMk id="7" creationId="{DAC28B4E-CB3A-435F-A6F7-97E9960F0F53}"/>
          </ac:spMkLst>
        </pc:spChg>
      </pc:sldChg>
      <pc:sldChg chg="new">
        <pc:chgData name="Seonyeong Heo" userId="2c618708adb57b46" providerId="LiveId" clId="{3E8F324A-00EC-6C4E-8621-BD9619E54346}" dt="2025-12-22T02:34:10.626" v="71" actId="680"/>
        <pc:sldMkLst>
          <pc:docMk/>
          <pc:sldMk cId="3333011991" sldId="257"/>
        </pc:sldMkLst>
      </pc:sldChg>
      <pc:sldMasterChg chg="modSp mod modSldLayout">
        <pc:chgData name="Seonyeong Heo" userId="2c618708adb57b46" providerId="LiveId" clId="{3E8F324A-00EC-6C4E-8621-BD9619E54346}" dt="2025-12-22T02:36:37.047" v="87" actId="404"/>
        <pc:sldMasterMkLst>
          <pc:docMk/>
          <pc:sldMasterMk cId="2909255818" sldId="2147483648"/>
        </pc:sldMasterMkLst>
        <pc:spChg chg="mod">
          <ac:chgData name="Seonyeong Heo" userId="2c618708adb57b46" providerId="LiveId" clId="{3E8F324A-00EC-6C4E-8621-BD9619E54346}" dt="2025-12-22T02:34:52.451" v="72" actId="2711"/>
          <ac:spMkLst>
            <pc:docMk/>
            <pc:sldMasterMk cId="2909255818" sldId="2147483648"/>
            <ac:spMk id="2" creationId="{CDF68F20-94C3-435C-709E-899173F5385F}"/>
          </ac:spMkLst>
        </pc:spChg>
        <pc:spChg chg="mod">
          <ac:chgData name="Seonyeong Heo" userId="2c618708adb57b46" providerId="LiveId" clId="{3E8F324A-00EC-6C4E-8621-BD9619E54346}" dt="2025-12-22T02:34:58" v="73" actId="2711"/>
          <ac:spMkLst>
            <pc:docMk/>
            <pc:sldMasterMk cId="2909255818" sldId="2147483648"/>
            <ac:spMk id="3" creationId="{F9540100-FC4E-533D-15FF-E0442813BBEA}"/>
          </ac:spMkLst>
        </pc:spChg>
        <pc:spChg chg="mod">
          <ac:chgData name="Seonyeong Heo" userId="2c618708adb57b46" providerId="LiveId" clId="{3E8F324A-00EC-6C4E-8621-BD9619E54346}" dt="2025-12-22T02:35:42.085" v="80" actId="404"/>
          <ac:spMkLst>
            <pc:docMk/>
            <pc:sldMasterMk cId="2909255818" sldId="2147483648"/>
            <ac:spMk id="12" creationId="{CF3D675A-DFCC-55F7-4697-45FC8F6AE159}"/>
          </ac:spMkLst>
        </pc:spChg>
        <pc:spChg chg="mod">
          <ac:chgData name="Seonyeong Heo" userId="2c618708adb57b46" providerId="LiveId" clId="{3E8F324A-00EC-6C4E-8621-BD9619E54346}" dt="2025-12-22T02:35:33.340" v="78" actId="404"/>
          <ac:spMkLst>
            <pc:docMk/>
            <pc:sldMasterMk cId="2909255818" sldId="2147483648"/>
            <ac:spMk id="13" creationId="{6796CF6F-40B4-DB91-6E20-E6D0040B60E5}"/>
          </ac:spMkLst>
        </pc:spChg>
        <pc:sldLayoutChg chg="modSp mod">
          <pc:chgData name="Seonyeong Heo" userId="2c618708adb57b46" providerId="LiveId" clId="{3E8F324A-00EC-6C4E-8621-BD9619E54346}" dt="2025-12-22T02:36:37.047" v="87" actId="404"/>
          <pc:sldLayoutMkLst>
            <pc:docMk/>
            <pc:sldMasterMk cId="2909255818" sldId="2147483648"/>
            <pc:sldLayoutMk cId="1712558428" sldId="2147483649"/>
          </pc:sldLayoutMkLst>
          <pc:spChg chg="mod">
            <ac:chgData name="Seonyeong Heo" userId="2c618708adb57b46" providerId="LiveId" clId="{3E8F324A-00EC-6C4E-8621-BD9619E54346}" dt="2025-12-22T02:36:37.047" v="87" actId="404"/>
            <ac:spMkLst>
              <pc:docMk/>
              <pc:sldMasterMk cId="2909255818" sldId="2147483648"/>
              <pc:sldLayoutMk cId="1712558428" sldId="2147483649"/>
              <ac:spMk id="10" creationId="{2A4FEB64-B714-0598-AEE1-EB9D00CCB0EA}"/>
            </ac:spMkLst>
          </pc:spChg>
          <pc:spChg chg="mod">
            <ac:chgData name="Seonyeong Heo" userId="2c618708adb57b46" providerId="LiveId" clId="{3E8F324A-00EC-6C4E-8621-BD9619E54346}" dt="2025-12-22T02:36:28.656" v="85" actId="2711"/>
            <ac:spMkLst>
              <pc:docMk/>
              <pc:sldMasterMk cId="2909255818" sldId="2147483648"/>
              <pc:sldLayoutMk cId="1712558428" sldId="2147483649"/>
              <ac:spMk id="11" creationId="{75023385-772D-AA5A-6F2D-E42646453E86}"/>
            </ac:spMkLst>
          </pc:spChg>
        </pc:sldLayoutChg>
      </pc:sldMasterChg>
    </pc:docChg>
  </pc:docChgLst>
  <pc:docChgLst>
    <pc:chgData name="Heo Seonyeong" userId="2c618708adb57b46" providerId="LiveId" clId="{1100DB01-E323-42F5-A749-ADA3DB43FB72}"/>
    <pc:docChg chg="undo custSel addSld delSld modSld sldOrd modMainMaster">
      <pc:chgData name="Heo Seonyeong" userId="2c618708adb57b46" providerId="LiveId" clId="{1100DB01-E323-42F5-A749-ADA3DB43FB72}" dt="2023-03-04T13:34:15.685" v="9772" actId="207"/>
      <pc:docMkLst>
        <pc:docMk/>
      </pc:docMkLst>
      <pc:sldChg chg="modSp mod">
        <pc:chgData name="Heo Seonyeong" userId="2c618708adb57b46" providerId="LiveId" clId="{1100DB01-E323-42F5-A749-ADA3DB43FB72}" dt="2023-03-02T04:16:34.851" v="9768" actId="20577"/>
        <pc:sldMkLst>
          <pc:docMk/>
          <pc:sldMk cId="3135891794" sldId="256"/>
        </pc:sldMkLst>
      </pc:sldChg>
      <pc:sldChg chg="addSp modSp new mod">
        <pc:chgData name="Heo Seonyeong" userId="2c618708adb57b46" providerId="LiveId" clId="{1100DB01-E323-42F5-A749-ADA3DB43FB72}" dt="2023-02-25T11:35:12.234" v="1111" actId="20577"/>
        <pc:sldMkLst>
          <pc:docMk/>
          <pc:sldMk cId="875861404" sldId="257"/>
        </pc:sldMkLst>
      </pc:sldChg>
      <pc:sldChg chg="addSp modSp new mod">
        <pc:chgData name="Heo Seonyeong" userId="2c618708adb57b46" providerId="LiveId" clId="{1100DB01-E323-42F5-A749-ADA3DB43FB72}" dt="2023-02-28T02:22:54.764" v="5912" actId="20577"/>
        <pc:sldMkLst>
          <pc:docMk/>
          <pc:sldMk cId="3405359898" sldId="258"/>
        </pc:sldMkLst>
      </pc:sldChg>
      <pc:sldChg chg="delSp modSp add mod">
        <pc:chgData name="Heo Seonyeong" userId="2c618708adb57b46" providerId="LiveId" clId="{1100DB01-E323-42F5-A749-ADA3DB43FB72}" dt="2023-02-28T02:25:52.049" v="5930" actId="20577"/>
        <pc:sldMkLst>
          <pc:docMk/>
          <pc:sldMk cId="2177980980" sldId="259"/>
        </pc:sldMkLst>
      </pc:sldChg>
      <pc:sldChg chg="modSp new mod">
        <pc:chgData name="Heo Seonyeong" userId="2c618708adb57b46" providerId="LiveId" clId="{1100DB01-E323-42F5-A749-ADA3DB43FB72}" dt="2023-02-28T02:26:23.768" v="5969" actId="113"/>
        <pc:sldMkLst>
          <pc:docMk/>
          <pc:sldMk cId="1713869292" sldId="260"/>
        </pc:sldMkLst>
      </pc:sldChg>
      <pc:sldChg chg="addSp delSp modSp new add del mod modAnim">
        <pc:chgData name="Heo Seonyeong" userId="2c618708adb57b46" providerId="LiveId" clId="{1100DB01-E323-42F5-A749-ADA3DB43FB72}" dt="2023-02-28T03:50:20.870" v="9177" actId="207"/>
        <pc:sldMkLst>
          <pc:docMk/>
          <pc:sldMk cId="2928148617" sldId="261"/>
        </pc:sldMkLst>
      </pc:sldChg>
      <pc:sldChg chg="addSp delSp modSp new del mod">
        <pc:chgData name="Heo Seonyeong" userId="2c618708adb57b46" providerId="LiveId" clId="{1100DB01-E323-42F5-A749-ADA3DB43FB72}" dt="2023-02-25T12:04:07.510" v="2202" actId="2696"/>
        <pc:sldMkLst>
          <pc:docMk/>
          <pc:sldMk cId="626221035" sldId="262"/>
        </pc:sldMkLst>
      </pc:sldChg>
      <pc:sldChg chg="delSp add del">
        <pc:chgData name="Heo Seonyeong" userId="2c618708adb57b46" providerId="LiveId" clId="{1100DB01-E323-42F5-A749-ADA3DB43FB72}" dt="2023-02-25T12:02:23.449" v="2148" actId="2696"/>
        <pc:sldMkLst>
          <pc:docMk/>
          <pc:sldMk cId="4082791859" sldId="263"/>
        </pc:sldMkLst>
      </pc:sldChg>
      <pc:sldChg chg="addSp modSp new mod">
        <pc:chgData name="Heo Seonyeong" userId="2c618708adb57b46" providerId="LiveId" clId="{1100DB01-E323-42F5-A749-ADA3DB43FB72}" dt="2023-02-28T03:52:18.026" v="9277" actId="207"/>
        <pc:sldMkLst>
          <pc:docMk/>
          <pc:sldMk cId="4002750832" sldId="264"/>
        </pc:sldMkLst>
      </pc:sldChg>
      <pc:sldChg chg="addSp delSp modSp add del mod">
        <pc:chgData name="Heo Seonyeong" userId="2c618708adb57b46" providerId="LiveId" clId="{1100DB01-E323-42F5-A749-ADA3DB43FB72}" dt="2023-02-25T12:59:20.777" v="3496" actId="2696"/>
        <pc:sldMkLst>
          <pc:docMk/>
          <pc:sldMk cId="2309659060" sldId="265"/>
        </pc:sldMkLst>
      </pc:sldChg>
      <pc:sldChg chg="addSp delSp modSp new mod">
        <pc:chgData name="Heo Seonyeong" userId="2c618708adb57b46" providerId="LiveId" clId="{1100DB01-E323-42F5-A749-ADA3DB43FB72}" dt="2023-02-25T13:12:37.564" v="3841" actId="208"/>
        <pc:sldMkLst>
          <pc:docMk/>
          <pc:sldMk cId="312226572" sldId="266"/>
        </pc:sldMkLst>
      </pc:sldChg>
      <pc:sldChg chg="addSp modSp new mod ord">
        <pc:chgData name="Heo Seonyeong" userId="2c618708adb57b46" providerId="LiveId" clId="{1100DB01-E323-42F5-A749-ADA3DB43FB72}" dt="2023-02-25T12:58:21.397" v="3464"/>
        <pc:sldMkLst>
          <pc:docMk/>
          <pc:sldMk cId="4260350603" sldId="267"/>
        </pc:sldMkLst>
      </pc:sldChg>
      <pc:sldChg chg="delSp modSp add del mod">
        <pc:chgData name="Heo Seonyeong" userId="2c618708adb57b46" providerId="LiveId" clId="{1100DB01-E323-42F5-A749-ADA3DB43FB72}" dt="2023-02-25T13:01:12.530" v="3522" actId="2696"/>
        <pc:sldMkLst>
          <pc:docMk/>
          <pc:sldMk cId="3673111866" sldId="268"/>
        </pc:sldMkLst>
      </pc:sldChg>
      <pc:sldChg chg="delSp modSp add del mod">
        <pc:chgData name="Heo Seonyeong" userId="2c618708adb57b46" providerId="LiveId" clId="{1100DB01-E323-42F5-A749-ADA3DB43FB72}" dt="2023-02-27T06:12:43.700" v="4919" actId="2696"/>
        <pc:sldMkLst>
          <pc:docMk/>
          <pc:sldMk cId="704410152" sldId="269"/>
        </pc:sldMkLst>
      </pc:sldChg>
      <pc:sldChg chg="modSp new del mod">
        <pc:chgData name="Heo Seonyeong" userId="2c618708adb57b46" providerId="LiveId" clId="{1100DB01-E323-42F5-A749-ADA3DB43FB72}" dt="2023-02-27T04:42:25.636" v="4006" actId="2696"/>
        <pc:sldMkLst>
          <pc:docMk/>
          <pc:sldMk cId="352983242" sldId="270"/>
        </pc:sldMkLst>
      </pc:sldChg>
      <pc:sldChg chg="modSp new del mod">
        <pc:chgData name="Heo Seonyeong" userId="2c618708adb57b46" providerId="LiveId" clId="{1100DB01-E323-42F5-A749-ADA3DB43FB72}" dt="2023-02-27T04:42:38.358" v="4010" actId="47"/>
        <pc:sldMkLst>
          <pc:docMk/>
          <pc:sldMk cId="2780346731" sldId="270"/>
        </pc:sldMkLst>
      </pc:sldChg>
      <pc:sldChg chg="add del">
        <pc:chgData name="Heo Seonyeong" userId="2c618708adb57b46" providerId="LiveId" clId="{1100DB01-E323-42F5-A749-ADA3DB43FB72}" dt="2023-02-25T13:01:28.719" v="3525" actId="2696"/>
        <pc:sldMkLst>
          <pc:docMk/>
          <pc:sldMk cId="3279981740" sldId="270"/>
        </pc:sldMkLst>
      </pc:sldChg>
      <pc:sldChg chg="modSp new del mod">
        <pc:chgData name="Heo Seonyeong" userId="2c618708adb57b46" providerId="LiveId" clId="{1100DB01-E323-42F5-A749-ADA3DB43FB72}" dt="2023-02-25T13:09:54.289" v="3837" actId="2696"/>
        <pc:sldMkLst>
          <pc:docMk/>
          <pc:sldMk cId="663409143" sldId="271"/>
        </pc:sldMkLst>
      </pc:sldChg>
      <pc:sldChg chg="delSp add del mod">
        <pc:chgData name="Heo Seonyeong" userId="2c618708adb57b46" providerId="LiveId" clId="{1100DB01-E323-42F5-A749-ADA3DB43FB72}" dt="2023-02-27T04:48:55.867" v="4334" actId="2696"/>
        <pc:sldMkLst>
          <pc:docMk/>
          <pc:sldMk cId="2210418621" sldId="271"/>
        </pc:sldMkLst>
      </pc:sldChg>
      <pc:sldChg chg="delSp add del mod">
        <pc:chgData name="Heo Seonyeong" userId="2c618708adb57b46" providerId="LiveId" clId="{1100DB01-E323-42F5-A749-ADA3DB43FB72}" dt="2023-02-27T04:48:55.867" v="4334" actId="2696"/>
        <pc:sldMkLst>
          <pc:docMk/>
          <pc:sldMk cId="3325346950" sldId="272"/>
        </pc:sldMkLst>
      </pc:sldChg>
      <pc:sldChg chg="addSp modSp add del mod">
        <pc:chgData name="Heo Seonyeong" userId="2c618708adb57b46" providerId="LiveId" clId="{1100DB01-E323-42F5-A749-ADA3DB43FB72}" dt="2023-02-27T06:27:53.951" v="5110" actId="47"/>
        <pc:sldMkLst>
          <pc:docMk/>
          <pc:sldMk cId="258938929" sldId="273"/>
        </pc:sldMkLst>
      </pc:sldChg>
      <pc:sldChg chg="addSp delSp modSp add del mod">
        <pc:chgData name="Heo Seonyeong" userId="2c618708adb57b46" providerId="LiveId" clId="{1100DB01-E323-42F5-A749-ADA3DB43FB72}" dt="2023-02-27T06:06:09.062" v="4515" actId="2696"/>
        <pc:sldMkLst>
          <pc:docMk/>
          <pc:sldMk cId="33651763" sldId="274"/>
        </pc:sldMkLst>
      </pc:sldChg>
      <pc:sldChg chg="addSp delSp modSp add del mod">
        <pc:chgData name="Heo Seonyeong" userId="2c618708adb57b46" providerId="LiveId" clId="{1100DB01-E323-42F5-A749-ADA3DB43FB72}" dt="2023-02-27T04:50:16.620" v="4340" actId="2696"/>
        <pc:sldMkLst>
          <pc:docMk/>
          <pc:sldMk cId="446025059" sldId="274"/>
        </pc:sldMkLst>
      </pc:sldChg>
      <pc:sldChg chg="addSp delSp modSp add mod ord modAnim">
        <pc:chgData name="Heo Seonyeong" userId="2c618708adb57b46" providerId="LiveId" clId="{1100DB01-E323-42F5-A749-ADA3DB43FB72}" dt="2023-02-28T03:50:47.768" v="9193" actId="207"/>
        <pc:sldMkLst>
          <pc:docMk/>
          <pc:sldMk cId="3757630266" sldId="275"/>
        </pc:sldMkLst>
      </pc:sldChg>
      <pc:sldChg chg="delSp modSp add del mod">
        <pc:chgData name="Heo Seonyeong" userId="2c618708adb57b46" providerId="LiveId" clId="{1100DB01-E323-42F5-A749-ADA3DB43FB72}" dt="2023-02-27T04:52:11.180" v="4414" actId="47"/>
        <pc:sldMkLst>
          <pc:docMk/>
          <pc:sldMk cId="3773114551" sldId="275"/>
        </pc:sldMkLst>
      </pc:sldChg>
      <pc:sldChg chg="addSp delSp modSp add mod modAnim">
        <pc:chgData name="Heo Seonyeong" userId="2c618708adb57b46" providerId="LiveId" clId="{1100DB01-E323-42F5-A749-ADA3DB43FB72}" dt="2023-02-28T03:50:55.829" v="9194" actId="207"/>
        <pc:sldMkLst>
          <pc:docMk/>
          <pc:sldMk cId="684204372" sldId="276"/>
        </pc:sldMkLst>
      </pc:sldChg>
      <pc:sldChg chg="addSp delSp modSp add mod modAnim">
        <pc:chgData name="Heo Seonyeong" userId="2c618708adb57b46" providerId="LiveId" clId="{1100DB01-E323-42F5-A749-ADA3DB43FB72}" dt="2023-02-28T03:51:00.598" v="9195" actId="207"/>
        <pc:sldMkLst>
          <pc:docMk/>
          <pc:sldMk cId="2400251955" sldId="277"/>
        </pc:sldMkLst>
      </pc:sldChg>
      <pc:sldChg chg="addSp delSp modSp new mod">
        <pc:chgData name="Heo Seonyeong" userId="2c618708adb57b46" providerId="LiveId" clId="{1100DB01-E323-42F5-A749-ADA3DB43FB72}" dt="2023-02-28T04:02:52.699" v="9746" actId="12788"/>
        <pc:sldMkLst>
          <pc:docMk/>
          <pc:sldMk cId="109552099" sldId="278"/>
        </pc:sldMkLst>
      </pc:sldChg>
      <pc:sldChg chg="addSp delSp modSp add mod ord">
        <pc:chgData name="Heo Seonyeong" userId="2c618708adb57b46" providerId="LiveId" clId="{1100DB01-E323-42F5-A749-ADA3DB43FB72}" dt="2023-02-28T03:40:58.139" v="8725" actId="20577"/>
        <pc:sldMkLst>
          <pc:docMk/>
          <pc:sldMk cId="1916995371" sldId="279"/>
        </pc:sldMkLst>
      </pc:sldChg>
      <pc:sldChg chg="addSp delSp modSp new mod ord">
        <pc:chgData name="Heo Seonyeong" userId="2c618708adb57b46" providerId="LiveId" clId="{1100DB01-E323-42F5-A749-ADA3DB43FB72}" dt="2023-02-28T03:43:31.083" v="8841" actId="1076"/>
        <pc:sldMkLst>
          <pc:docMk/>
          <pc:sldMk cId="3774172036" sldId="280"/>
        </pc:sldMkLst>
      </pc:sldChg>
      <pc:sldChg chg="modSp add del mod ord">
        <pc:chgData name="Heo Seonyeong" userId="2c618708adb57b46" providerId="LiveId" clId="{1100DB01-E323-42F5-A749-ADA3DB43FB72}" dt="2023-02-27T06:20:04.692" v="4956" actId="2696"/>
        <pc:sldMkLst>
          <pc:docMk/>
          <pc:sldMk cId="72253522" sldId="281"/>
        </pc:sldMkLst>
      </pc:sldChg>
      <pc:sldChg chg="delSp modSp add del mod ord">
        <pc:chgData name="Heo Seonyeong" userId="2c618708adb57b46" providerId="LiveId" clId="{1100DB01-E323-42F5-A749-ADA3DB43FB72}" dt="2023-02-28T02:43:20.943" v="7249" actId="47"/>
        <pc:sldMkLst>
          <pc:docMk/>
          <pc:sldMk cId="1369937097" sldId="281"/>
        </pc:sldMkLst>
      </pc:sldChg>
      <pc:sldChg chg="addSp delSp modSp add del mod">
        <pc:chgData name="Heo Seonyeong" userId="2c618708adb57b46" providerId="LiveId" clId="{1100DB01-E323-42F5-A749-ADA3DB43FB72}" dt="2023-02-27T06:32:37.501" v="5187" actId="2696"/>
        <pc:sldMkLst>
          <pc:docMk/>
          <pc:sldMk cId="1836963686" sldId="282"/>
        </pc:sldMkLst>
      </pc:sldChg>
      <pc:sldChg chg="addSp delSp modSp add del mod ord delAnim modAnim">
        <pc:chgData name="Heo Seonyeong" userId="2c618708adb57b46" providerId="LiveId" clId="{1100DB01-E323-42F5-A749-ADA3DB43FB72}" dt="2023-03-04T13:34:15.685" v="9772" actId="207"/>
        <pc:sldMkLst>
          <pc:docMk/>
          <pc:sldMk cId="181842838" sldId="283"/>
        </pc:sldMkLst>
      </pc:sldChg>
      <pc:sldChg chg="addSp modSp add del mod">
        <pc:chgData name="Heo Seonyeong" userId="2c618708adb57b46" providerId="LiveId" clId="{1100DB01-E323-42F5-A749-ADA3DB43FB72}" dt="2023-02-27T06:28:39.202" v="5120" actId="2696"/>
        <pc:sldMkLst>
          <pc:docMk/>
          <pc:sldMk cId="2818896913" sldId="283"/>
        </pc:sldMkLst>
      </pc:sldChg>
      <pc:sldChg chg="addSp modSp add mod ord">
        <pc:chgData name="Heo Seonyeong" userId="2c618708adb57b46" providerId="LiveId" clId="{1100DB01-E323-42F5-A749-ADA3DB43FB72}" dt="2023-02-28T03:41:03.844" v="8728" actId="20577"/>
        <pc:sldMkLst>
          <pc:docMk/>
          <pc:sldMk cId="1179672820" sldId="284"/>
        </pc:sldMkLst>
      </pc:sldChg>
      <pc:sldChg chg="add del modAnim">
        <pc:chgData name="Heo Seonyeong" userId="2c618708adb57b46" providerId="LiveId" clId="{1100DB01-E323-42F5-A749-ADA3DB43FB72}" dt="2023-02-27T06:32:15.777" v="5173" actId="2890"/>
        <pc:sldMkLst>
          <pc:docMk/>
          <pc:sldMk cId="3955670341" sldId="284"/>
        </pc:sldMkLst>
      </pc:sldChg>
      <pc:sldChg chg="modSp new mod">
        <pc:chgData name="Heo Seonyeong" userId="2c618708adb57b46" providerId="LiveId" clId="{1100DB01-E323-42F5-A749-ADA3DB43FB72}" dt="2023-02-28T02:41:41.440" v="7108" actId="20577"/>
        <pc:sldMkLst>
          <pc:docMk/>
          <pc:sldMk cId="3816358824" sldId="285"/>
        </pc:sldMkLst>
      </pc:sldChg>
      <pc:sldChg chg="modSp add mod ord">
        <pc:chgData name="Heo Seonyeong" userId="2c618708adb57b46" providerId="LiveId" clId="{1100DB01-E323-42F5-A749-ADA3DB43FB72}" dt="2023-02-28T02:37:54.262" v="6688"/>
        <pc:sldMkLst>
          <pc:docMk/>
          <pc:sldMk cId="245544693" sldId="286"/>
        </pc:sldMkLst>
      </pc:sldChg>
      <pc:sldChg chg="modSp new mod">
        <pc:chgData name="Heo Seonyeong" userId="2c618708adb57b46" providerId="LiveId" clId="{1100DB01-E323-42F5-A749-ADA3DB43FB72}" dt="2023-02-28T03:57:40.850" v="9614" actId="20577"/>
        <pc:sldMkLst>
          <pc:docMk/>
          <pc:sldMk cId="287984894" sldId="287"/>
        </pc:sldMkLst>
      </pc:sldChg>
      <pc:sldChg chg="addSp delSp modSp new mod modClrScheme chgLayout">
        <pc:chgData name="Heo Seonyeong" userId="2c618708adb57b46" providerId="LiveId" clId="{1100DB01-E323-42F5-A749-ADA3DB43FB72}" dt="2023-02-28T02:43:00.718" v="7248" actId="20577"/>
        <pc:sldMkLst>
          <pc:docMk/>
          <pc:sldMk cId="3074050129" sldId="288"/>
        </pc:sldMkLst>
      </pc:sldChg>
      <pc:sldChg chg="addSp modSp new mod">
        <pc:chgData name="Heo Seonyeong" userId="2c618708adb57b46" providerId="LiveId" clId="{1100DB01-E323-42F5-A749-ADA3DB43FB72}" dt="2023-02-28T04:00:41.010" v="9730" actId="1076"/>
        <pc:sldMkLst>
          <pc:docMk/>
          <pc:sldMk cId="2603587738" sldId="289"/>
        </pc:sldMkLst>
      </pc:sldChg>
      <pc:sldChg chg="delSp modSp add del mod ord">
        <pc:chgData name="Heo Seonyeong" userId="2c618708adb57b46" providerId="LiveId" clId="{1100DB01-E323-42F5-A749-ADA3DB43FB72}" dt="2023-02-28T02:45:31.814" v="7323" actId="47"/>
        <pc:sldMkLst>
          <pc:docMk/>
          <pc:sldMk cId="1561122193" sldId="290"/>
        </pc:sldMkLst>
      </pc:sldChg>
      <pc:sldChg chg="addSp modSp new mod">
        <pc:chgData name="Heo Seonyeong" userId="2c618708adb57b46" providerId="LiveId" clId="{1100DB01-E323-42F5-A749-ADA3DB43FB72}" dt="2023-02-28T03:41:49.458" v="8762" actId="1076"/>
        <pc:sldMkLst>
          <pc:docMk/>
          <pc:sldMk cId="2809595642" sldId="290"/>
        </pc:sldMkLst>
      </pc:sldChg>
      <pc:sldChg chg="addSp modSp add mod ord">
        <pc:chgData name="Heo Seonyeong" userId="2c618708adb57b46" providerId="LiveId" clId="{1100DB01-E323-42F5-A749-ADA3DB43FB72}" dt="2023-02-28T03:03:42.700" v="7787" actId="1076"/>
        <pc:sldMkLst>
          <pc:docMk/>
          <pc:sldMk cId="633691356" sldId="291"/>
        </pc:sldMkLst>
      </pc:sldChg>
      <pc:sldChg chg="modSp new mod ord">
        <pc:chgData name="Heo Seonyeong" userId="2c618708adb57b46" providerId="LiveId" clId="{1100DB01-E323-42F5-A749-ADA3DB43FB72}" dt="2023-02-28T03:58:47.207" v="9726" actId="20577"/>
        <pc:sldMkLst>
          <pc:docMk/>
          <pc:sldMk cId="1716695964" sldId="292"/>
        </pc:sldMkLst>
      </pc:sldChg>
      <pc:sldChg chg="modSp add del mod">
        <pc:chgData name="Heo Seonyeong" userId="2c618708adb57b46" providerId="LiveId" clId="{1100DB01-E323-42F5-A749-ADA3DB43FB72}" dt="2023-02-28T03:17:18.500" v="8247"/>
        <pc:sldMkLst>
          <pc:docMk/>
          <pc:sldMk cId="0" sldId="424"/>
        </pc:sldMkLst>
      </pc:sldChg>
      <pc:sldMasterChg chg="addSp delSp modSp mod modSldLayout">
        <pc:chgData name="Heo Seonyeong" userId="2c618708adb57b46" providerId="LiveId" clId="{1100DB01-E323-42F5-A749-ADA3DB43FB72}" dt="2023-03-01T11:37:20.342" v="9760"/>
        <pc:sldMasterMkLst>
          <pc:docMk/>
          <pc:sldMasterMk cId="2909255818" sldId="2147483648"/>
        </pc:sldMasterMkLst>
        <pc:sldLayoutChg chg="addSp delSp modSp mod">
          <pc:chgData name="Heo Seonyeong" userId="2c618708adb57b46" providerId="LiveId" clId="{1100DB01-E323-42F5-A749-ADA3DB43FB72}" dt="2023-03-01T11:37:20.342" v="9760"/>
          <pc:sldLayoutMkLst>
            <pc:docMk/>
            <pc:sldMasterMk cId="2909255818" sldId="2147483648"/>
            <pc:sldLayoutMk cId="1712558428" sldId="2147483649"/>
          </pc:sldLayoutMkLst>
        </pc:sldLayoutChg>
        <pc:sldLayoutChg chg="delSp mod">
          <pc:chgData name="Heo Seonyeong" userId="2c618708adb57b46" providerId="LiveId" clId="{1100DB01-E323-42F5-A749-ADA3DB43FB72}" dt="2023-02-24T15:57:19.787" v="1" actId="478"/>
          <pc:sldLayoutMkLst>
            <pc:docMk/>
            <pc:sldMasterMk cId="2909255818" sldId="2147483648"/>
            <pc:sldLayoutMk cId="4004331890" sldId="2147483650"/>
          </pc:sldLayoutMkLst>
        </pc:sldLayoutChg>
        <pc:sldLayoutChg chg="delSp mod">
          <pc:chgData name="Heo Seonyeong" userId="2c618708adb57b46" providerId="LiveId" clId="{1100DB01-E323-42F5-A749-ADA3DB43FB72}" dt="2023-02-24T15:57:21.899" v="3" actId="478"/>
          <pc:sldLayoutMkLst>
            <pc:docMk/>
            <pc:sldMasterMk cId="2909255818" sldId="2147483648"/>
            <pc:sldLayoutMk cId="3006098217" sldId="2147483651"/>
          </pc:sldLayoutMkLst>
        </pc:sldLayoutChg>
        <pc:sldLayoutChg chg="delSp mod">
          <pc:chgData name="Heo Seonyeong" userId="2c618708adb57b46" providerId="LiveId" clId="{1100DB01-E323-42F5-A749-ADA3DB43FB72}" dt="2023-02-24T15:57:24.358" v="5" actId="478"/>
          <pc:sldLayoutMkLst>
            <pc:docMk/>
            <pc:sldMasterMk cId="2909255818" sldId="2147483648"/>
            <pc:sldLayoutMk cId="2034346239" sldId="2147483652"/>
          </pc:sldLayoutMkLst>
        </pc:sldLayoutChg>
        <pc:sldLayoutChg chg="delSp mod">
          <pc:chgData name="Heo Seonyeong" userId="2c618708adb57b46" providerId="LiveId" clId="{1100DB01-E323-42F5-A749-ADA3DB43FB72}" dt="2023-02-24T15:57:32.290" v="9" actId="478"/>
          <pc:sldLayoutMkLst>
            <pc:docMk/>
            <pc:sldMasterMk cId="2909255818" sldId="2147483648"/>
            <pc:sldLayoutMk cId="1205546789" sldId="2147483654"/>
          </pc:sldLayoutMkLst>
        </pc:sldLayoutChg>
        <pc:sldLayoutChg chg="delSp mod">
          <pc:chgData name="Heo Seonyeong" userId="2c618708adb57b46" providerId="LiveId" clId="{1100DB01-E323-42F5-A749-ADA3DB43FB72}" dt="2023-02-24T15:57:36.401" v="11" actId="478"/>
          <pc:sldLayoutMkLst>
            <pc:docMk/>
            <pc:sldMasterMk cId="2909255818" sldId="2147483648"/>
            <pc:sldLayoutMk cId="3789508794" sldId="2147483655"/>
          </pc:sldLayoutMkLst>
        </pc:sldLayoutChg>
        <pc:sldLayoutChg chg="delSp mod">
          <pc:chgData name="Heo Seonyeong" userId="2c618708adb57b46" providerId="LiveId" clId="{1100DB01-E323-42F5-A749-ADA3DB43FB72}" dt="2023-02-24T15:57:39.077" v="13" actId="478"/>
          <pc:sldLayoutMkLst>
            <pc:docMk/>
            <pc:sldMasterMk cId="2909255818" sldId="2147483648"/>
            <pc:sldLayoutMk cId="402709767" sldId="2147483656"/>
          </pc:sldLayoutMkLst>
        </pc:sldLayoutChg>
        <pc:sldLayoutChg chg="delSp mod">
          <pc:chgData name="Heo Seonyeong" userId="2c618708adb57b46" providerId="LiveId" clId="{1100DB01-E323-42F5-A749-ADA3DB43FB72}" dt="2023-02-24T15:57:42.367" v="15" actId="478"/>
          <pc:sldLayoutMkLst>
            <pc:docMk/>
            <pc:sldMasterMk cId="2909255818" sldId="2147483648"/>
            <pc:sldLayoutMk cId="4281962884" sldId="2147483657"/>
          </pc:sldLayoutMkLst>
        </pc:sldLayoutChg>
        <pc:sldLayoutChg chg="delSp mod">
          <pc:chgData name="Heo Seonyeong" userId="2c618708adb57b46" providerId="LiveId" clId="{1100DB01-E323-42F5-A749-ADA3DB43FB72}" dt="2023-02-24T15:57:44.590" v="17" actId="478"/>
          <pc:sldLayoutMkLst>
            <pc:docMk/>
            <pc:sldMasterMk cId="2909255818" sldId="2147483648"/>
            <pc:sldLayoutMk cId="2381755908" sldId="2147483658"/>
          </pc:sldLayoutMkLst>
        </pc:sldLayoutChg>
        <pc:sldLayoutChg chg="delSp mod">
          <pc:chgData name="Heo Seonyeong" userId="2c618708adb57b46" providerId="LiveId" clId="{1100DB01-E323-42F5-A749-ADA3DB43FB72}" dt="2023-02-24T15:57:26.895" v="7" actId="478"/>
          <pc:sldLayoutMkLst>
            <pc:docMk/>
            <pc:sldMasterMk cId="2909255818" sldId="2147483648"/>
            <pc:sldLayoutMk cId="2029779650" sldId="2147483660"/>
          </pc:sldLayoutMkLst>
        </pc:sldLayoutChg>
      </pc:sldMasterChg>
    </pc:docChg>
  </pc:docChgLst>
  <pc:docChgLst>
    <pc:chgData name="Heo Seonyeong" userId="2c618708adb57b46" providerId="LiveId" clId="{24BB731D-E48C-49D8-B18B-B4865188F256}"/>
    <pc:docChg chg="undo custSel addSld delSld modSld sldOrd">
      <pc:chgData name="Heo Seonyeong" userId="2c618708adb57b46" providerId="LiveId" clId="{24BB731D-E48C-49D8-B18B-B4865188F256}" dt="2023-03-06T00:49:33.204" v="15766" actId="20577"/>
      <pc:docMkLst>
        <pc:docMk/>
      </pc:docMkLst>
      <pc:sldChg chg="modSp mod">
        <pc:chgData name="Heo Seonyeong" userId="2c618708adb57b46" providerId="LiveId" clId="{24BB731D-E48C-49D8-B18B-B4865188F256}" dt="2023-03-04T13:36:59.052" v="50" actId="20577"/>
        <pc:sldMkLst>
          <pc:docMk/>
          <pc:sldMk cId="3135891794" sldId="256"/>
        </pc:sldMkLst>
      </pc:sldChg>
      <pc:sldChg chg="del">
        <pc:chgData name="Heo Seonyeong" userId="2c618708adb57b46" providerId="LiveId" clId="{24BB731D-E48C-49D8-B18B-B4865188F256}" dt="2023-03-04T13:35:53.704" v="0" actId="47"/>
        <pc:sldMkLst>
          <pc:docMk/>
          <pc:sldMk cId="875861404" sldId="257"/>
        </pc:sldMkLst>
      </pc:sldChg>
      <pc:sldChg chg="del">
        <pc:chgData name="Heo Seonyeong" userId="2c618708adb57b46" providerId="LiveId" clId="{24BB731D-E48C-49D8-B18B-B4865188F256}" dt="2023-03-04T13:35:53.704" v="0" actId="47"/>
        <pc:sldMkLst>
          <pc:docMk/>
          <pc:sldMk cId="3405359898" sldId="258"/>
        </pc:sldMkLst>
      </pc:sldChg>
      <pc:sldChg chg="del">
        <pc:chgData name="Heo Seonyeong" userId="2c618708adb57b46" providerId="LiveId" clId="{24BB731D-E48C-49D8-B18B-B4865188F256}" dt="2023-03-04T13:35:53.704" v="0" actId="47"/>
        <pc:sldMkLst>
          <pc:docMk/>
          <pc:sldMk cId="2177980980" sldId="259"/>
        </pc:sldMkLst>
      </pc:sldChg>
      <pc:sldChg chg="del">
        <pc:chgData name="Heo Seonyeong" userId="2c618708adb57b46" providerId="LiveId" clId="{24BB731D-E48C-49D8-B18B-B4865188F256}" dt="2023-03-04T13:35:53.704" v="0" actId="47"/>
        <pc:sldMkLst>
          <pc:docMk/>
          <pc:sldMk cId="1713869292" sldId="260"/>
        </pc:sldMkLst>
      </pc:sldChg>
      <pc:sldChg chg="del">
        <pc:chgData name="Heo Seonyeong" userId="2c618708adb57b46" providerId="LiveId" clId="{24BB731D-E48C-49D8-B18B-B4865188F256}" dt="2023-03-04T13:35:53.704" v="0" actId="47"/>
        <pc:sldMkLst>
          <pc:docMk/>
          <pc:sldMk cId="2928148617" sldId="261"/>
        </pc:sldMkLst>
      </pc:sldChg>
      <pc:sldChg chg="del">
        <pc:chgData name="Heo Seonyeong" userId="2c618708adb57b46" providerId="LiveId" clId="{24BB731D-E48C-49D8-B18B-B4865188F256}" dt="2023-03-04T13:35:53.704" v="0" actId="47"/>
        <pc:sldMkLst>
          <pc:docMk/>
          <pc:sldMk cId="4002750832" sldId="264"/>
        </pc:sldMkLst>
      </pc:sldChg>
      <pc:sldChg chg="del">
        <pc:chgData name="Heo Seonyeong" userId="2c618708adb57b46" providerId="LiveId" clId="{24BB731D-E48C-49D8-B18B-B4865188F256}" dt="2023-03-04T13:35:53.704" v="0" actId="47"/>
        <pc:sldMkLst>
          <pc:docMk/>
          <pc:sldMk cId="312226572" sldId="266"/>
        </pc:sldMkLst>
      </pc:sldChg>
      <pc:sldChg chg="del">
        <pc:chgData name="Heo Seonyeong" userId="2c618708adb57b46" providerId="LiveId" clId="{24BB731D-E48C-49D8-B18B-B4865188F256}" dt="2023-03-04T13:35:53.704" v="0" actId="47"/>
        <pc:sldMkLst>
          <pc:docMk/>
          <pc:sldMk cId="4260350603" sldId="267"/>
        </pc:sldMkLst>
      </pc:sldChg>
      <pc:sldChg chg="del">
        <pc:chgData name="Heo Seonyeong" userId="2c618708adb57b46" providerId="LiveId" clId="{24BB731D-E48C-49D8-B18B-B4865188F256}" dt="2023-03-04T13:35:53.704" v="0" actId="47"/>
        <pc:sldMkLst>
          <pc:docMk/>
          <pc:sldMk cId="3757630266" sldId="275"/>
        </pc:sldMkLst>
      </pc:sldChg>
      <pc:sldChg chg="del">
        <pc:chgData name="Heo Seonyeong" userId="2c618708adb57b46" providerId="LiveId" clId="{24BB731D-E48C-49D8-B18B-B4865188F256}" dt="2023-03-04T13:35:53.704" v="0" actId="47"/>
        <pc:sldMkLst>
          <pc:docMk/>
          <pc:sldMk cId="684204372" sldId="276"/>
        </pc:sldMkLst>
      </pc:sldChg>
      <pc:sldChg chg="del">
        <pc:chgData name="Heo Seonyeong" userId="2c618708adb57b46" providerId="LiveId" clId="{24BB731D-E48C-49D8-B18B-B4865188F256}" dt="2023-03-04T13:35:53.704" v="0" actId="47"/>
        <pc:sldMkLst>
          <pc:docMk/>
          <pc:sldMk cId="2400251955" sldId="277"/>
        </pc:sldMkLst>
      </pc:sldChg>
      <pc:sldChg chg="del">
        <pc:chgData name="Heo Seonyeong" userId="2c618708adb57b46" providerId="LiveId" clId="{24BB731D-E48C-49D8-B18B-B4865188F256}" dt="2023-03-04T13:35:53.704" v="0" actId="47"/>
        <pc:sldMkLst>
          <pc:docMk/>
          <pc:sldMk cId="109552099" sldId="278"/>
        </pc:sldMkLst>
      </pc:sldChg>
      <pc:sldChg chg="addSp delSp modSp add mod chgLayout modNotesTx">
        <pc:chgData name="Heo Seonyeong" userId="2c618708adb57b46" providerId="LiveId" clId="{24BB731D-E48C-49D8-B18B-B4865188F256}" dt="2023-03-06T00:27:15.206" v="13411" actId="20577"/>
        <pc:sldMkLst>
          <pc:docMk/>
          <pc:sldMk cId="0" sldId="279"/>
        </pc:sldMkLst>
      </pc:sldChg>
      <pc:sldChg chg="del">
        <pc:chgData name="Heo Seonyeong" userId="2c618708adb57b46" providerId="LiveId" clId="{24BB731D-E48C-49D8-B18B-B4865188F256}" dt="2023-03-04T13:35:53.704" v="0" actId="47"/>
        <pc:sldMkLst>
          <pc:docMk/>
          <pc:sldMk cId="1916995371" sldId="279"/>
        </pc:sldMkLst>
      </pc:sldChg>
      <pc:sldChg chg="addSp modSp add mod chgLayout">
        <pc:chgData name="Heo Seonyeong" userId="2c618708adb57b46" providerId="LiveId" clId="{24BB731D-E48C-49D8-B18B-B4865188F256}" dt="2023-03-05T09:22:43.823" v="1714" actId="1076"/>
        <pc:sldMkLst>
          <pc:docMk/>
          <pc:sldMk cId="0" sldId="280"/>
        </pc:sldMkLst>
      </pc:sldChg>
      <pc:sldChg chg="del">
        <pc:chgData name="Heo Seonyeong" userId="2c618708adb57b46" providerId="LiveId" clId="{24BB731D-E48C-49D8-B18B-B4865188F256}" dt="2023-03-04T13:35:53.704" v="0" actId="47"/>
        <pc:sldMkLst>
          <pc:docMk/>
          <pc:sldMk cId="3774172036" sldId="280"/>
        </pc:sldMkLst>
      </pc:sldChg>
      <pc:sldChg chg="delSp modSp add del mod ord delAnim modNotesTx">
        <pc:chgData name="Heo Seonyeong" userId="2c618708adb57b46" providerId="LiveId" clId="{24BB731D-E48C-49D8-B18B-B4865188F256}" dt="2023-03-06T00:10:15.190" v="12003" actId="20577"/>
        <pc:sldMkLst>
          <pc:docMk/>
          <pc:sldMk cId="181842838" sldId="283"/>
        </pc:sldMkLst>
      </pc:sldChg>
      <pc:sldChg chg="del">
        <pc:chgData name="Heo Seonyeong" userId="2c618708adb57b46" providerId="LiveId" clId="{24BB731D-E48C-49D8-B18B-B4865188F256}" dt="2023-03-04T13:35:53.704" v="0" actId="47"/>
        <pc:sldMkLst>
          <pc:docMk/>
          <pc:sldMk cId="1179672820" sldId="284"/>
        </pc:sldMkLst>
      </pc:sldChg>
      <pc:sldChg chg="del">
        <pc:chgData name="Heo Seonyeong" userId="2c618708adb57b46" providerId="LiveId" clId="{24BB731D-E48C-49D8-B18B-B4865188F256}" dt="2023-03-04T13:35:53.704" v="0" actId="47"/>
        <pc:sldMkLst>
          <pc:docMk/>
          <pc:sldMk cId="3816358824" sldId="285"/>
        </pc:sldMkLst>
      </pc:sldChg>
      <pc:sldChg chg="del">
        <pc:chgData name="Heo Seonyeong" userId="2c618708adb57b46" providerId="LiveId" clId="{24BB731D-E48C-49D8-B18B-B4865188F256}" dt="2023-03-04T13:35:53.704" v="0" actId="47"/>
        <pc:sldMkLst>
          <pc:docMk/>
          <pc:sldMk cId="245544693" sldId="286"/>
        </pc:sldMkLst>
      </pc:sldChg>
      <pc:sldChg chg="del">
        <pc:chgData name="Heo Seonyeong" userId="2c618708adb57b46" providerId="LiveId" clId="{24BB731D-E48C-49D8-B18B-B4865188F256}" dt="2023-03-04T13:35:53.704" v="0" actId="47"/>
        <pc:sldMkLst>
          <pc:docMk/>
          <pc:sldMk cId="287984894" sldId="287"/>
        </pc:sldMkLst>
      </pc:sldChg>
      <pc:sldChg chg="addSp delSp modSp new mod modNotesTx">
        <pc:chgData name="Heo Seonyeong" userId="2c618708adb57b46" providerId="LiveId" clId="{24BB731D-E48C-49D8-B18B-B4865188F256}" dt="2023-03-06T00:14:56.187" v="12244" actId="20577"/>
        <pc:sldMkLst>
          <pc:docMk/>
          <pc:sldMk cId="1977295939" sldId="289"/>
        </pc:sldMkLst>
      </pc:sldChg>
      <pc:sldChg chg="del">
        <pc:chgData name="Heo Seonyeong" userId="2c618708adb57b46" providerId="LiveId" clId="{24BB731D-E48C-49D8-B18B-B4865188F256}" dt="2023-03-04T13:35:53.704" v="0" actId="47"/>
        <pc:sldMkLst>
          <pc:docMk/>
          <pc:sldMk cId="2603587738" sldId="289"/>
        </pc:sldMkLst>
      </pc:sldChg>
      <pc:sldChg chg="addSp modSp new mod modNotesTx">
        <pc:chgData name="Heo Seonyeong" userId="2c618708adb57b46" providerId="LiveId" clId="{24BB731D-E48C-49D8-B18B-B4865188F256}" dt="2023-03-06T00:21:08.493" v="13078" actId="20577"/>
        <pc:sldMkLst>
          <pc:docMk/>
          <pc:sldMk cId="1374554217" sldId="290"/>
        </pc:sldMkLst>
      </pc:sldChg>
      <pc:sldChg chg="del">
        <pc:chgData name="Heo Seonyeong" userId="2c618708adb57b46" providerId="LiveId" clId="{24BB731D-E48C-49D8-B18B-B4865188F256}" dt="2023-03-04T13:35:53.704" v="0" actId="47"/>
        <pc:sldMkLst>
          <pc:docMk/>
          <pc:sldMk cId="2809595642" sldId="290"/>
        </pc:sldMkLst>
      </pc:sldChg>
      <pc:sldChg chg="del">
        <pc:chgData name="Heo Seonyeong" userId="2c618708adb57b46" providerId="LiveId" clId="{24BB731D-E48C-49D8-B18B-B4865188F256}" dt="2023-03-04T13:35:53.704" v="0" actId="47"/>
        <pc:sldMkLst>
          <pc:docMk/>
          <pc:sldMk cId="633691356" sldId="291"/>
        </pc:sldMkLst>
      </pc:sldChg>
      <pc:sldChg chg="addSp modSp add mod modNotesTx">
        <pc:chgData name="Heo Seonyeong" userId="2c618708adb57b46" providerId="LiveId" clId="{24BB731D-E48C-49D8-B18B-B4865188F256}" dt="2023-03-06T00:11:10.315" v="12055" actId="20577"/>
        <pc:sldMkLst>
          <pc:docMk/>
          <pc:sldMk cId="2980037091" sldId="291"/>
        </pc:sldMkLst>
      </pc:sldChg>
      <pc:sldChg chg="del">
        <pc:chgData name="Heo Seonyeong" userId="2c618708adb57b46" providerId="LiveId" clId="{24BB731D-E48C-49D8-B18B-B4865188F256}" dt="2023-03-04T13:35:53.704" v="0" actId="47"/>
        <pc:sldMkLst>
          <pc:docMk/>
          <pc:sldMk cId="1716695964" sldId="292"/>
        </pc:sldMkLst>
      </pc:sldChg>
      <pc:sldChg chg="addSp delSp modSp new mod modClrScheme chgLayout modNotesTx">
        <pc:chgData name="Heo Seonyeong" userId="2c618708adb57b46" providerId="LiveId" clId="{24BB731D-E48C-49D8-B18B-B4865188F256}" dt="2023-03-06T00:22:07.757" v="13138" actId="20577"/>
        <pc:sldMkLst>
          <pc:docMk/>
          <pc:sldMk cId="3064477441" sldId="292"/>
        </pc:sldMkLst>
      </pc:sldChg>
      <pc:sldChg chg="addSp delSp modSp add del mod chgLayout">
        <pc:chgData name="Heo Seonyeong" userId="2c618708adb57b46" providerId="LiveId" clId="{24BB731D-E48C-49D8-B18B-B4865188F256}" dt="2023-03-05T08:57:43.263" v="978" actId="2696"/>
        <pc:sldMkLst>
          <pc:docMk/>
          <pc:sldMk cId="0" sldId="293"/>
        </pc:sldMkLst>
      </pc:sldChg>
      <pc:sldChg chg="addSp modSp add mod chgLayout modNotesTx">
        <pc:chgData name="Heo Seonyeong" userId="2c618708adb57b46" providerId="LiveId" clId="{24BB731D-E48C-49D8-B18B-B4865188F256}" dt="2023-03-06T00:46:14.663" v="15318" actId="20577"/>
        <pc:sldMkLst>
          <pc:docMk/>
          <pc:sldMk cId="0" sldId="294"/>
        </pc:sldMkLst>
      </pc:sldChg>
      <pc:sldChg chg="modSp add mod chgLayout">
        <pc:chgData name="Heo Seonyeong" userId="2c618708adb57b46" providerId="LiveId" clId="{24BB731D-E48C-49D8-B18B-B4865188F256}" dt="2023-03-05T09:17:33.245" v="1578" actId="115"/>
        <pc:sldMkLst>
          <pc:docMk/>
          <pc:sldMk cId="0" sldId="295"/>
        </pc:sldMkLst>
      </pc:sldChg>
      <pc:sldChg chg="addSp modSp add mod modClrScheme chgLayout">
        <pc:chgData name="Heo Seonyeong" userId="2c618708adb57b46" providerId="LiveId" clId="{24BB731D-E48C-49D8-B18B-B4865188F256}" dt="2023-03-05T09:18:07.883" v="1631" actId="12788"/>
        <pc:sldMkLst>
          <pc:docMk/>
          <pc:sldMk cId="0" sldId="296"/>
        </pc:sldMkLst>
      </pc:sldChg>
      <pc:sldChg chg="modSp add mod chgLayout">
        <pc:chgData name="Heo Seonyeong" userId="2c618708adb57b46" providerId="LiveId" clId="{24BB731D-E48C-49D8-B18B-B4865188F256}" dt="2023-03-05T09:29:35.165" v="1934" actId="20577"/>
        <pc:sldMkLst>
          <pc:docMk/>
          <pc:sldMk cId="0" sldId="305"/>
        </pc:sldMkLst>
      </pc:sldChg>
      <pc:sldChg chg="addSp delSp modSp add mod modClrScheme chgLayout">
        <pc:chgData name="Heo Seonyeong" userId="2c618708adb57b46" providerId="LiveId" clId="{24BB731D-E48C-49D8-B18B-B4865188F256}" dt="2023-03-05T09:59:13.618" v="3492" actId="1076"/>
        <pc:sldMkLst>
          <pc:docMk/>
          <pc:sldMk cId="0" sldId="306"/>
        </pc:sldMkLst>
      </pc:sldChg>
      <pc:sldChg chg="addSp delSp modSp add mod chgLayout">
        <pc:chgData name="Heo Seonyeong" userId="2c618708adb57b46" providerId="LiveId" clId="{24BB731D-E48C-49D8-B18B-B4865188F256}" dt="2023-03-05T09:28:27.412" v="1922" actId="1076"/>
        <pc:sldMkLst>
          <pc:docMk/>
          <pc:sldMk cId="0" sldId="307"/>
        </pc:sldMkLst>
      </pc:sldChg>
      <pc:sldChg chg="modSp add mod chgLayout">
        <pc:chgData name="Heo Seonyeong" userId="2c618708adb57b46" providerId="LiveId" clId="{24BB731D-E48C-49D8-B18B-B4865188F256}" dt="2023-03-05T09:30:46.150" v="1936" actId="207"/>
        <pc:sldMkLst>
          <pc:docMk/>
          <pc:sldMk cId="0" sldId="310"/>
        </pc:sldMkLst>
      </pc:sldChg>
      <pc:sldChg chg="addSp delSp modSp add mod ord chgLayout modNotesTx">
        <pc:chgData name="Heo Seonyeong" userId="2c618708adb57b46" providerId="LiveId" clId="{24BB731D-E48C-49D8-B18B-B4865188F256}" dt="2023-03-06T00:41:51.493" v="14713" actId="20577"/>
        <pc:sldMkLst>
          <pc:docMk/>
          <pc:sldMk cId="0" sldId="335"/>
        </pc:sldMkLst>
      </pc:sldChg>
      <pc:sldChg chg="addSp modSp add del mod chgLayout">
        <pc:chgData name="Heo Seonyeong" userId="2c618708adb57b46" providerId="LiveId" clId="{24BB731D-E48C-49D8-B18B-B4865188F256}" dt="2023-03-05T09:20:57.882" v="1674" actId="2696"/>
        <pc:sldMkLst>
          <pc:docMk/>
          <pc:sldMk cId="0" sldId="339"/>
        </pc:sldMkLst>
      </pc:sldChg>
      <pc:sldChg chg="addSp modSp add mod chgLayout">
        <pc:chgData name="Heo Seonyeong" userId="2c618708adb57b46" providerId="LiveId" clId="{24BB731D-E48C-49D8-B18B-B4865188F256}" dt="2023-03-05T09:23:01.617" v="1718" actId="1076"/>
        <pc:sldMkLst>
          <pc:docMk/>
          <pc:sldMk cId="0" sldId="343"/>
        </pc:sldMkLst>
      </pc:sldChg>
      <pc:sldChg chg="addSp modSp add mod chgLayout">
        <pc:chgData name="Heo Seonyeong" userId="2c618708adb57b46" providerId="LiveId" clId="{24BB731D-E48C-49D8-B18B-B4865188F256}" dt="2023-03-05T09:22:51.339" v="1716" actId="1076"/>
        <pc:sldMkLst>
          <pc:docMk/>
          <pc:sldMk cId="0" sldId="349"/>
        </pc:sldMkLst>
      </pc:sldChg>
      <pc:sldChg chg="addSp modSp add mod chgLayout">
        <pc:chgData name="Heo Seonyeong" userId="2c618708adb57b46" providerId="LiveId" clId="{24BB731D-E48C-49D8-B18B-B4865188F256}" dt="2023-03-05T09:23:16.219" v="1720" actId="1076"/>
        <pc:sldMkLst>
          <pc:docMk/>
          <pc:sldMk cId="0" sldId="350"/>
        </pc:sldMkLst>
      </pc:sldChg>
      <pc:sldChg chg="modSp add mod chgLayout">
        <pc:chgData name="Heo Seonyeong" userId="2c618708adb57b46" providerId="LiveId" clId="{24BB731D-E48C-49D8-B18B-B4865188F256}" dt="2023-03-05T08:41:01.186" v="624" actId="27636"/>
        <pc:sldMkLst>
          <pc:docMk/>
          <pc:sldMk cId="0" sldId="353"/>
        </pc:sldMkLst>
      </pc:sldChg>
      <pc:sldChg chg="addSp modSp add mod chgLayout">
        <pc:chgData name="Heo Seonyeong" userId="2c618708adb57b46" providerId="LiveId" clId="{24BB731D-E48C-49D8-B18B-B4865188F256}" dt="2023-03-05T09:28:56.653" v="1923" actId="1076"/>
        <pc:sldMkLst>
          <pc:docMk/>
          <pc:sldMk cId="0" sldId="354"/>
        </pc:sldMkLst>
      </pc:sldChg>
      <pc:sldChg chg="addSp delSp modSp add del mod chgLayout">
        <pc:chgData name="Heo Seonyeong" userId="2c618708adb57b46" providerId="LiveId" clId="{24BB731D-E48C-49D8-B18B-B4865188F256}" dt="2023-03-05T08:59:10.809" v="1079" actId="47"/>
        <pc:sldMkLst>
          <pc:docMk/>
          <pc:sldMk cId="0" sldId="367"/>
        </pc:sldMkLst>
      </pc:sldChg>
      <pc:sldChg chg="addSp modSp add mod modClrScheme chgLayout modNotesTx">
        <pc:chgData name="Heo Seonyeong" userId="2c618708adb57b46" providerId="LiveId" clId="{24BB731D-E48C-49D8-B18B-B4865188F256}" dt="2023-03-06T00:49:33.204" v="15766" actId="20577"/>
        <pc:sldMkLst>
          <pc:docMk/>
          <pc:sldMk cId="0" sldId="368"/>
        </pc:sldMkLst>
      </pc:sldChg>
      <pc:sldChg chg="modSp add mod modNotesTx">
        <pc:chgData name="Heo Seonyeong" userId="2c618708adb57b46" providerId="LiveId" clId="{24BB731D-E48C-49D8-B18B-B4865188F256}" dt="2023-03-05T13:01:06.301" v="11933" actId="1076"/>
        <pc:sldMkLst>
          <pc:docMk/>
          <pc:sldMk cId="3490677456" sldId="369"/>
        </pc:sldMkLst>
      </pc:sldChg>
      <pc:sldChg chg="addSp delSp modSp add del mod modClrScheme chgLayout">
        <pc:chgData name="Heo Seonyeong" userId="2c618708adb57b46" providerId="LiveId" clId="{24BB731D-E48C-49D8-B18B-B4865188F256}" dt="2023-03-05T09:25:24.602" v="1832" actId="47"/>
        <pc:sldMkLst>
          <pc:docMk/>
          <pc:sldMk cId="0" sldId="371"/>
        </pc:sldMkLst>
      </pc:sldChg>
      <pc:sldChg chg="addSp delSp modSp add mod modNotesTx">
        <pc:chgData name="Heo Seonyeong" userId="2c618708adb57b46" providerId="LiveId" clId="{24BB731D-E48C-49D8-B18B-B4865188F256}" dt="2023-03-06T00:33:31.872" v="13752" actId="21"/>
        <pc:sldMkLst>
          <pc:docMk/>
          <pc:sldMk cId="498266139" sldId="372"/>
        </pc:sldMkLst>
      </pc:sldChg>
      <pc:sldChg chg="addSp delSp modSp new del mod modClrScheme chgLayout">
        <pc:chgData name="Heo Seonyeong" userId="2c618708adb57b46" providerId="LiveId" clId="{24BB731D-E48C-49D8-B18B-B4865188F256}" dt="2023-03-05T08:52:51.759" v="860" actId="2696"/>
        <pc:sldMkLst>
          <pc:docMk/>
          <pc:sldMk cId="829305183" sldId="372"/>
        </pc:sldMkLst>
      </pc:sldChg>
      <pc:sldChg chg="new del">
        <pc:chgData name="Heo Seonyeong" userId="2c618708adb57b46" providerId="LiveId" clId="{24BB731D-E48C-49D8-B18B-B4865188F256}" dt="2023-03-05T08:59:08.448" v="1078" actId="47"/>
        <pc:sldMkLst>
          <pc:docMk/>
          <pc:sldMk cId="39903448" sldId="373"/>
        </pc:sldMkLst>
      </pc:sldChg>
      <pc:sldChg chg="addSp delSp modSp new mod ord modNotesTx">
        <pc:chgData name="Heo Seonyeong" userId="2c618708adb57b46" providerId="LiveId" clId="{24BB731D-E48C-49D8-B18B-B4865188F256}" dt="2023-03-06T00:41:30.018" v="14672" actId="20577"/>
        <pc:sldMkLst>
          <pc:docMk/>
          <pc:sldMk cId="3359326580" sldId="373"/>
        </pc:sldMkLst>
      </pc:sldChg>
      <pc:sldChg chg="addSp delSp modSp new mod modClrScheme chgLayout modNotesTx">
        <pc:chgData name="Heo Seonyeong" userId="2c618708adb57b46" providerId="LiveId" clId="{24BB731D-E48C-49D8-B18B-B4865188F256}" dt="2023-03-06T00:23:58.295" v="13197" actId="20577"/>
        <pc:sldMkLst>
          <pc:docMk/>
          <pc:sldMk cId="377929795" sldId="37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C1B38E-D27D-9903-8A28-38C7CD23E5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oppins"/>
                <a:ea typeface="NanumGothic"/>
                <a:cs typeface="Poppins"/>
              </a:defRPr>
            </a:lvl1pPr>
          </a:lstStyle>
          <a:p>
            <a:endParaRPr lang="en-US">
              <a:latin typeface="Poppins"/>
              <a:ea typeface="NanumGothic"/>
              <a:cs typeface="Poppins"/>
            </a:endParaRPr>
          </a:p>
        </p:txBody>
      </p:sp>
      <p:sp>
        <p:nvSpPr>
          <p:cNvPr id="3" name="Date Placeholder 2">
            <a:extLst>
              <a:ext uri="{FF2B5EF4-FFF2-40B4-BE49-F238E27FC236}">
                <a16:creationId xmlns:a16="http://schemas.microsoft.com/office/drawing/2014/main" id="{463A4305-442F-BFDF-ECB5-25A3B56791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atin typeface="Poppins"/>
                <a:ea typeface="NanumGothic"/>
                <a:cs typeface="Poppins"/>
              </a:defRPr>
            </a:lvl1pPr>
          </a:lstStyle>
          <a:p>
            <a:fld id="{F17779C0-E5DE-4141-AD3A-2CCFCC0096D9}" type="datetimeFigureOut">
              <a:rPr lang="en-US" smtClean="0">
                <a:latin typeface="Poppins"/>
                <a:ea typeface="NanumGothic"/>
                <a:cs typeface="Poppins"/>
              </a:rPr>
              <a:t>12/22/25</a:t>
            </a:fld>
            <a:endParaRPr lang="en-US">
              <a:latin typeface="Poppins"/>
              <a:ea typeface="NanumGothic"/>
              <a:cs typeface="Poppins"/>
            </a:endParaRPr>
          </a:p>
        </p:txBody>
      </p:sp>
      <p:sp>
        <p:nvSpPr>
          <p:cNvPr id="4" name="Footer Placeholder 3">
            <a:extLst>
              <a:ext uri="{FF2B5EF4-FFF2-40B4-BE49-F238E27FC236}">
                <a16:creationId xmlns:a16="http://schemas.microsoft.com/office/drawing/2014/main" id="{EBC0B239-4A53-8F44-78C1-0F0993EB21D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atin typeface="Poppins"/>
                <a:ea typeface="NanumGothic"/>
                <a:cs typeface="Poppins"/>
              </a:defRPr>
            </a:lvl1pPr>
          </a:lstStyle>
          <a:p>
            <a:endParaRPr lang="en-US">
              <a:latin typeface="Poppins"/>
              <a:ea typeface="NanumGothic"/>
              <a:cs typeface="Poppins"/>
            </a:endParaRPr>
          </a:p>
        </p:txBody>
      </p:sp>
      <p:sp>
        <p:nvSpPr>
          <p:cNvPr id="5" name="Slide Number Placeholder 4">
            <a:extLst>
              <a:ext uri="{FF2B5EF4-FFF2-40B4-BE49-F238E27FC236}">
                <a16:creationId xmlns:a16="http://schemas.microsoft.com/office/drawing/2014/main" id="{C05B95EF-E3C6-9560-F6FD-B08D710DCA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atin typeface="Poppins"/>
                <a:ea typeface="NanumGothic"/>
                <a:cs typeface="Poppins"/>
              </a:defRPr>
            </a:lvl1pPr>
          </a:lstStyle>
          <a:p>
            <a:fld id="{FBAB0814-8204-4E2F-B635-C704A999A755}"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2412158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oppins"/>
                <a:ea typeface="NanumGothic"/>
                <a:cs typeface="Poppins"/>
              </a:defRPr>
            </a:lvl1pPr>
          </a:lstStyle>
          <a:p>
            <a:endParaRPr lang="en-US">
              <a:latin typeface="Poppins"/>
              <a:ea typeface="NanumGothic"/>
              <a:cs typeface="Poppin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oppins"/>
                <a:ea typeface="NanumGothic"/>
                <a:cs typeface="Poppins"/>
              </a:defRPr>
            </a:lvl1pPr>
          </a:lstStyle>
          <a:p>
            <a:fld id="{2C9A05A2-7884-4664-B96B-83ADC08329B9}" type="datetimeFigureOut">
              <a:rPr lang="en-US" smtClean="0">
                <a:latin typeface="Poppins"/>
                <a:ea typeface="NanumGothic"/>
                <a:cs typeface="Poppins"/>
              </a:rPr>
              <a:t>12/22/25</a:t>
            </a:fld>
            <a:endParaRPr lang="en-US">
              <a:latin typeface="Poppins"/>
              <a:ea typeface="NanumGothic"/>
              <a:cs typeface="Poppin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latin typeface="Poppins"/>
              <a:ea typeface="NanumGothic"/>
              <a:cs typeface="Poppin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oppins"/>
                <a:ea typeface="NanumGothic"/>
                <a:cs typeface="Poppins"/>
              </a:defRPr>
            </a:lvl1pPr>
          </a:lstStyle>
          <a:p>
            <a:endParaRPr lang="en-US">
              <a:latin typeface="Poppins"/>
              <a:ea typeface="NanumGothic"/>
              <a:cs typeface="Poppins"/>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oppins"/>
                <a:ea typeface="NanumGothic"/>
                <a:cs typeface="Poppins"/>
              </a:defRPr>
            </a:lvl1pPr>
          </a:lstStyle>
          <a:p>
            <a:fld id="{4BE5139F-8323-40BF-90AA-3C2C4182C20E}"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1940466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oppins"/>
        <a:ea typeface="NanumGothic"/>
        <a:cs typeface="Poppins"/>
      </a:defRPr>
    </a:lvl1pPr>
    <a:lvl2pPr marL="457200" algn="l" defTabSz="914400" rtl="0" eaLnBrk="1" latinLnBrk="0" hangingPunct="1">
      <a:defRPr sz="1200" kern="1200">
        <a:solidFill>
          <a:schemeClr val="tx1"/>
        </a:solidFill>
        <a:latin typeface="Poppins"/>
        <a:ea typeface="NanumGothic"/>
        <a:cs typeface="Poppins"/>
      </a:defRPr>
    </a:lvl2pPr>
    <a:lvl3pPr marL="914400" algn="l" defTabSz="914400" rtl="0" eaLnBrk="1" latinLnBrk="0" hangingPunct="1">
      <a:defRPr sz="1200" kern="1200">
        <a:solidFill>
          <a:schemeClr val="tx1"/>
        </a:solidFill>
        <a:latin typeface="Poppins"/>
        <a:ea typeface="NanumGothic"/>
        <a:cs typeface="Poppins"/>
      </a:defRPr>
    </a:lvl3pPr>
    <a:lvl4pPr marL="1371600" algn="l" defTabSz="914400" rtl="0" eaLnBrk="1" latinLnBrk="0" hangingPunct="1">
      <a:defRPr sz="1200" kern="1200">
        <a:solidFill>
          <a:schemeClr val="tx1"/>
        </a:solidFill>
        <a:latin typeface="Poppins"/>
        <a:ea typeface="NanumGothic"/>
        <a:cs typeface="Poppins"/>
      </a:defRPr>
    </a:lvl4pPr>
    <a:lvl5pPr marL="1828800" algn="l" defTabSz="914400" rtl="0" eaLnBrk="1" latinLnBrk="0" hangingPunct="1">
      <a:defRPr sz="1200" kern="1200">
        <a:solidFill>
          <a:schemeClr val="tx1"/>
        </a:solidFill>
        <a:latin typeface="Poppins"/>
        <a:ea typeface="NanumGothic"/>
        <a:cs typeface="Poppins"/>
      </a:defRPr>
    </a:lvl5pPr>
    <a:lvl6pPr marL="2286000" algn="l" defTabSz="914400" rtl="0" eaLnBrk="1" latinLnBrk="0" hangingPunct="1">
      <a:defRPr sz="1200" kern="1200">
        <a:solidFill>
          <a:schemeClr val="tx1"/>
        </a:solidFill>
        <a:latin typeface="Poppins"/>
        <a:ea typeface="NanumGothic"/>
        <a:cs typeface="Poppins"/>
      </a:defRPr>
    </a:lvl6pPr>
    <a:lvl7pPr marL="2743200" algn="l" defTabSz="914400" rtl="0" eaLnBrk="1" latinLnBrk="0" hangingPunct="1">
      <a:defRPr sz="1200" kern="1200">
        <a:solidFill>
          <a:schemeClr val="tx1"/>
        </a:solidFill>
        <a:latin typeface="Poppins"/>
        <a:ea typeface="NanumGothic"/>
        <a:cs typeface="Poppins"/>
      </a:defRPr>
    </a:lvl7pPr>
    <a:lvl8pPr marL="3200400" algn="l" defTabSz="914400" rtl="0" eaLnBrk="1" latinLnBrk="0" hangingPunct="1">
      <a:defRPr sz="1200" kern="1200">
        <a:solidFill>
          <a:schemeClr val="tx1"/>
        </a:solidFill>
        <a:latin typeface="Poppins"/>
        <a:ea typeface="NanumGothic"/>
        <a:cs typeface="Poppins"/>
      </a:defRPr>
    </a:lvl8pPr>
    <a:lvl9pPr marL="3657600" algn="l" defTabSz="914400" rtl="0" eaLnBrk="1" latinLnBrk="0" hangingPunct="1">
      <a:defRPr sz="1200" kern="1200">
        <a:solidFill>
          <a:schemeClr val="tx1"/>
        </a:solidFill>
        <a:latin typeface="Poppins"/>
        <a:ea typeface="NanumGothic"/>
        <a:cs typeface="Poppin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3"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3"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3"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3"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latin typeface="Poppins"/>
                <a:ea typeface="Poppins"/>
                <a:cs typeface="Poppins"/>
              </a:rPr>
              <a:t xml:space="preserve">Corstone Family </a:t>
            </a:r>
            <a:r>
              <a:rPr lang="ko-KR">
                <a:latin typeface="NanumGothic"/>
                <a:ea typeface="NanumGothic"/>
                <a:cs typeface="NanumGothic"/>
              </a:rPr>
              <a:t>실행</a:t>
            </a:r>
            <a:r>
              <a:rPr lang="en-US">
                <a:latin typeface="Poppins"/>
                <a:ea typeface="Poppins"/>
                <a:cs typeface="Poppins"/>
              </a:rPr>
              <a:t xml:space="preserve"> </a:t>
            </a:r>
            <a:r>
              <a:rPr lang="ko-KR">
                <a:latin typeface="NanumGothic"/>
                <a:ea typeface="NanumGothic"/>
                <a:cs typeface="NanumGothic"/>
              </a:rPr>
              <a:t>특성</a:t>
            </a:r>
            <a:r>
              <a:rPr lang="en-US">
                <a:latin typeface="Poppins"/>
                <a:ea typeface="Poppins"/>
                <a:cs typeface="Poppins"/>
              </a:rPr>
              <a:t xml:space="preserve"> </a:t>
            </a:r>
            <a:r>
              <a:rPr lang="ko-KR">
                <a:latin typeface="NanumGothic"/>
                <a:ea typeface="NanumGothic"/>
                <a:cs typeface="NanumGothic"/>
              </a:rPr>
              <a:t>측정</a:t>
            </a:r>
            <a:r>
              <a:rPr lang="en-US">
                <a:latin typeface="Poppins"/>
                <a:ea typeface="Poppins"/>
                <a:cs typeface="Poppins"/>
              </a:rPr>
              <a:t xml:space="preserve"> </a:t>
            </a:r>
            <a:r>
              <a:rPr lang="ko-KR">
                <a:latin typeface="NanumGothic"/>
                <a:ea typeface="NanumGothic"/>
                <a:cs typeface="NanumGothic"/>
              </a:rPr>
              <a:t>발표</a:t>
            </a:r>
            <a:r>
              <a:rPr lang="en-US">
                <a:latin typeface="Poppins"/>
                <a:ea typeface="Poppins"/>
                <a:cs typeface="Poppins"/>
              </a:rPr>
              <a:t xml:space="preserve">. </a:t>
            </a:r>
            <a:r>
              <a:rPr lang="ko-KR">
                <a:latin typeface="NanumGothic"/>
                <a:ea typeface="NanumGothic"/>
                <a:cs typeface="NanumGothic"/>
              </a:rPr>
              <a:t>실험</a:t>
            </a:r>
            <a:r>
              <a:rPr lang="en-US">
                <a:latin typeface="Poppins"/>
                <a:ea typeface="Poppins"/>
                <a:cs typeface="Poppins"/>
              </a:rPr>
              <a:t xml:space="preserve"> </a:t>
            </a:r>
            <a:r>
              <a:rPr lang="ko-KR">
                <a:latin typeface="NanumGothic"/>
                <a:ea typeface="NanumGothic"/>
                <a:cs typeface="NanumGothic"/>
              </a:rPr>
              <a:t>구현은</a:t>
            </a:r>
            <a:r>
              <a:rPr lang="en-US">
                <a:latin typeface="Poppins"/>
                <a:ea typeface="Poppins"/>
                <a:cs typeface="Poppins"/>
              </a:rPr>
              <a:t xml:space="preserve"> 5</a:t>
            </a:r>
            <a:r>
              <a:rPr lang="ko-KR">
                <a:latin typeface="NanumGothic"/>
                <a:ea typeface="NanumGothic"/>
                <a:cs typeface="NanumGothic"/>
              </a:rPr>
              <a:t>장</a:t>
            </a:r>
            <a:r>
              <a:rPr lang="en-US">
                <a:latin typeface="Poppins"/>
                <a:ea typeface="Poppins"/>
                <a:cs typeface="Poppins"/>
              </a:rPr>
              <a:t xml:space="preserve"> </a:t>
            </a:r>
            <a:r>
              <a:rPr lang="ko-KR">
                <a:latin typeface="NanumGothic"/>
                <a:ea typeface="NanumGothic"/>
                <a:cs typeface="NanumGothic"/>
              </a:rPr>
              <a:t>한</a:t>
            </a:r>
            <a:r>
              <a:rPr lang="en-US">
                <a:latin typeface="Poppins"/>
                <a:ea typeface="Poppins"/>
                <a:cs typeface="Poppins"/>
              </a:rPr>
              <a:t xml:space="preserve"> </a:t>
            </a:r>
            <a:r>
              <a:rPr lang="ko-KR">
                <a:latin typeface="NanumGothic"/>
                <a:ea typeface="NanumGothic"/>
                <a:cs typeface="NanumGothic"/>
              </a:rPr>
              <a:t>장</a:t>
            </a:r>
            <a:r>
              <a:rPr lang="en-US">
                <a:latin typeface="Poppins"/>
                <a:ea typeface="Poppins"/>
                <a:cs typeface="Poppins"/>
              </a:rPr>
              <a:t xml:space="preserve">, </a:t>
            </a:r>
            <a:r>
              <a:rPr lang="ko-KR">
                <a:latin typeface="NanumGothic"/>
                <a:ea typeface="NanumGothic"/>
                <a:cs typeface="NanumGothic"/>
              </a:rPr>
              <a:t>아키텍처</a:t>
            </a:r>
            <a:r>
              <a:rPr lang="en-US">
                <a:latin typeface="Poppins"/>
                <a:ea typeface="Poppins"/>
                <a:cs typeface="Poppins"/>
              </a:rPr>
              <a:t xml:space="preserve"> </a:t>
            </a:r>
            <a:r>
              <a:rPr lang="ko-KR">
                <a:latin typeface="NanumGothic"/>
                <a:ea typeface="NanumGothic"/>
                <a:cs typeface="NanumGothic"/>
              </a:rPr>
              <a:t>소개는</a:t>
            </a:r>
            <a:r>
              <a:rPr lang="en-US">
                <a:latin typeface="Poppins"/>
                <a:ea typeface="Poppins"/>
                <a:cs typeface="Poppins"/>
              </a:rPr>
              <a:t xml:space="preserve"> 3</a:t>
            </a:r>
            <a:r>
              <a:rPr lang="ko-KR">
                <a:latin typeface="NanumGothic"/>
                <a:ea typeface="NanumGothic"/>
                <a:cs typeface="NanumGothic"/>
              </a:rPr>
              <a:t>장</a:t>
            </a:r>
            <a:r>
              <a:rPr lang="en-US">
                <a:latin typeface="Poppins"/>
                <a:ea typeface="Poppins"/>
                <a:cs typeface="Poppins"/>
              </a:rPr>
              <a:t xml:space="preserve"> </a:t>
            </a:r>
            <a:r>
              <a:rPr lang="ko-KR">
                <a:latin typeface="NanumGothic"/>
                <a:ea typeface="NanumGothic"/>
                <a:cs typeface="NanumGothic"/>
              </a:rPr>
              <a:t>한</a:t>
            </a:r>
            <a:r>
              <a:rPr lang="en-US">
                <a:latin typeface="Poppins"/>
                <a:ea typeface="Poppins"/>
                <a:cs typeface="Poppins"/>
              </a:rPr>
              <a:t xml:space="preserve"> </a:t>
            </a:r>
            <a:r>
              <a:rPr lang="ko-KR">
                <a:latin typeface="NanumGothic"/>
                <a:ea typeface="NanumGothic"/>
                <a:cs typeface="NanumGothic"/>
              </a:rPr>
              <a:t>장</a:t>
            </a:r>
            <a:r>
              <a:rPr lang="en-US">
                <a:latin typeface="Poppins"/>
                <a:ea typeface="Poppins"/>
                <a:cs typeface="Poppins"/>
              </a:rPr>
              <a:t xml:space="preserve">. </a:t>
            </a:r>
            <a:r>
              <a:rPr lang="ko-KR">
                <a:latin typeface="NanumGothic"/>
                <a:ea typeface="NanumGothic"/>
                <a:cs typeface="NanumGothic"/>
              </a:rPr>
              <a:t>사용자의</a:t>
            </a:r>
            <a:r>
              <a:rPr lang="en-US">
                <a:latin typeface="Poppins"/>
                <a:ea typeface="Poppins"/>
                <a:cs typeface="Poppins"/>
              </a:rPr>
              <a:t xml:space="preserve"> </a:t>
            </a:r>
            <a:r>
              <a:rPr lang="ko-KR">
                <a:latin typeface="NanumGothic"/>
                <a:ea typeface="NanumGothic"/>
                <a:cs typeface="NanumGothic"/>
              </a:rPr>
              <a:t>요청에</a:t>
            </a:r>
            <a:r>
              <a:rPr lang="en-US">
                <a:latin typeface="Poppins"/>
                <a:ea typeface="Poppins"/>
                <a:cs typeface="Poppins"/>
              </a:rPr>
              <a:t xml:space="preserve"> </a:t>
            </a:r>
            <a:r>
              <a:rPr lang="ko-KR">
                <a:latin typeface="NanumGothic"/>
                <a:ea typeface="NanumGothic"/>
                <a:cs typeface="NanumGothic"/>
              </a:rPr>
              <a:t>따라</a:t>
            </a:r>
            <a:r>
              <a:rPr lang="en-US">
                <a:latin typeface="Poppins"/>
                <a:ea typeface="Poppins"/>
                <a:cs typeface="Poppins"/>
              </a:rPr>
              <a:t xml:space="preserve"> </a:t>
            </a:r>
            <a:r>
              <a:rPr lang="ko-KR">
                <a:latin typeface="NanumGothic"/>
                <a:ea typeface="NanumGothic"/>
                <a:cs typeface="NanumGothic"/>
              </a:rPr>
              <a:t>물리</a:t>
            </a:r>
            <a:r>
              <a:rPr lang="en-US">
                <a:latin typeface="Poppins"/>
                <a:ea typeface="Poppins"/>
                <a:cs typeface="Poppins"/>
              </a:rPr>
              <a:t xml:space="preserve"> </a:t>
            </a:r>
            <a:r>
              <a:rPr lang="ko-KR">
                <a:latin typeface="NanumGothic"/>
                <a:ea typeface="NanumGothic"/>
                <a:cs typeface="NanumGothic"/>
              </a:rPr>
              <a:t>보드</a:t>
            </a:r>
            <a:r>
              <a:rPr lang="en-US">
                <a:latin typeface="Poppins"/>
                <a:ea typeface="Poppins"/>
                <a:cs typeface="Poppins"/>
              </a:rPr>
              <a:t xml:space="preserve"> </a:t>
            </a:r>
            <a:r>
              <a:rPr lang="ko-KR">
                <a:latin typeface="NanumGothic"/>
                <a:ea typeface="NanumGothic"/>
                <a:cs typeface="NanumGothic"/>
              </a:rPr>
              <a:t>실측</a:t>
            </a:r>
            <a:r>
              <a:rPr lang="en-US">
                <a:latin typeface="Poppins"/>
                <a:ea typeface="Poppins"/>
                <a:cs typeface="Poppins"/>
              </a:rPr>
              <a:t xml:space="preserve"> </a:t>
            </a:r>
            <a:r>
              <a:rPr lang="ko-KR">
                <a:latin typeface="NanumGothic"/>
                <a:ea typeface="NanumGothic"/>
                <a:cs typeface="NanumGothic"/>
              </a:rPr>
              <a:t>결과는</a:t>
            </a:r>
            <a:r>
              <a:rPr lang="en-US">
                <a:latin typeface="Poppins"/>
                <a:ea typeface="Poppins"/>
                <a:cs typeface="Poppins"/>
              </a:rPr>
              <a:t xml:space="preserve"> </a:t>
            </a:r>
            <a:r>
              <a:rPr lang="ko-KR">
                <a:latin typeface="NanumGothic"/>
                <a:ea typeface="NanumGothic"/>
                <a:cs typeface="NanumGothic"/>
              </a:rPr>
              <a:t>포함하지</a:t>
            </a:r>
            <a:r>
              <a:rPr lang="en-US">
                <a:latin typeface="Poppins"/>
                <a:ea typeface="Poppins"/>
                <a:cs typeface="Poppins"/>
              </a:rPr>
              <a:t xml:space="preserve"> </a:t>
            </a:r>
            <a:r>
              <a:rPr lang="ko-KR">
                <a:latin typeface="NanumGothic"/>
                <a:ea typeface="NanumGothic"/>
                <a:cs typeface="NanumGothic"/>
              </a:rPr>
              <a:t>않음</a:t>
            </a:r>
            <a:r>
              <a:rPr lang="en-US">
                <a:latin typeface="Poppins"/>
                <a:ea typeface="Poppins"/>
                <a:cs typeface="Poppins"/>
              </a:rPr>
              <a:t xml:space="preserve">. </a:t>
            </a:r>
            <a:r>
              <a:rPr lang="ko-KR">
                <a:latin typeface="NanumGothic"/>
                <a:ea typeface="NanumGothic"/>
                <a:cs typeface="NanumGothic"/>
              </a:rPr>
              <a:t>원본</a:t>
            </a:r>
            <a:r>
              <a:rPr lang="en-US">
                <a:latin typeface="Poppins"/>
                <a:ea typeface="Poppins"/>
                <a:cs typeface="Poppins"/>
              </a:rPr>
              <a:t xml:space="preserve"> PDF</a:t>
            </a:r>
            <a:r>
              <a:rPr lang="ko-KR">
                <a:latin typeface="NanumGothic"/>
                <a:ea typeface="NanumGothic"/>
                <a:cs typeface="NanumGothic"/>
              </a:rPr>
              <a:t>와</a:t>
            </a:r>
            <a:r>
              <a:rPr lang="en-US">
                <a:latin typeface="Poppins"/>
                <a:ea typeface="Poppins"/>
                <a:cs typeface="Poppins"/>
              </a:rPr>
              <a:t xml:space="preserve"> </a:t>
            </a:r>
            <a:r>
              <a:rPr lang="ko-KR">
                <a:latin typeface="NanumGothic"/>
                <a:ea typeface="NanumGothic"/>
                <a:cs typeface="NanumGothic"/>
              </a:rPr>
              <a:t>리뷰는</a:t>
            </a:r>
            <a:r>
              <a:rPr lang="en-US">
                <a:latin typeface="Poppins"/>
                <a:ea typeface="Poppins"/>
                <a:cs typeface="Poppins"/>
              </a:rPr>
              <a:t xml:space="preserve"> </a:t>
            </a:r>
            <a:r>
              <a:rPr lang="ko-KR">
                <a:latin typeface="NanumGothic"/>
                <a:ea typeface="NanumGothic"/>
                <a:cs typeface="NanumGothic"/>
              </a:rPr>
              <a:t>구조</a:t>
            </a:r>
            <a:r>
              <a:rPr lang="en-US">
                <a:latin typeface="Poppins"/>
                <a:ea typeface="Poppins"/>
                <a:cs typeface="Poppins"/>
              </a:rPr>
              <a:t xml:space="preserve"> </a:t>
            </a:r>
            <a:r>
              <a:rPr lang="ko-KR">
                <a:latin typeface="NanumGothic"/>
                <a:ea typeface="NanumGothic"/>
                <a:cs typeface="NanumGothic"/>
              </a:rPr>
              <a:t>참고</a:t>
            </a:r>
            <a:r>
              <a:rPr lang="en-US">
                <a:latin typeface="Poppins"/>
                <a:ea typeface="Poppins"/>
                <a:cs typeface="Poppins"/>
              </a:rPr>
              <a:t xml:space="preserve">, </a:t>
            </a:r>
            <a:r>
              <a:rPr lang="ko-KR">
                <a:latin typeface="NanumGothic"/>
                <a:ea typeface="NanumGothic"/>
                <a:cs typeface="NanumGothic"/>
              </a:rPr>
              <a:t>수치는</a:t>
            </a:r>
            <a:r>
              <a:rPr lang="en-US">
                <a:latin typeface="Poppins"/>
                <a:ea typeface="Poppins"/>
                <a:cs typeface="Poppins"/>
              </a:rPr>
              <a:t xml:space="preserve"> </a:t>
            </a:r>
            <a:r>
              <a:rPr lang="ko-KR">
                <a:latin typeface="NanumGothic"/>
                <a:ea typeface="NanumGothic"/>
                <a:cs typeface="NanumGothic"/>
              </a:rPr>
              <a:t>저장소</a:t>
            </a:r>
            <a:r>
              <a:rPr lang="en-US">
                <a:latin typeface="Poppins"/>
                <a:ea typeface="Poppins"/>
                <a:cs typeface="Poppins"/>
              </a:rPr>
              <a:t xml:space="preserve"> CSV</a:t>
            </a:r>
            <a:r>
              <a:rPr lang="ko-KR">
                <a:latin typeface="NanumGothic"/>
                <a:ea typeface="NanumGothic"/>
                <a:cs typeface="NanumGothic"/>
              </a:rPr>
              <a:t>에서</a:t>
            </a:r>
            <a:r>
              <a:rPr lang="en-US">
                <a:latin typeface="Poppins"/>
                <a:ea typeface="Poppins"/>
                <a:cs typeface="Poppins"/>
              </a:rPr>
              <a:t xml:space="preserve"> </a:t>
            </a:r>
            <a:r>
              <a:rPr lang="ko-KR">
                <a:latin typeface="NanumGothic"/>
                <a:ea typeface="NanumGothic"/>
                <a:cs typeface="NanumGothic"/>
              </a:rPr>
              <a:t>재집계</a:t>
            </a:r>
            <a:r>
              <a:rPr lang="en-US">
                <a:latin typeface="Poppins"/>
                <a:ea typeface="Poppins"/>
                <a:cs typeface="Poppins"/>
              </a:rP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REPORT.md §3.2–3.4. 제한 요인 7종(3_4_mechanism_evidence_matrix.csv)을 메모리 시스템 쪽 3종과 연산 구조·컴파일 쪽 4종으로 묶음 — 이 묶음은 발표용 분류. §4(Vela)는 부록 A1·A2. 물리 보드 결과 미포함.</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a:spLocks noGrp="1"/>
          </p:cNvSpPr>
          <p:nvPr>
            <p:ph type="sldImg"/>
          </p:nvPr>
        </p:nvSpPr>
        <p:spPr>
          <a:xfrm rot="0">
            <a:off x="685800" y="1143000"/>
            <a:ext cx="5487035" cy="3086735"/>
          </a:xfrm>
          <a:prstGeom prst="rect"/>
          <a:noFill/>
          <a:ln w="12700" cap="flat" cmpd="sng">
            <a:solidFill>
              <a:srgbClr val="000000">
                <a:alpha val="100000"/>
              </a:srgbClr>
            </a:solidFill>
            <a:prstDash val="solid"/>
          </a:ln>
        </p:spPr>
        <p:txBody>
          <a:bodyPr wrap="square" lIns="0" tIns="0" rIns="0" bIns="0" vert="horz" anchor="t">
            <a:noAutofit/>
          </a:bodyPr>
          <a:lstStyle/>
          <a:p>
            <a:pPr marL="0" indent="0"/>
          </a:p>
        </p:txBody>
      </p:sp>
      <p:sp>
        <p:nvSpPr>
          <p:cNvPr id="3" name="Rect 0"/>
          <p:cNvSpPr txBox="1">
            <a:spLocks noGrp="1"/>
          </p:cNvSpPr>
          <p:nvPr>
            <p:ph type="body"/>
          </p:nvPr>
        </p:nvSpPr>
        <p:spPr>
          <a:xfrm rot="0">
            <a:off x="685800" y="4400550"/>
            <a:ext cx="5487035" cy="3601085"/>
          </a:xfrm>
          <a:prstGeom prst="rect"/>
        </p:spPr>
        <p:txBody>
          <a:bodyPr wrap="square" lIns="91440" tIns="45720" rIns="91440" bIns="45720" vert="horz" anchor="t">
            <a:noAutofit/>
          </a:bodyPr>
          <a:lstStyle/>
          <a:p>
            <a:pPr marL="0" indent="0">
              <a:buFontTx/>
              <a:buNone/>
            </a:pPr>
            <a:r>
              <a:rPr>
                <a:latin typeface="나눔고딕" charset="0"/>
                <a:ea typeface="나눔고딕" charset="0"/>
                <a:sym typeface="나눔고딕" charset="0"/>
              </a:rPr>
              <a:t>원본: /Users/gihwan/Desktop/ethos_u_presentation/ethos_u_talk_v4.pptx</a:t>
            </a:r>
          </a:p>
          <a:p>
            <a:pPr marL="0" indent="0">
              <a:buFontTx/>
              <a:buNone/>
            </a:pPr>
            <a:r>
              <a:rPr>
                <a:latin typeface="나눔고딕" charset="0"/>
                <a:ea typeface="나눔고딕" charset="0"/>
                <a:sym typeface="나눔고딕" charset="0"/>
              </a:rPr>
              <a:t>원본 페이지: 2</a:t>
            </a:r>
          </a:p>
          <a:p>
            <a:pPr marL="0" indent="0">
              <a:buFontTx/>
              <a:buNone/>
            </a:pPr>
            <a:r>
              <a:rPr>
                <a:latin typeface="나눔고딕" charset="0"/>
                <a:ea typeface="나눔고딕" charset="0"/>
                <a:sym typeface="나눔고딕" charset="0"/>
              </a:rPr>
              <a:t>원본 ethos_u_talk_v4.pptx 2페이지를 사용자 요청으로 표지 바로 다음에 추가. 제품 사양·데이터 형식·적용 분야를 원본에서 옮김. 발표 범위 문구는 앞선 사용자 요청에 맞춰 Corstone Family로 조정하고 MPS4 검증 및 U85 단독 중심 문구는 제외. 최대 성능은 원본에 명시된 1 GHz 기준 벤더 수치이며 이번 실험의 실측값이 아님.</a:t>
            </a: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a:spLocks noGrp="1"/>
          </p:cNvSpPr>
          <p:nvPr>
            <p:ph type="sldImg"/>
          </p:nvPr>
        </p:nvSpPr>
        <p:spPr>
          <a:xfrm rot="0">
            <a:off x="685800" y="1143000"/>
            <a:ext cx="5487035" cy="3086735"/>
          </a:xfrm>
          <a:prstGeom prst="rect"/>
          <a:noFill/>
          <a:ln w="12700" cap="flat" cmpd="sng">
            <a:solidFill>
              <a:srgbClr val="000000">
                <a:alpha val="100000"/>
              </a:srgbClr>
            </a:solidFill>
            <a:prstDash val="solid"/>
          </a:ln>
        </p:spPr>
        <p:txBody>
          <a:bodyPr wrap="square" lIns="0" tIns="0" rIns="0" bIns="0" vert="horz" anchor="t">
            <a:noAutofit/>
          </a:bodyPr>
          <a:lstStyle/>
          <a:p>
            <a:pPr marL="0" indent="0"/>
          </a:p>
        </p:txBody>
      </p:sp>
      <p:sp>
        <p:nvSpPr>
          <p:cNvPr id="3" name="Rect 0"/>
          <p:cNvSpPr txBox="1">
            <a:spLocks noGrp="1"/>
          </p:cNvSpPr>
          <p:nvPr>
            <p:ph type="body"/>
          </p:nvPr>
        </p:nvSpPr>
        <p:spPr>
          <a:xfrm rot="0">
            <a:off x="685800" y="4400550"/>
            <a:ext cx="5487035" cy="3601085"/>
          </a:xfrm>
          <a:prstGeom prst="rect"/>
        </p:spPr>
        <p:txBody>
          <a:bodyPr wrap="square" lIns="91440" tIns="45720" rIns="91440" bIns="45720" vert="horz" anchor="t">
            <a:noAutofit/>
          </a:bodyPr>
          <a:lstStyle/>
          <a:p>
            <a:pPr marL="0" indent="0">
              <a:buFontTx/>
              <a:buNone/>
            </a:pPr>
            <a:r>
              <a:rPr>
                <a:latin typeface="나눔고딕" charset="0"/>
                <a:ea typeface="나눔고딕" charset="0"/>
                <a:sym typeface="나눔고딕" charset="0"/>
              </a:rPr>
              <a:t>원본: /Users/gihwan/Desktop/ethos_u_presentation/ethos_u_talk_v4.pptx</a:t>
            </a:r>
          </a:p>
          <a:p>
            <a:pPr marL="0" indent="0">
              <a:buFontTx/>
              <a:buNone/>
            </a:pPr>
            <a:r>
              <a:rPr>
                <a:latin typeface="나눔고딕" charset="0"/>
                <a:ea typeface="나눔고딕" charset="0"/>
                <a:sym typeface="나눔고딕" charset="0"/>
              </a:rPr>
              <a:t>원본 페이지: 4–5</a:t>
            </a:r>
          </a:p>
          <a:p>
            <a:pPr marL="0" indent="0">
              <a:buFontTx/>
              <a:buNone/>
            </a:pPr>
            <a:r>
              <a:rPr>
                <a:latin typeface="나눔고딕" charset="0"/>
                <a:ea typeface="나눔고딕" charset="0"/>
                <a:sym typeface="나눔고딕" charset="0"/>
              </a:rPr>
              <a:t>원본 Corstone-320 시스템 블록도와 Ethos-U85 내부 유닛을 한 장으로 통합. 단순화된 기능도이며 실제 배선·유닛 간 위상이나 CPU 직접 인터페이스를 모두 나타내지 않음. MAC 전환에는 포트, 시스템 프로파일 및 컴파일 결과 변화가 결합될 수 있음.</a:t>
            </a: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atin typeface="NanumGothic"/>
                <a:ea typeface="NanumGothic"/>
                <a:cs typeface="NanumGothic"/>
              </a:rPr>
              <a:t>사용자</a:t>
            </a:r>
            <a:r>
              <a:rPr lang="en-US">
                <a:latin typeface="Poppins"/>
                <a:ea typeface="Poppins"/>
                <a:cs typeface="Poppins"/>
              </a:rPr>
              <a:t xml:space="preserve"> </a:t>
            </a:r>
            <a:r>
              <a:rPr lang="ko-KR">
                <a:latin typeface="NanumGothic"/>
                <a:ea typeface="NanumGothic"/>
                <a:cs typeface="NanumGothic"/>
              </a:rPr>
              <a:t>제공</a:t>
            </a:r>
            <a:r>
              <a:rPr lang="en-US">
                <a:latin typeface="Poppins"/>
                <a:ea typeface="Poppins"/>
                <a:cs typeface="Poppins"/>
              </a:rPr>
              <a:t xml:space="preserve"> ethos_corstone_slides.pptx:1–4</a:t>
            </a:r>
          </a:p>
          <a:p>
            <a:r>
              <a:rPr lang="en-US">
                <a:latin typeface="Poppins"/>
                <a:ea typeface="Poppins"/>
                <a:cs typeface="Poppins"/>
              </a:rPr>
              <a:t>docs/paper/context/SWEEP_METHOD_AND_COMMANDS.md:3</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latin typeface="Poppins"/>
                <a:ea typeface="Poppins"/>
                <a:cs typeface="Poppins"/>
              </a:rPr>
              <a:t>docs/paper/context/SWEEP_METHOD_AND_COMMANDS.md</a:t>
            </a:r>
          </a:p>
          <a:p>
            <a:r>
              <a:rPr lang="en-US">
                <a:latin typeface="Poppins"/>
                <a:ea typeface="Poppins"/>
                <a:cs typeface="Poppins"/>
              </a:rPr>
              <a:t>docs/paper/raw_data_report/SERVER_VERIFICATION.md</a:t>
            </a:r>
          </a:p>
          <a:p>
            <a:r>
              <a:rPr lang="en-US">
                <a:latin typeface="Poppins"/>
                <a:ea typeface="Poppins"/>
                <a:cs typeface="Poppins"/>
              </a:rPr>
              <a:t>docs/paper/raw_data_report/remeasure/R1_GATE_REPORT.md</a:t>
            </a:r>
          </a:p>
          <a:p/>
          <a:p>
            <a:r>
              <a:rPr lang="ko-KR">
                <a:latin typeface="NanumGothic"/>
                <a:ea typeface="NanumGothic"/>
                <a:cs typeface="NanumGothic"/>
              </a:rPr>
              <a:t>전체</a:t>
            </a:r>
            <a:r>
              <a:rPr lang="en-US">
                <a:latin typeface="Poppins"/>
                <a:ea typeface="Poppins"/>
                <a:cs typeface="Poppins"/>
              </a:rPr>
              <a:t xml:space="preserve"> sweep</a:t>
            </a:r>
            <a:r>
              <a:rPr lang="ko-KR">
                <a:latin typeface="NanumGothic"/>
                <a:ea typeface="NanumGothic"/>
                <a:cs typeface="NanumGothic"/>
              </a:rPr>
              <a:t>은</a:t>
            </a:r>
            <a:r>
              <a:rPr lang="en-US">
                <a:latin typeface="Poppins"/>
                <a:ea typeface="Poppins"/>
                <a:cs typeface="Poppins"/>
              </a:rPr>
              <a:t xml:space="preserve"> </a:t>
            </a:r>
            <a:r>
              <a:rPr lang="ko-KR">
                <a:latin typeface="NanumGothic"/>
                <a:ea typeface="NanumGothic"/>
                <a:cs typeface="NanumGothic"/>
              </a:rPr>
              <a:t>새</a:t>
            </a:r>
            <a:r>
              <a:rPr lang="en-US">
                <a:latin typeface="Poppins"/>
                <a:ea typeface="Poppins"/>
                <a:cs typeface="Poppins"/>
              </a:rPr>
              <a:t xml:space="preserve"> FVP </a:t>
            </a:r>
            <a:r>
              <a:rPr lang="ko-KR">
                <a:latin typeface="NanumGothic"/>
                <a:ea typeface="NanumGothic"/>
                <a:cs typeface="NanumGothic"/>
              </a:rPr>
              <a:t>프로세스</a:t>
            </a:r>
            <a:r>
              <a:rPr lang="en-US">
                <a:latin typeface="Poppins"/>
                <a:ea typeface="Poppins"/>
                <a:cs typeface="Poppins"/>
              </a:rPr>
              <a:t xml:space="preserve"> 3</a:t>
            </a:r>
            <a:r>
              <a:rPr lang="ko-KR">
                <a:latin typeface="NanumGothic"/>
                <a:ea typeface="NanumGothic"/>
                <a:cs typeface="NanumGothic"/>
              </a:rPr>
              <a:t>회</a:t>
            </a:r>
            <a:r>
              <a:rPr lang="en-US">
                <a:latin typeface="Poppins"/>
                <a:ea typeface="Poppins"/>
                <a:cs typeface="Poppins"/>
              </a:rPr>
              <a:t xml:space="preserve">; </a:t>
            </a:r>
            <a:r>
              <a:rPr lang="ko-KR">
                <a:latin typeface="NanumGothic"/>
                <a:ea typeface="NanumGothic"/>
                <a:cs typeface="NanumGothic"/>
              </a:rPr>
              <a:t>메모리</a:t>
            </a:r>
            <a:r>
              <a:rPr lang="en-US">
                <a:latin typeface="Poppins"/>
                <a:ea typeface="Poppins"/>
                <a:cs typeface="Poppins"/>
              </a:rPr>
              <a:t xml:space="preserve"> </a:t>
            </a:r>
            <a:r>
              <a:rPr lang="ko-KR">
                <a:latin typeface="NanumGothic"/>
                <a:ea typeface="NanumGothic"/>
                <a:cs typeface="NanumGothic"/>
              </a:rPr>
              <a:t>회수</a:t>
            </a:r>
            <a:r>
              <a:rPr lang="en-US">
                <a:latin typeface="Poppins"/>
                <a:ea typeface="Poppins"/>
                <a:cs typeface="Poppins"/>
              </a:rPr>
              <a:t xml:space="preserve"> R1</a:t>
            </a:r>
            <a:r>
              <a:rPr lang="ko-KR">
                <a:latin typeface="NanumGothic"/>
                <a:ea typeface="NanumGothic"/>
                <a:cs typeface="NanumGothic"/>
              </a:rPr>
              <a:t>은</a:t>
            </a:r>
            <a:r>
              <a:rPr lang="en-US">
                <a:latin typeface="Poppins"/>
                <a:ea typeface="Poppins"/>
                <a:cs typeface="Poppins"/>
              </a:rPr>
              <a:t xml:space="preserve"> </a:t>
            </a:r>
            <a:r>
              <a:rPr lang="ko-KR">
                <a:latin typeface="NanumGothic"/>
                <a:ea typeface="NanumGothic"/>
                <a:cs typeface="NanumGothic"/>
              </a:rPr>
              <a:t>별도</a:t>
            </a:r>
            <a:r>
              <a:rPr lang="en-US">
                <a:latin typeface="Poppins"/>
                <a:ea typeface="Poppins"/>
                <a:cs typeface="Poppins"/>
              </a:rPr>
              <a:t xml:space="preserve"> 2</a:t>
            </a:r>
            <a:r>
              <a:rPr lang="ko-KR">
                <a:latin typeface="NanumGothic"/>
                <a:ea typeface="NanumGothic"/>
                <a:cs typeface="NanumGothic"/>
              </a:rPr>
              <a:t>회이며</a:t>
            </a:r>
            <a:r>
              <a:rPr lang="en-US">
                <a:latin typeface="Poppins"/>
                <a:ea typeface="Poppins"/>
                <a:cs typeface="Poppins"/>
              </a:rPr>
              <a:t xml:space="preserve"> </a:t>
            </a:r>
            <a:r>
              <a:rPr lang="ko-KR">
                <a:latin typeface="NanumGothic"/>
                <a:ea typeface="NanumGothic"/>
                <a:cs typeface="NanumGothic"/>
              </a:rPr>
              <a:t>기존</a:t>
            </a:r>
            <a:r>
              <a:rPr lang="en-US">
                <a:latin typeface="Poppins"/>
                <a:ea typeface="Poppins"/>
                <a:cs typeface="Poppins"/>
              </a:rPr>
              <a:t xml:space="preserve"> </a:t>
            </a:r>
            <a:r>
              <a:rPr lang="ko-KR">
                <a:latin typeface="NanumGothic"/>
                <a:ea typeface="NanumGothic"/>
                <a:cs typeface="NanumGothic"/>
              </a:rPr>
              <a:t>산출물</a:t>
            </a:r>
            <a:r>
              <a:rPr lang="en-US">
                <a:latin typeface="Poppins"/>
                <a:ea typeface="Poppins"/>
                <a:cs typeface="Poppins"/>
              </a:rPr>
              <a:t xml:space="preserve">·TOTAL·ACTIVE </a:t>
            </a:r>
            <a:r>
              <a:rPr lang="ko-KR">
                <a:latin typeface="NanumGothic"/>
                <a:ea typeface="NanumGothic"/>
                <a:cs typeface="NanumGothic"/>
              </a:rPr>
              <a:t>일치</a:t>
            </a:r>
            <a:r>
              <a:rPr lang="en-US">
                <a:latin typeface="Poppins"/>
                <a:ea typeface="Poppins"/>
                <a:cs typeface="Poppins"/>
              </a:rPr>
              <a:t xml:space="preserve"> </a:t>
            </a:r>
            <a:r>
              <a:rPr lang="ko-KR">
                <a:latin typeface="NanumGothic"/>
                <a:ea typeface="NanumGothic"/>
                <a:cs typeface="NanumGothic"/>
              </a:rPr>
              <a:t>게이트</a:t>
            </a:r>
            <a:r>
              <a:rPr lang="en-US">
                <a:latin typeface="Poppins"/>
                <a:ea typeface="Poppins"/>
                <a:cs typeface="Poppins"/>
              </a:rPr>
              <a:t xml:space="preserve"> </a:t>
            </a:r>
            <a:r>
              <a:rPr lang="ko-KR">
                <a:latin typeface="NanumGothic"/>
                <a:ea typeface="NanumGothic"/>
                <a:cs typeface="NanumGothic"/>
              </a:rPr>
              <a:t>통과</a:t>
            </a:r>
            <a:r>
              <a:rPr lang="en-US">
                <a:latin typeface="Poppins"/>
                <a:ea typeface="Poppins"/>
                <a:cs typeface="Poppins"/>
              </a:rPr>
              <a:t xml:space="preserve">. </a:t>
            </a:r>
            <a:r>
              <a:rPr lang="ko-KR">
                <a:latin typeface="NanumGothic"/>
                <a:ea typeface="NanumGothic"/>
                <a:cs typeface="NanumGothic"/>
              </a:rPr>
              <a:t>연산</a:t>
            </a:r>
            <a:r>
              <a:rPr lang="en-US">
                <a:latin typeface="Poppins"/>
                <a:ea typeface="Poppins"/>
                <a:cs typeface="Poppins"/>
              </a:rPr>
              <a:t xml:space="preserve"> </a:t>
            </a:r>
            <a:r>
              <a:rPr lang="ko-KR">
                <a:latin typeface="NanumGothic"/>
                <a:ea typeface="NanumGothic"/>
                <a:cs typeface="NanumGothic"/>
              </a:rPr>
              <a:t>그룹</a:t>
            </a:r>
            <a:r>
              <a:rPr lang="en-US">
                <a:latin typeface="Poppins"/>
                <a:ea typeface="Poppins"/>
                <a:cs typeface="Poppins"/>
              </a:rPr>
              <a:t xml:space="preserve"> </a:t>
            </a:r>
            <a:r>
              <a:rPr lang="ko-KR">
                <a:latin typeface="NanumGothic"/>
                <a:ea typeface="NanumGothic"/>
                <a:cs typeface="NanumGothic"/>
              </a:rPr>
              <a:t>자료는</a:t>
            </a:r>
            <a:r>
              <a:rPr lang="en-US">
                <a:latin typeface="Poppins"/>
                <a:ea typeface="Poppins"/>
                <a:cs typeface="Poppins"/>
              </a:rPr>
              <a:t xml:space="preserve"> </a:t>
            </a:r>
            <a:r>
              <a:rPr lang="ko-KR">
                <a:latin typeface="NanumGothic"/>
                <a:ea typeface="NanumGothic"/>
                <a:cs typeface="NanumGothic"/>
              </a:rPr>
              <a:t>별도</a:t>
            </a:r>
            <a:r>
              <a:rPr lang="en-US">
                <a:latin typeface="Poppins"/>
                <a:ea typeface="Poppins"/>
                <a:cs typeface="Poppins"/>
              </a:rPr>
              <a:t xml:space="preserve"> </a:t>
            </a:r>
            <a:r>
              <a:rPr lang="ko-KR">
                <a:latin typeface="NanumGothic"/>
                <a:ea typeface="NanumGothic"/>
                <a:cs typeface="NanumGothic"/>
              </a:rPr>
              <a:t>계측</a:t>
            </a:r>
            <a:r>
              <a:rPr lang="en-US">
                <a:latin typeface="Poppins"/>
                <a:ea typeface="Poppins"/>
                <a:cs typeface="Poppins"/>
              </a:rPr>
              <a:t xml:space="preserve"> </a:t>
            </a:r>
            <a:r>
              <a:rPr lang="ko-KR">
                <a:latin typeface="NanumGothic"/>
                <a:ea typeface="NanumGothic"/>
                <a:cs typeface="NanumGothic"/>
              </a:rPr>
              <a:t>산출물로</a:t>
            </a:r>
            <a:r>
              <a:rPr lang="en-US">
                <a:latin typeface="Poppins"/>
                <a:ea typeface="Poppins"/>
                <a:cs typeface="Poppins"/>
              </a:rPr>
              <a:t xml:space="preserve"> </a:t>
            </a:r>
            <a:r>
              <a:rPr lang="ko-KR">
                <a:latin typeface="NanumGothic"/>
                <a:ea typeface="NanumGothic"/>
                <a:cs typeface="NanumGothic"/>
              </a:rPr>
              <a:t>전체</a:t>
            </a:r>
            <a:r>
              <a:rPr lang="en-US">
                <a:latin typeface="Poppins"/>
                <a:ea typeface="Poppins"/>
                <a:cs typeface="Poppins"/>
              </a:rPr>
              <a:t xml:space="preserve"> </a:t>
            </a:r>
            <a:r>
              <a:rPr lang="ko-KR">
                <a:latin typeface="NanumGothic"/>
                <a:ea typeface="NanumGothic"/>
                <a:cs typeface="NanumGothic"/>
              </a:rPr>
              <a:t>모델</a:t>
            </a:r>
            <a:r>
              <a:rPr lang="en-US">
                <a:latin typeface="Poppins"/>
                <a:ea typeface="Poppins"/>
                <a:cs typeface="Poppins"/>
              </a:rPr>
              <a:t xml:space="preserve"> </a:t>
            </a:r>
            <a:r>
              <a:rPr lang="ko-KR">
                <a:latin typeface="NanumGothic"/>
                <a:ea typeface="NanumGothic"/>
                <a:cs typeface="NanumGothic"/>
              </a:rPr>
              <a:t>결과와</a:t>
            </a:r>
            <a:r>
              <a:rPr lang="en-US">
                <a:latin typeface="Poppins"/>
                <a:ea typeface="Poppins"/>
                <a:cs typeface="Poppins"/>
              </a:rPr>
              <a:t xml:space="preserve"> </a:t>
            </a:r>
            <a:r>
              <a:rPr lang="ko-KR">
                <a:latin typeface="NanumGothic"/>
                <a:ea typeface="NanumGothic"/>
                <a:cs typeface="NanumGothic"/>
              </a:rPr>
              <a:t>혼합하지</a:t>
            </a:r>
            <a:r>
              <a:rPr lang="en-US">
                <a:latin typeface="Poppins"/>
                <a:ea typeface="Poppins"/>
                <a:cs typeface="Poppins"/>
              </a:rPr>
              <a:t xml:space="preserve"> </a:t>
            </a:r>
            <a:r>
              <a:rPr lang="ko-KR">
                <a:latin typeface="NanumGothic"/>
                <a:ea typeface="NanumGothic"/>
                <a:cs typeface="NanumGothic"/>
              </a:rPr>
              <a:t>않는다</a:t>
            </a:r>
            <a:r>
              <a:rPr lang="en-US">
                <a:latin typeface="Poppins"/>
                <a:ea typeface="Poppins"/>
                <a:cs typeface="Poppins"/>
              </a:rPr>
              <a:t xml:space="preserve">. Fusion/slicing </a:t>
            </a:r>
            <a:r>
              <a:rPr lang="ko-KR">
                <a:latin typeface="NanumGothic"/>
                <a:ea typeface="NanumGothic"/>
                <a:cs typeface="NanumGothic"/>
              </a:rPr>
              <a:t>때문에</a:t>
            </a:r>
            <a:r>
              <a:rPr lang="en-US">
                <a:latin typeface="Poppins"/>
                <a:ea typeface="Poppins"/>
                <a:cs typeface="Poppins"/>
              </a:rPr>
              <a:t xml:space="preserve"> </a:t>
            </a:r>
            <a:r>
              <a:rPr lang="ko-KR">
                <a:latin typeface="NanumGothic"/>
                <a:ea typeface="NanumGothic"/>
                <a:cs typeface="NanumGothic"/>
              </a:rPr>
              <a:t>원본</a:t>
            </a:r>
            <a:r>
              <a:rPr lang="en-US">
                <a:latin typeface="Poppins"/>
                <a:ea typeface="Poppins"/>
                <a:cs typeface="Poppins"/>
              </a:rPr>
              <a:t xml:space="preserve"> layer</a:t>
            </a:r>
            <a:r>
              <a:rPr lang="ko-KR">
                <a:latin typeface="NanumGothic"/>
                <a:ea typeface="NanumGothic"/>
                <a:cs typeface="NanumGothic"/>
              </a:rPr>
              <a:t>와</a:t>
            </a:r>
            <a:r>
              <a:rPr lang="en-US">
                <a:latin typeface="Poppins"/>
                <a:ea typeface="Poppins"/>
                <a:cs typeface="Poppins"/>
              </a:rPr>
              <a:t xml:space="preserve"> </a:t>
            </a:r>
            <a:r>
              <a:rPr lang="ko-KR">
                <a:latin typeface="NanumGothic"/>
                <a:ea typeface="NanumGothic"/>
                <a:cs typeface="NanumGothic"/>
              </a:rPr>
              <a:t>일대일</a:t>
            </a:r>
            <a:r>
              <a:rPr lang="en-US">
                <a:latin typeface="Poppins"/>
                <a:ea typeface="Poppins"/>
                <a:cs typeface="Poppins"/>
              </a:rPr>
              <a:t xml:space="preserve"> </a:t>
            </a:r>
            <a:r>
              <a:rPr lang="ko-KR">
                <a:latin typeface="NanumGothic"/>
                <a:ea typeface="NanumGothic"/>
                <a:cs typeface="NanumGothic"/>
              </a:rPr>
              <a:t>대응하지</a:t>
            </a:r>
            <a:r>
              <a:rPr lang="en-US">
                <a:latin typeface="Poppins"/>
                <a:ea typeface="Poppins"/>
                <a:cs typeface="Poppins"/>
              </a:rPr>
              <a:t xml:space="preserve"> </a:t>
            </a:r>
            <a:r>
              <a:rPr lang="ko-KR">
                <a:latin typeface="NanumGothic"/>
                <a:ea typeface="NanumGothic"/>
                <a:cs typeface="NanumGothic"/>
              </a:rPr>
              <a:t>않음</a:t>
            </a:r>
            <a:r>
              <a:rPr lang="en-US">
                <a:latin typeface="Poppins"/>
                <a:ea typeface="Poppins"/>
                <a:cs typeface="Poppins"/>
              </a:rP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a:spLocks noGrp="1"/>
          </p:cNvSpPr>
          <p:nvPr>
            <p:ph type="sldImg"/>
          </p:nvPr>
        </p:nvSpPr>
        <p:spPr>
          <a:xfrm rot="0">
            <a:off x="685800" y="1143000"/>
            <a:ext cx="5487035" cy="3086735"/>
          </a:xfrm>
          <a:prstGeom prst="rect"/>
          <a:noFill/>
          <a:ln w="12700" cap="flat" cmpd="sng">
            <a:solidFill>
              <a:srgbClr val="000000">
                <a:alpha val="100000"/>
              </a:srgbClr>
            </a:solidFill>
            <a:prstDash val="solid"/>
          </a:ln>
        </p:spPr>
        <p:txBody>
          <a:bodyPr wrap="square" lIns="0" tIns="0" rIns="0" bIns="0" vert="horz" anchor="t">
            <a:noAutofit/>
          </a:bodyPr>
          <a:lstStyle/>
          <a:p>
            <a:pPr marL="0" indent="0"/>
          </a:p>
        </p:txBody>
      </p:sp>
      <p:sp>
        <p:nvSpPr>
          <p:cNvPr id="3" name="Rect 0"/>
          <p:cNvSpPr txBox="1">
            <a:spLocks noGrp="1"/>
          </p:cNvSpPr>
          <p:nvPr>
            <p:ph type="body"/>
          </p:nvPr>
        </p:nvSpPr>
        <p:spPr>
          <a:xfrm rot="0">
            <a:off x="685800" y="4400550"/>
            <a:ext cx="5487035" cy="3601085"/>
          </a:xfrm>
          <a:prstGeom prst="rect"/>
        </p:spPr>
        <p:txBody>
          <a:bodyPr wrap="square" lIns="91440" tIns="45720" rIns="91440" bIns="45720" vert="horz" anchor="t">
            <a:noAutofit/>
          </a:bodyPr>
          <a:lstStyle/>
          <a:p>
            <a:pPr marL="0" indent="0">
              <a:buFontTx/>
              <a:buNone/>
            </a:pPr>
            <a:r>
              <a:rPr>
                <a:latin typeface="나눔고딕" charset="0"/>
                <a:ea typeface="나눔고딕" charset="0"/>
                <a:sym typeface="나눔고딕" charset="0"/>
              </a:rPr>
              <a:t>원본: /Users/gihwan/Desktop/ethos_u_presentation/ethos_u_talk_v4.pptx</a:t>
            </a:r>
          </a:p>
          <a:p>
            <a:pPr marL="0" indent="0">
              <a:buFontTx/>
              <a:buNone/>
            </a:pPr>
            <a:r>
              <a:rPr>
                <a:latin typeface="나눔고딕" charset="0"/>
                <a:ea typeface="나눔고딕" charset="0"/>
                <a:sym typeface="나눔고딕" charset="0"/>
              </a:rPr>
              <a:t>원본 페이지: 기존 5 + 8</a:t>
            </a:r>
          </a:p>
          <a:p>
            <a:pPr marL="0" indent="0">
              <a:buFontTx/>
              <a:buNone/>
            </a:pPr>
            <a:r>
              <a:rPr>
                <a:latin typeface="나눔고딕" charset="0"/>
                <a:ea typeface="나눔고딕" charset="0"/>
                <a:sym typeface="나눔고딕" charset="0"/>
              </a:rPr>
              <a:t>기존 옵션과 측정 지표 페이지 통합. 명령행 파라미터 및 설정 경로는 생략. System configuration은 컴파일러 성능 모델의 클럭·메모리 가정이고, Memory timing은 MLEK timing adapter의 서비스 조건으로 구분. 재현성 및 실행 구현 설명은 실험 방법 페이지에 둠. 추가 파생 지표: 도메인별 cost/geomean(7 workloads), Spearman rho. Idle=Total−Active. Total은 48-bit NPU cycle counter. CPU 전체 지연시간이나 MAC 활용률과 구분. MAC 2배에서 incremental efficiency&lt;0.5는 cycle 증가를 뜻하므로 일반적 포화 기준으로 표현하지 않음.</a:t>
            </a: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a:spLocks noGrp="1"/>
          </p:cNvSpPr>
          <p:nvPr>
            <p:ph type="sldImg"/>
          </p:nvPr>
        </p:nvSpPr>
        <p:spPr>
          <a:xfrm rot="0">
            <a:off x="685800" y="1143000"/>
            <a:ext cx="5487035" cy="3086735"/>
          </a:xfrm>
          <a:prstGeom prst="rect"/>
          <a:noFill/>
          <a:ln w="12700" cap="flat" cmpd="sng">
            <a:solidFill>
              <a:srgbClr val="000000">
                <a:alpha val="100000"/>
              </a:srgbClr>
            </a:solidFill>
            <a:prstDash val="solid"/>
          </a:ln>
        </p:spPr>
        <p:txBody>
          <a:bodyPr wrap="square" lIns="0" tIns="0" rIns="0" bIns="0" vert="horz" anchor="t">
            <a:noAutofit/>
          </a:bodyPr>
          <a:lstStyle/>
          <a:p>
            <a:pPr marL="0" indent="0"/>
          </a:p>
        </p:txBody>
      </p:sp>
      <p:sp>
        <p:nvSpPr>
          <p:cNvPr id="3" name="Rect 0"/>
          <p:cNvSpPr txBox="1">
            <a:spLocks noGrp="1"/>
          </p:cNvSpPr>
          <p:nvPr>
            <p:ph type="body"/>
          </p:nvPr>
        </p:nvSpPr>
        <p:spPr>
          <a:xfrm rot="0">
            <a:off x="685800" y="4400550"/>
            <a:ext cx="5487035" cy="3601085"/>
          </a:xfrm>
          <a:prstGeom prst="rect"/>
        </p:spPr>
        <p:txBody>
          <a:bodyPr wrap="square" lIns="91440" tIns="45720" rIns="91440" bIns="45720" vert="horz" anchor="t">
            <a:noAutofit/>
          </a:bodyPr>
          <a:lstStyle/>
          <a:p>
            <a:pPr marL="0" indent="0">
              <a:buFontTx/>
              <a:buNone/>
            </a:pPr>
            <a:r>
              <a:rPr>
                <a:latin typeface="나눔고딕" charset="0"/>
                <a:ea typeface="나눔고딕" charset="0"/>
                <a:sym typeface="나눔고딕" charset="0"/>
              </a:rPr>
              <a:t>원본: /Users/gihwan/Desktop/ethos_u_presentation/ethos_u_talk_v4.pptx</a:t>
            </a:r>
          </a:p>
          <a:p>
            <a:pPr marL="0" indent="0">
              <a:buFontTx/>
              <a:buNone/>
            </a:pPr>
            <a:r>
              <a:rPr>
                <a:latin typeface="나눔고딕" charset="0"/>
                <a:ea typeface="나눔고딕" charset="0"/>
                <a:sym typeface="나눔고딕" charset="0"/>
              </a:rPr>
              <a:t>원본 페이지: 10</a:t>
            </a:r>
          </a:p>
          <a:p>
            <a:pPr marL="0" indent="0">
              <a:buFontTx/>
              <a:buNone/>
            </a:pPr>
            <a:r>
              <a:rPr>
                <a:latin typeface="나눔고딕" charset="0"/>
                <a:ea typeface="나눔고딕" charset="0"/>
                <a:sym typeface="나눔고딕" charset="0"/>
              </a:rPr>
              <a:t>원본 모델/작업/정성적 연산 특성 표를 유지. vww4의 MobileNet 계보는 실제 모델 식별 확인 필요해 확정하지 않음. Wav2Letter 연산량 최대라는 미확인 정량 주장은 생략. MLPerf Tiny 자체 실행이 아니라 유사 task를 포함하는 MLEK 모델 평가임.</a:t>
            </a:r>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platform_sensitivity/X1_RESULTS.md,X3_METRIC_ROBUSTNESS.md,X1_LIMITATIONS.md,FVP_COMPARABILITY_MATRIX.md. ClassA U65 310↔315TAOFF 14/14canonical exact. ClassB platform+TA+FM동시변화NOT_SEPARATED. U85peer없음. TAON/ON쌍없어ClassA결과의TAON이전NOT_EVALUABLE.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raw_data_report/tables/3_3_cycles_by_mac.csv (normalized cost = C(w)/geomean), tables/3_2_whole_model_pmu.csv (ACTIVE/TOTAL, canonical_cells 74셀에서 재계산: U55 0.9908–1.0000, U65 0.9880–1.0000, U85 0.9756–1.0000). REPORT §3.2: ACTIVE ≠ compute utilization ≠ compute-bound. 막대는 패널 내부 상대 비용이며 세대 간 속도 비교가 아니다. v2 부록 A1 그림 재사용.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raw_data_report/tables/3_2_memory_traffic.csv, 3_2_whole_model_pmu.csv. U55/U65 분모 AXI0_RD+AXI0_WR+AXI1_RD (AXI1_WR 미수집). U85 분모 SRAM_RD+SRAM_WR+EXT_RD+EXT_WR (R1 재측정 회수). effective bandwidth는 beat 크기·클럭·TA 미확인으로 NOT_EVALUABLE. v2 부록 A2 그림 재사용.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원본15장그림. raw_data_report/tables/3_2_memory_traffic.csv 및3_3_cycles_by_mac.csv. U55/U65=AXI0_R+AXI0_W+AXI1_R(AXI1_W미수집);U85=SRAM_R/W+EXT_R/W,R1재측정값. NPU간항목정의다르므로직접비교금지. 전체memorytraffic 또는 bandwidth원인단정금지.</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raw_data_report/tables/3_3_cycles_by_mac.csv. 원본11장 대체; 점은 동일. 점선=baseline_MAC/current_MAC 이론적 참고선, Vela 예측 아님. U55 Wav2Letter는256MAC단일점이라 곡선제외. U85 system config 및 TA 조건 차이는 REPORT §3.1/3.3.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raw_data_report/tables/3_3_scaling_transitions.csv. 원본12장의 heatmap 유지. RNNoise U85 128→256 plateau;256→512 +19000;512→1024 −6000;1024→2048 +5000. 결측3개U55Wav2Letter. 분류경계0.75/0.5는기존고정값,0.5미만은2배MAC에서역전.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tables/3_4_mechanism_evidence_matrix.csv. 판단 어휘 대응: 판정 불가=NOT_EVALUABLE, 근거 부족=NOT_ESTABLISHED, 부합=CONSISTENT_WITH, 연관성 관측=ASSOCIATED_WITH, 용량 제약 확인=STRUCTURAL_CONTEXT. 두 종류 묶음은 발표용 분류.</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수치 출처: 11장 traffic share 그림(RNNoise 외부 경로 94/95/97%), 12장 beats-vs-cycles 그림(U65 KWS beat 1.03·cycle 0.60, AD 1.01·0.64), executability.csv(6 cells). effective bandwidth는 beat 크기·클럭·TA 파라미터 미확인으로 계산하지 않음. link-time overflow는 빌드 결과이며 runtime streaming bottleneck과 별개.</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출처: 14장 heatmap(U55 RNNoise 0.51/0.51/0.50, U85 RNNoise 128→256 0.50), 16장→18장 연산 그룹 분석(14그룹 증가 10, ublock 41/43·63/65·14/16), 3_4 matrix(DWConv count NOT_COLLECTED).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MANUSCRIPT.md §7.3/7.4; mechanism/U85_GROUP_DIFFERENTIAL.csv B-frozen rnnoise14groups; group_sum19060 vs formal19000별도경로. UBLOCK변화41/43,63/65,14/16은5모델124개분리가능연산모집단(계측CSV),rnnoise14그룹만아님. P1B_CROSSMODE_GROUPS rnnoise29공통그룹=24SAME전모드+3REGRESS전모드+2SO동일SH/DS증가. 27/29일치,증가↔감소반전0. 모드마다artifact다름. 14와29는분할이다름.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platform_sensitivity/X1_LIMITATIONS.md;mechanism/U85_MECHANISM_LIMITATIONS.md;U85_P1B_RESULTS.md;raw_data_report/REPORT.md §§3.4/4.1. 하드웨어검증추가하지않음.</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REPORT.md §3.2–3.4 요약. Vela(§4)는 부록. U85 예외를 Family 일반 결론으로 확대하지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원본16장수치. analysis/vela_fvp_trend_agreement.csv;raw_data_report/tables/4_2_transition_prediction.csv;4_1_accuracy_metrics.csv. Spearman11개중10개1,1개0.964286.절대오차REFUSED_ABSOLUTE. legacy saturation19/20를현재포화정확도처럼사용하지않음.</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원본17장그림. raw_data_report/tables/4_2_transition_prediction.csv. rnnoiseU85:128→256FVP동일Vela감소;256→512FVP증가Vela감소;512→1024FVP감소Vela증가;1024→2048둘다증가. 역전놓침은256→512에한정.</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fImage681856149273.png"/><Relationship Id="rId3" Type="http://schemas.openxmlformats.org/officeDocument/2006/relationships/image" Target="../media/fImage18856617686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fImage681857387929.png"/><Relationship Id="rId3" Type="http://schemas.openxmlformats.org/officeDocument/2006/relationships/image" Target="../media/fImage18856741960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fImage68185842887.png"/><Relationship Id="rId3" Type="http://schemas.openxmlformats.org/officeDocument/2006/relationships/image" Target="../media/fImage18856845251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fImage6818595084.png"/><Relationship Id="rId3" Type="http://schemas.openxmlformats.org/officeDocument/2006/relationships/image" Target="../media/fImage18856953207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fImage68185891804.png"/><Relationship Id="rId3" Type="http://schemas.openxmlformats.org/officeDocument/2006/relationships/image" Target="../media/fImage18856894605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fImage6818510674547.png"/><Relationship Id="rId3" Type="http://schemas.openxmlformats.org/officeDocument/2006/relationships/image" Target="../media/fImage188561070927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fImage6818515359780.png"/><Relationship Id="rId3" Type="http://schemas.openxmlformats.org/officeDocument/2006/relationships/image" Target="../media/fImage188561538879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B3E4942-5F08-2FE9-F4D7-52AF0DC90FDC}"/>
              </a:ext>
            </a:extLst>
          </p:cNvPr>
          <p:cNvSpPr/>
          <p:nvPr userDrawn="1"/>
        </p:nvSpPr>
        <p:spPr>
          <a:xfrm>
            <a:off x="-15242" y="630352"/>
            <a:ext cx="12216384"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7" name="Rectangle 6">
            <a:extLst>
              <a:ext uri="{FF2B5EF4-FFF2-40B4-BE49-F238E27FC236}">
                <a16:creationId xmlns:a16="http://schemas.microsoft.com/office/drawing/2014/main" id="{F5F9F10B-B5E0-F830-194B-369C6870E23B}"/>
              </a:ext>
            </a:extLst>
          </p:cNvPr>
          <p:cNvSpPr/>
          <p:nvPr userDrawn="1"/>
        </p:nvSpPr>
        <p:spPr>
          <a:xfrm>
            <a:off x="-15242" y="-9728"/>
            <a:ext cx="12216384" cy="64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4" name="Rectangle 3">
            <a:extLst>
              <a:ext uri="{FF2B5EF4-FFF2-40B4-BE49-F238E27FC236}">
                <a16:creationId xmlns:a16="http://schemas.microsoft.com/office/drawing/2014/main" id="{E7A83347-B13C-057C-02F8-B723255A9CF8}"/>
              </a:ext>
            </a:extLst>
          </p:cNvPr>
          <p:cNvSpPr/>
          <p:nvPr userDrawn="1"/>
        </p:nvSpPr>
        <p:spPr>
          <a:xfrm>
            <a:off x="0" y="6138152"/>
            <a:ext cx="12192000" cy="73152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972AEF22-5175-803C-8D23-10B8BA20EA5E}"/>
              </a:ext>
            </a:extLst>
          </p:cNvPr>
          <p:cNvSpPr>
            <a:spLocks noGrp="1"/>
          </p:cNvSpPr>
          <p:nvPr>
            <p:ph type="ctrTitle"/>
          </p:nvPr>
        </p:nvSpPr>
        <p:spPr>
          <a:xfrm>
            <a:off x="1524000" y="1171599"/>
            <a:ext cx="9144000" cy="2387600"/>
          </a:xfrm>
        </p:spPr>
        <p:txBody>
          <a:bodyPr anchor="b">
            <a:normAutofit/>
          </a:bodyPr>
          <a:lstStyle>
            <a:lvl1pPr algn="ctr">
              <a:defRPr sz="4800">
                <a:solidFill>
                  <a:schemeClr val="tx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Subtitle 2">
            <a:extLst>
              <a:ext uri="{FF2B5EF4-FFF2-40B4-BE49-F238E27FC236}">
                <a16:creationId xmlns:a16="http://schemas.microsoft.com/office/drawing/2014/main" id="{98D392BF-4F2A-DC05-BA58-64EFEE5D57E0}"/>
              </a:ext>
            </a:extLst>
          </p:cNvPr>
          <p:cNvSpPr>
            <a:spLocks noGrp="1"/>
          </p:cNvSpPr>
          <p:nvPr>
            <p:ph type="subTitle" idx="1"/>
          </p:nvPr>
        </p:nvSpPr>
        <p:spPr>
          <a:xfrm>
            <a:off x="1524000" y="3876358"/>
            <a:ext cx="9144000" cy="1655762"/>
          </a:xfrm>
        </p:spPr>
        <p:txBody>
          <a:bodyPr/>
          <a:lstStyle>
            <a:lvl1pPr marL="0" indent="0" algn="ctr">
              <a:buNone/>
              <a:defRPr sz="2400">
                <a:solidFill>
                  <a:schemeClr val="tx1"/>
                </a:solidFill>
                <a:latin typeface="Poppins"/>
                <a:ea typeface="NanumGothic"/>
                <a:cs typeface="Poppins"/>
              </a:defRPr>
            </a:lvl1pPr>
            <a:lvl2pPr marL="457200" indent="0" algn="ctr">
              <a:buNone/>
              <a:defRPr sz="2000">
                <a:latin typeface="Poppins"/>
                <a:ea typeface="NanumGothic"/>
                <a:cs typeface="Poppins"/>
              </a:defRPr>
            </a:lvl2pPr>
            <a:lvl3pPr marL="914400" indent="0" algn="ctr">
              <a:buNone/>
              <a:defRPr sz="1800">
                <a:latin typeface="Poppins"/>
                <a:ea typeface="NanumGothic"/>
                <a:cs typeface="Poppins"/>
              </a:defRPr>
            </a:lvl3pPr>
            <a:lvl4pPr marL="1371600" indent="0" algn="ctr">
              <a:buNone/>
              <a:defRPr sz="1600">
                <a:latin typeface="Poppins"/>
                <a:ea typeface="NanumGothic"/>
                <a:cs typeface="Poppins"/>
              </a:defRPr>
            </a:lvl4pPr>
            <a:lvl5pPr marL="1828800" indent="0" algn="ctr">
              <a:buNone/>
              <a:defRPr sz="1600">
                <a:latin typeface="Poppins"/>
                <a:ea typeface="NanumGothic"/>
                <a:cs typeface="Poppins"/>
              </a:defRPr>
            </a:lvl5pPr>
            <a:lvl6pPr marL="2286000" indent="0" algn="ctr">
              <a:buNone/>
              <a:defRPr sz="1600">
                <a:latin typeface="Poppins"/>
                <a:ea typeface="NanumGothic"/>
                <a:cs typeface="Poppins"/>
              </a:defRPr>
            </a:lvl6pPr>
            <a:lvl7pPr marL="2743200" indent="0" algn="ctr">
              <a:buNone/>
              <a:defRPr sz="1600">
                <a:latin typeface="Poppins"/>
                <a:ea typeface="NanumGothic"/>
                <a:cs typeface="Poppins"/>
              </a:defRPr>
            </a:lvl7pPr>
            <a:lvl8pPr marL="3200400" indent="0" algn="ctr">
              <a:buNone/>
              <a:defRPr sz="1600">
                <a:latin typeface="Poppins"/>
                <a:ea typeface="NanumGothic"/>
                <a:cs typeface="Poppins"/>
              </a:defRPr>
            </a:lvl8pPr>
            <a:lvl9pPr marL="3657600" indent="0" algn="ctr">
              <a:buNone/>
              <a:defRPr sz="1600">
                <a:latin typeface="Poppins"/>
                <a:ea typeface="NanumGothic"/>
                <a:cs typeface="Poppins"/>
              </a:defRPr>
            </a:lvl9pPr>
          </a:lstStyle>
          <a:p>
            <a:r>
              <a:rPr lang="en-US" dirty="0">
                <a:latin typeface="Poppins"/>
                <a:ea typeface="Poppins"/>
                <a:cs typeface="Poppins"/>
              </a:rPr>
              <a:t>Click to edit Master subtitle style</a:t>
            </a:r>
          </a:p>
        </p:txBody>
      </p:sp>
      <p:sp>
        <p:nvSpPr>
          <p:cNvPr id="6" name="Slide Number Placeholder 5">
            <a:extLst>
              <a:ext uri="{FF2B5EF4-FFF2-40B4-BE49-F238E27FC236}">
                <a16:creationId xmlns:a16="http://schemas.microsoft.com/office/drawing/2014/main" id="{78B6FFF8-D8D2-EB2C-D2B4-1A08F806FF19}"/>
              </a:ext>
            </a:extLst>
          </p:cNvPr>
          <p:cNvSpPr>
            <a:spLocks noGrp="1"/>
          </p:cNvSpPr>
          <p:nvPr>
            <p:ph type="sldNum" sz="quarter" idx="12"/>
          </p:nvPr>
        </p:nvSpPr>
        <p:spPr>
          <a:xfrm>
            <a:off x="5730240" y="6341744"/>
            <a:ext cx="731520" cy="365125"/>
          </a:xfrm>
        </p:spPr>
        <p:txBody>
          <a:bodyPr/>
          <a:lstStyle>
            <a:lvl1pPr algn="ctr">
              <a:defRPr>
                <a:latin typeface="Poppins"/>
                <a:ea typeface="NanumGothic"/>
                <a:cs typeface="Poppins"/>
              </a:defRPr>
            </a:lvl1pPr>
          </a:lstStyle>
          <a:p>
            <a:fld id="{B0508F47-983B-411C-9695-335784CE33C0}" type="slidenum">
              <a:rPr lang="en-US" smtClean="0">
                <a:latin typeface="Poppins"/>
                <a:ea typeface="NanumGothic"/>
                <a:cs typeface="Poppins"/>
              </a:rPr>
              <a:pPr/>
              <a:t>‹#›</a:t>
            </a:fld>
            <a:endParaRPr lang="en-US" dirty="0">
              <a:latin typeface="Poppins"/>
              <a:ea typeface="NanumGothic"/>
              <a:cs typeface="Poppins"/>
            </a:endParaRPr>
          </a:p>
        </p:txBody>
      </p:sp>
      <p:pic>
        <p:nvPicPr>
          <p:cNvPr id="9" name="Picture 8" descr="Shape&#10;&#10;Description automatically generated with medium confidence">
            <a:extLst>
              <a:ext uri="{FF2B5EF4-FFF2-40B4-BE49-F238E27FC236}">
                <a16:creationId xmlns:a16="http://schemas.microsoft.com/office/drawing/2014/main" id="{9F241E57-D4F7-E922-8A39-D6A6D677D6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4241" b="13607"/>
          <a:stretch/>
        </p:blipFill>
        <p:spPr>
          <a:xfrm>
            <a:off x="10404665" y="6364666"/>
            <a:ext cx="1596835" cy="329184"/>
          </a:xfrm>
          <a:prstGeom prst="rect">
            <a:avLst/>
          </a:prstGeom>
        </p:spPr>
      </p:pic>
      <p:sp>
        <p:nvSpPr>
          <p:cNvPr id="10" name="Rectangle 9">
            <a:extLst>
              <a:ext uri="{FF2B5EF4-FFF2-40B4-BE49-F238E27FC236}">
                <a16:creationId xmlns:a16="http://schemas.microsoft.com/office/drawing/2014/main" id="{2A4FEB64-B714-0598-AEE1-EB9D00CCB0EA}"/>
              </a:ext>
            </a:extLst>
          </p:cNvPr>
          <p:cNvSpPr/>
          <p:nvPr userDrawn="1"/>
        </p:nvSpPr>
        <p:spPr>
          <a:xfrm>
            <a:off x="6655847" y="6346696"/>
            <a:ext cx="355473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chemeClr val="tx1"/>
                </a:solidFill>
                <a:latin typeface="Poppins"/>
                <a:ea typeface="Poppins"/>
                <a:cs typeface="Poppins"/>
              </a:rPr>
              <a:t>Compiler &amp; System Software Laboratory</a:t>
            </a:r>
          </a:p>
        </p:txBody>
      </p:sp>
      <p:sp>
        <p:nvSpPr>
          <p:cNvPr id="11" name="Rectangle 10">
            <a:extLst>
              <a:ext uri="{FF2B5EF4-FFF2-40B4-BE49-F238E27FC236}">
                <a16:creationId xmlns:a16="http://schemas.microsoft.com/office/drawing/2014/main" id="{75023385-772D-AA5A-6F2D-E42646453E86}"/>
              </a:ext>
            </a:extLst>
          </p:cNvPr>
          <p:cNvSpPr/>
          <p:nvPr userDrawn="1"/>
        </p:nvSpPr>
        <p:spPr>
          <a:xfrm>
            <a:off x="883920" y="6346696"/>
            <a:ext cx="355473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Poppins"/>
                <a:ea typeface="Poppins"/>
                <a:cs typeface="Poppins"/>
              </a:rPr>
              <a:t>School of Computing @ College of Software</a:t>
            </a:r>
          </a:p>
        </p:txBody>
      </p:sp>
      <p:pic>
        <p:nvPicPr>
          <p:cNvPr id="12" name="Picture 11" descr="Icon&#10;&#10;Description automatically generated">
            <a:extLst>
              <a:ext uri="{FF2B5EF4-FFF2-40B4-BE49-F238E27FC236}">
                <a16:creationId xmlns:a16="http://schemas.microsoft.com/office/drawing/2014/main" id="{056F9514-CF1D-C02B-61CF-99E5DFD4AF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0500" y="6366325"/>
            <a:ext cx="548640" cy="325865"/>
          </a:xfrm>
          <a:prstGeom prst="rect">
            <a:avLst/>
          </a:prstGeom>
        </p:spPr>
      </p:pic>
    </p:spTree>
    <p:extLst>
      <p:ext uri="{BB962C8B-B14F-4D97-AF65-F5344CB8AC3E}">
        <p14:creationId xmlns:p14="http://schemas.microsoft.com/office/powerpoint/2010/main" val="17125584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40FA6B-6759-1E4D-9BE0-62C4BBE781FC}"/>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49A39A9A-A2D7-B745-6002-D0C6671650B7}"/>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Content Placeholder 2">
            <a:extLst>
              <a:ext uri="{FF2B5EF4-FFF2-40B4-BE49-F238E27FC236}">
                <a16:creationId xmlns:a16="http://schemas.microsoft.com/office/drawing/2014/main" id="{EB1BD285-6C29-67B9-1318-CCCA093F654F}"/>
              </a:ext>
            </a:extLst>
          </p:cNvPr>
          <p:cNvSpPr>
            <a:spLocks noGrp="1"/>
          </p:cNvSpPr>
          <p:nvPr>
            <p:ph idx="1"/>
          </p:nvPr>
        </p:nvSpPr>
        <p:spPr/>
        <p:txBody>
          <a:bodyPr/>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6" name="Slide Number Placeholder 5">
            <a:extLst>
              <a:ext uri="{FF2B5EF4-FFF2-40B4-BE49-F238E27FC236}">
                <a16:creationId xmlns:a16="http://schemas.microsoft.com/office/drawing/2014/main" id="{D76B957A-0A08-6627-1DAF-238F17CD767B}"/>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4004331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2AC1A-18C3-D381-2CEC-0AA63DD9FFE3}"/>
              </a:ext>
            </a:extLst>
          </p:cNvPr>
          <p:cNvSpPr>
            <a:spLocks noGrp="1"/>
          </p:cNvSpPr>
          <p:nvPr>
            <p:ph type="title"/>
          </p:nvPr>
        </p:nvSpPr>
        <p:spPr>
          <a:xfrm>
            <a:off x="831850" y="1709738"/>
            <a:ext cx="10515600" cy="2852737"/>
          </a:xfrm>
        </p:spPr>
        <p:txBody>
          <a:bodyPr anchor="b"/>
          <a:lstStyle>
            <a:lvl1pPr>
              <a:defRPr sz="6000">
                <a:latin typeface="Poppins"/>
                <a:ea typeface="NanumGothic"/>
                <a:cs typeface="Poppins"/>
              </a:defRPr>
            </a:lvl1pPr>
          </a:lstStyle>
          <a:p>
            <a:r>
              <a:rPr lang="en-US" dirty="0">
                <a:latin typeface="Poppins"/>
                <a:ea typeface="Poppins"/>
                <a:cs typeface="Poppins"/>
              </a:rPr>
              <a:t>Click to edit Master title style</a:t>
            </a:r>
          </a:p>
        </p:txBody>
      </p:sp>
      <p:sp>
        <p:nvSpPr>
          <p:cNvPr id="3" name="Text Placeholder 2">
            <a:extLst>
              <a:ext uri="{FF2B5EF4-FFF2-40B4-BE49-F238E27FC236}">
                <a16:creationId xmlns:a16="http://schemas.microsoft.com/office/drawing/2014/main" id="{80283954-0FE4-B62A-2C42-099F6A9309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Poppins"/>
                <a:ea typeface="NanumGothic"/>
                <a:cs typeface="Poppins"/>
              </a:defRPr>
            </a:lvl1pPr>
            <a:lvl2pPr marL="457200" indent="0">
              <a:buNone/>
              <a:defRPr sz="2000">
                <a:solidFill>
                  <a:schemeClr val="tx1">
                    <a:tint val="75000"/>
                  </a:schemeClr>
                </a:solidFill>
                <a:latin typeface="Poppins"/>
                <a:ea typeface="NanumGothic"/>
                <a:cs typeface="Poppins"/>
              </a:defRPr>
            </a:lvl2pPr>
            <a:lvl3pPr marL="914400" indent="0">
              <a:buNone/>
              <a:defRPr sz="1800">
                <a:solidFill>
                  <a:schemeClr val="tx1">
                    <a:tint val="75000"/>
                  </a:schemeClr>
                </a:solidFill>
                <a:latin typeface="Poppins"/>
                <a:ea typeface="NanumGothic"/>
                <a:cs typeface="Poppins"/>
              </a:defRPr>
            </a:lvl3pPr>
            <a:lvl4pPr marL="1371600" indent="0">
              <a:buNone/>
              <a:defRPr sz="1600">
                <a:solidFill>
                  <a:schemeClr val="tx1">
                    <a:tint val="75000"/>
                  </a:schemeClr>
                </a:solidFill>
                <a:latin typeface="Poppins"/>
                <a:ea typeface="NanumGothic"/>
                <a:cs typeface="Poppins"/>
              </a:defRPr>
            </a:lvl4pPr>
            <a:lvl5pPr marL="1828800" indent="0">
              <a:buNone/>
              <a:defRPr sz="1600">
                <a:solidFill>
                  <a:schemeClr val="tx1">
                    <a:tint val="75000"/>
                  </a:schemeClr>
                </a:solidFill>
                <a:latin typeface="Poppins"/>
                <a:ea typeface="NanumGothic"/>
                <a:cs typeface="Poppins"/>
              </a:defRPr>
            </a:lvl5pPr>
            <a:lvl6pPr marL="2286000" indent="0">
              <a:buNone/>
              <a:defRPr sz="1600">
                <a:solidFill>
                  <a:schemeClr val="tx1">
                    <a:tint val="75000"/>
                  </a:schemeClr>
                </a:solidFill>
                <a:latin typeface="Poppins"/>
                <a:ea typeface="NanumGothic"/>
                <a:cs typeface="Poppins"/>
              </a:defRPr>
            </a:lvl6pPr>
            <a:lvl7pPr marL="2743200" indent="0">
              <a:buNone/>
              <a:defRPr sz="1600">
                <a:solidFill>
                  <a:schemeClr val="tx1">
                    <a:tint val="75000"/>
                  </a:schemeClr>
                </a:solidFill>
                <a:latin typeface="Poppins"/>
                <a:ea typeface="NanumGothic"/>
                <a:cs typeface="Poppins"/>
              </a:defRPr>
            </a:lvl7pPr>
            <a:lvl8pPr marL="3200400" indent="0">
              <a:buNone/>
              <a:defRPr sz="1600">
                <a:solidFill>
                  <a:schemeClr val="tx1">
                    <a:tint val="75000"/>
                  </a:schemeClr>
                </a:solidFill>
                <a:latin typeface="Poppins"/>
                <a:ea typeface="NanumGothic"/>
                <a:cs typeface="Poppins"/>
              </a:defRPr>
            </a:lvl8pPr>
            <a:lvl9pPr marL="3657600" indent="0">
              <a:buNone/>
              <a:defRPr sz="1600">
                <a:solidFill>
                  <a:schemeClr val="tx1">
                    <a:tint val="75000"/>
                  </a:schemeClr>
                </a:solidFill>
                <a:latin typeface="Poppins"/>
                <a:ea typeface="NanumGothic"/>
                <a:cs typeface="Poppins"/>
              </a:defRPr>
            </a:lvl9pPr>
          </a:lstStyle>
          <a:p>
            <a:pPr lvl="0"/>
            <a:r>
              <a:rPr lang="en-US">
                <a:latin typeface="Poppins"/>
                <a:ea typeface="Poppins"/>
                <a:cs typeface="Poppins"/>
              </a:rPr>
              <a:t>Click to edit Master text styles</a:t>
            </a:r>
          </a:p>
        </p:txBody>
      </p:sp>
      <p:sp>
        <p:nvSpPr>
          <p:cNvPr id="6" name="Slide Number Placeholder 5">
            <a:extLst>
              <a:ext uri="{FF2B5EF4-FFF2-40B4-BE49-F238E27FC236}">
                <a16:creationId xmlns:a16="http://schemas.microsoft.com/office/drawing/2014/main" id="{E21FEACE-CCDF-4CD7-9E6F-FDD2925EB0C1}"/>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3006098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34F0CA7-079E-395F-0E2D-110E475D4A08}"/>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B56D4F72-B284-475F-942D-4C48E04C57C6}"/>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Content Placeholder 2">
            <a:extLst>
              <a:ext uri="{FF2B5EF4-FFF2-40B4-BE49-F238E27FC236}">
                <a16:creationId xmlns:a16="http://schemas.microsoft.com/office/drawing/2014/main" id="{B720B83F-A118-2B1E-B099-60DD540B9612}"/>
              </a:ext>
            </a:extLst>
          </p:cNvPr>
          <p:cNvSpPr>
            <a:spLocks noGrp="1"/>
          </p:cNvSpPr>
          <p:nvPr>
            <p:ph sz="half" idx="1"/>
          </p:nvPr>
        </p:nvSpPr>
        <p:spPr>
          <a:xfrm>
            <a:off x="190500" y="1825625"/>
            <a:ext cx="5829300" cy="4351338"/>
          </a:xfrm>
        </p:spPr>
        <p:txBody>
          <a:bodyPr/>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4" name="Content Placeholder 3">
            <a:extLst>
              <a:ext uri="{FF2B5EF4-FFF2-40B4-BE49-F238E27FC236}">
                <a16:creationId xmlns:a16="http://schemas.microsoft.com/office/drawing/2014/main" id="{B738BDED-DD5E-A699-39C0-98BB409D307E}"/>
              </a:ext>
            </a:extLst>
          </p:cNvPr>
          <p:cNvSpPr>
            <a:spLocks noGrp="1"/>
          </p:cNvSpPr>
          <p:nvPr>
            <p:ph sz="half" idx="2"/>
          </p:nvPr>
        </p:nvSpPr>
        <p:spPr>
          <a:xfrm>
            <a:off x="6172200" y="1825625"/>
            <a:ext cx="5810250" cy="4351338"/>
          </a:xfrm>
        </p:spPr>
        <p:txBody>
          <a:bodyPr/>
          <a:lstStyle/>
          <a:p>
            <a:pPr lvl="0"/>
            <a:r>
              <a:rPr lang="en-US" dirty="0">
                <a:latin typeface="Poppins"/>
                <a:ea typeface="Poppins"/>
                <a:cs typeface="Poppins"/>
              </a:rPr>
              <a:t>Click to edit Master text styles</a:t>
            </a:r>
          </a:p>
          <a:p>
            <a:pPr lvl="1"/>
            <a:r>
              <a:rPr lang="en-US" dirty="0">
                <a:latin typeface="Poppins"/>
                <a:ea typeface="Poppins"/>
                <a:cs typeface="Poppins"/>
              </a:rPr>
              <a:t>Second level</a:t>
            </a:r>
          </a:p>
          <a:p>
            <a:pPr lvl="2"/>
            <a:r>
              <a:rPr lang="en-US" dirty="0">
                <a:latin typeface="Poppins"/>
                <a:ea typeface="Poppins"/>
                <a:cs typeface="Poppins"/>
              </a:rPr>
              <a:t>Third level</a:t>
            </a:r>
          </a:p>
          <a:p>
            <a:pPr lvl="3"/>
            <a:r>
              <a:rPr lang="en-US" dirty="0">
                <a:latin typeface="Poppins"/>
                <a:ea typeface="Poppins"/>
                <a:cs typeface="Poppins"/>
              </a:rPr>
              <a:t>Fourth level</a:t>
            </a:r>
          </a:p>
          <a:p>
            <a:pPr lvl="4"/>
            <a:r>
              <a:rPr lang="en-US" dirty="0">
                <a:latin typeface="Poppins"/>
                <a:ea typeface="Poppins"/>
                <a:cs typeface="Poppins"/>
              </a:rPr>
              <a:t>Fifth level</a:t>
            </a:r>
          </a:p>
        </p:txBody>
      </p:sp>
      <p:sp>
        <p:nvSpPr>
          <p:cNvPr id="7" name="Slide Number Placeholder 6">
            <a:extLst>
              <a:ext uri="{FF2B5EF4-FFF2-40B4-BE49-F238E27FC236}">
                <a16:creationId xmlns:a16="http://schemas.microsoft.com/office/drawing/2014/main" id="{58F0A40F-57CD-7FCA-0F69-FC1E7D196061}"/>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2034346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34F0CA7-079E-395F-0E2D-110E475D4A08}"/>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B56D4F72-B284-475F-942D-4C48E04C57C6}"/>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Content Placeholder 2">
            <a:extLst>
              <a:ext uri="{FF2B5EF4-FFF2-40B4-BE49-F238E27FC236}">
                <a16:creationId xmlns:a16="http://schemas.microsoft.com/office/drawing/2014/main" id="{B720B83F-A118-2B1E-B099-60DD540B9612}"/>
              </a:ext>
            </a:extLst>
          </p:cNvPr>
          <p:cNvSpPr>
            <a:spLocks noGrp="1"/>
          </p:cNvSpPr>
          <p:nvPr>
            <p:ph sz="half" idx="1"/>
          </p:nvPr>
        </p:nvSpPr>
        <p:spPr>
          <a:xfrm>
            <a:off x="190500" y="1825625"/>
            <a:ext cx="5829300" cy="4351338"/>
          </a:xfrm>
        </p:spPr>
        <p:txBody>
          <a:bodyPr/>
          <a:lstStyle/>
          <a:p>
            <a:pPr lvl="0"/>
            <a:r>
              <a:rPr lang="en-US" dirty="0">
                <a:latin typeface="Poppins"/>
                <a:ea typeface="Poppins"/>
                <a:cs typeface="Poppins"/>
              </a:rPr>
              <a:t>Click to edit Master text styles</a:t>
            </a:r>
          </a:p>
          <a:p>
            <a:pPr lvl="1"/>
            <a:r>
              <a:rPr lang="en-US" dirty="0">
                <a:latin typeface="Poppins"/>
                <a:ea typeface="Poppins"/>
                <a:cs typeface="Poppins"/>
              </a:rPr>
              <a:t>Second level</a:t>
            </a:r>
          </a:p>
          <a:p>
            <a:pPr lvl="2"/>
            <a:r>
              <a:rPr lang="en-US" dirty="0">
                <a:latin typeface="Poppins"/>
                <a:ea typeface="Poppins"/>
                <a:cs typeface="Poppins"/>
              </a:rPr>
              <a:t>Third level</a:t>
            </a:r>
          </a:p>
          <a:p>
            <a:pPr lvl="3"/>
            <a:r>
              <a:rPr lang="en-US" dirty="0">
                <a:latin typeface="Poppins"/>
                <a:ea typeface="Poppins"/>
                <a:cs typeface="Poppins"/>
              </a:rPr>
              <a:t>Fourth level</a:t>
            </a:r>
          </a:p>
          <a:p>
            <a:pPr lvl="4"/>
            <a:r>
              <a:rPr lang="en-US" dirty="0">
                <a:latin typeface="Poppins"/>
                <a:ea typeface="Poppins"/>
                <a:cs typeface="Poppins"/>
              </a:rPr>
              <a:t>Fifth level</a:t>
            </a:r>
          </a:p>
        </p:txBody>
      </p:sp>
      <p:sp>
        <p:nvSpPr>
          <p:cNvPr id="4" name="Content Placeholder 3">
            <a:extLst>
              <a:ext uri="{FF2B5EF4-FFF2-40B4-BE49-F238E27FC236}">
                <a16:creationId xmlns:a16="http://schemas.microsoft.com/office/drawing/2014/main" id="{B738BDED-DD5E-A699-39C0-98BB409D307E}"/>
              </a:ext>
            </a:extLst>
          </p:cNvPr>
          <p:cNvSpPr>
            <a:spLocks noGrp="1"/>
          </p:cNvSpPr>
          <p:nvPr>
            <p:ph sz="half" idx="2"/>
          </p:nvPr>
        </p:nvSpPr>
        <p:spPr>
          <a:xfrm>
            <a:off x="6172200" y="1825625"/>
            <a:ext cx="5810250" cy="4351338"/>
          </a:xfrm>
        </p:spPr>
        <p:txBody>
          <a:bodyPr/>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7" name="Slide Number Placeholder 6">
            <a:extLst>
              <a:ext uri="{FF2B5EF4-FFF2-40B4-BE49-F238E27FC236}">
                <a16:creationId xmlns:a16="http://schemas.microsoft.com/office/drawing/2014/main" id="{58F0A40F-57CD-7FCA-0F69-FC1E7D196061}"/>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
        <p:nvSpPr>
          <p:cNvPr id="9" name="Text Placeholder 2">
            <a:extLst>
              <a:ext uri="{FF2B5EF4-FFF2-40B4-BE49-F238E27FC236}">
                <a16:creationId xmlns:a16="http://schemas.microsoft.com/office/drawing/2014/main" id="{02A9066E-3AF0-B734-F185-B2A67C6BC37B}"/>
              </a:ext>
            </a:extLst>
          </p:cNvPr>
          <p:cNvSpPr>
            <a:spLocks noGrp="1"/>
          </p:cNvSpPr>
          <p:nvPr>
            <p:ph type="body" idx="13"/>
          </p:nvPr>
        </p:nvSpPr>
        <p:spPr>
          <a:xfrm>
            <a:off x="190500" y="1208085"/>
            <a:ext cx="5807075" cy="458789"/>
          </a:xfrm>
        </p:spPr>
        <p:txBody>
          <a:bodyPr anchor="b"/>
          <a:lstStyle>
            <a:lvl1pPr marL="0" indent="0">
              <a:buNone/>
              <a:defRPr sz="2400" b="1">
                <a:latin typeface="Poppins"/>
                <a:ea typeface="NanumGothic"/>
                <a:cs typeface="Poppins"/>
              </a:defRPr>
            </a:lvl1pPr>
            <a:lvl2pPr marL="457200" indent="0">
              <a:buNone/>
              <a:defRPr sz="2000" b="1">
                <a:latin typeface="Poppins"/>
                <a:ea typeface="NanumGothic"/>
                <a:cs typeface="Poppins"/>
              </a:defRPr>
            </a:lvl2pPr>
            <a:lvl3pPr marL="914400" indent="0">
              <a:buNone/>
              <a:defRPr sz="1800" b="1">
                <a:latin typeface="Poppins"/>
                <a:ea typeface="NanumGothic"/>
                <a:cs typeface="Poppins"/>
              </a:defRPr>
            </a:lvl3pPr>
            <a:lvl4pPr marL="1371600" indent="0">
              <a:buNone/>
              <a:defRPr sz="1600" b="1">
                <a:latin typeface="Poppins"/>
                <a:ea typeface="NanumGothic"/>
                <a:cs typeface="Poppins"/>
              </a:defRPr>
            </a:lvl4pPr>
            <a:lvl5pPr marL="1828800" indent="0">
              <a:buNone/>
              <a:defRPr sz="1600" b="1">
                <a:latin typeface="Poppins"/>
                <a:ea typeface="NanumGothic"/>
                <a:cs typeface="Poppins"/>
              </a:defRPr>
            </a:lvl5pPr>
            <a:lvl6pPr marL="2286000" indent="0">
              <a:buNone/>
              <a:defRPr sz="1600" b="1">
                <a:latin typeface="Poppins"/>
                <a:ea typeface="NanumGothic"/>
                <a:cs typeface="Poppins"/>
              </a:defRPr>
            </a:lvl6pPr>
            <a:lvl7pPr marL="2743200" indent="0">
              <a:buNone/>
              <a:defRPr sz="1600" b="1">
                <a:latin typeface="Poppins"/>
                <a:ea typeface="NanumGothic"/>
                <a:cs typeface="Poppins"/>
              </a:defRPr>
            </a:lvl7pPr>
            <a:lvl8pPr marL="3200400" indent="0">
              <a:buNone/>
              <a:defRPr sz="1600" b="1">
                <a:latin typeface="Poppins"/>
                <a:ea typeface="NanumGothic"/>
                <a:cs typeface="Poppins"/>
              </a:defRPr>
            </a:lvl8pPr>
            <a:lvl9pPr marL="3657600" indent="0">
              <a:buNone/>
              <a:defRPr sz="1600" b="1">
                <a:latin typeface="Poppins"/>
                <a:ea typeface="NanumGothic"/>
                <a:cs typeface="Poppins"/>
              </a:defRPr>
            </a:lvl9pPr>
          </a:lstStyle>
          <a:p>
            <a:pPr lvl="0"/>
            <a:r>
              <a:rPr lang="en-US" dirty="0">
                <a:latin typeface="Poppins"/>
                <a:ea typeface="Poppins"/>
                <a:cs typeface="Poppins"/>
              </a:rPr>
              <a:t>Click to edit Master text styles</a:t>
            </a:r>
          </a:p>
        </p:txBody>
      </p:sp>
      <p:sp>
        <p:nvSpPr>
          <p:cNvPr id="10" name="Text Placeholder 4">
            <a:extLst>
              <a:ext uri="{FF2B5EF4-FFF2-40B4-BE49-F238E27FC236}">
                <a16:creationId xmlns:a16="http://schemas.microsoft.com/office/drawing/2014/main" id="{CA1CB56E-3E22-2024-9292-123E64A378F3}"/>
              </a:ext>
            </a:extLst>
          </p:cNvPr>
          <p:cNvSpPr>
            <a:spLocks noGrp="1"/>
          </p:cNvSpPr>
          <p:nvPr>
            <p:ph type="body" sz="quarter" idx="3"/>
          </p:nvPr>
        </p:nvSpPr>
        <p:spPr>
          <a:xfrm>
            <a:off x="6172199" y="1208085"/>
            <a:ext cx="5807075" cy="458789"/>
          </a:xfrm>
        </p:spPr>
        <p:txBody>
          <a:bodyPr anchor="b"/>
          <a:lstStyle>
            <a:lvl1pPr marL="0" indent="0">
              <a:buNone/>
              <a:defRPr sz="2400" b="1">
                <a:latin typeface="Poppins"/>
                <a:ea typeface="NanumGothic"/>
                <a:cs typeface="Poppins"/>
              </a:defRPr>
            </a:lvl1pPr>
            <a:lvl2pPr marL="457200" indent="0">
              <a:buNone/>
              <a:defRPr sz="2000" b="1">
                <a:latin typeface="Poppins"/>
                <a:ea typeface="NanumGothic"/>
                <a:cs typeface="Poppins"/>
              </a:defRPr>
            </a:lvl2pPr>
            <a:lvl3pPr marL="914400" indent="0">
              <a:buNone/>
              <a:defRPr sz="1800" b="1">
                <a:latin typeface="Poppins"/>
                <a:ea typeface="NanumGothic"/>
                <a:cs typeface="Poppins"/>
              </a:defRPr>
            </a:lvl3pPr>
            <a:lvl4pPr marL="1371600" indent="0">
              <a:buNone/>
              <a:defRPr sz="1600" b="1">
                <a:latin typeface="Poppins"/>
                <a:ea typeface="NanumGothic"/>
                <a:cs typeface="Poppins"/>
              </a:defRPr>
            </a:lvl4pPr>
            <a:lvl5pPr marL="1828800" indent="0">
              <a:buNone/>
              <a:defRPr sz="1600" b="1">
                <a:latin typeface="Poppins"/>
                <a:ea typeface="NanumGothic"/>
                <a:cs typeface="Poppins"/>
              </a:defRPr>
            </a:lvl5pPr>
            <a:lvl6pPr marL="2286000" indent="0">
              <a:buNone/>
              <a:defRPr sz="1600" b="1">
                <a:latin typeface="Poppins"/>
                <a:ea typeface="NanumGothic"/>
                <a:cs typeface="Poppins"/>
              </a:defRPr>
            </a:lvl6pPr>
            <a:lvl7pPr marL="2743200" indent="0">
              <a:buNone/>
              <a:defRPr sz="1600" b="1">
                <a:latin typeface="Poppins"/>
                <a:ea typeface="NanumGothic"/>
                <a:cs typeface="Poppins"/>
              </a:defRPr>
            </a:lvl7pPr>
            <a:lvl8pPr marL="3200400" indent="0">
              <a:buNone/>
              <a:defRPr sz="1600" b="1">
                <a:latin typeface="Poppins"/>
                <a:ea typeface="NanumGothic"/>
                <a:cs typeface="Poppins"/>
              </a:defRPr>
            </a:lvl8pPr>
            <a:lvl9pPr marL="3657600" indent="0">
              <a:buNone/>
              <a:defRPr sz="1600" b="1">
                <a:latin typeface="Poppins"/>
                <a:ea typeface="NanumGothic"/>
                <a:cs typeface="Poppins"/>
              </a:defRPr>
            </a:lvl9pPr>
          </a:lstStyle>
          <a:p>
            <a:pPr lvl="0"/>
            <a:r>
              <a:rPr lang="en-US">
                <a:latin typeface="Poppins"/>
                <a:ea typeface="Poppins"/>
                <a:cs typeface="Poppins"/>
              </a:rPr>
              <a:t>Click to edit Master text styles</a:t>
            </a:r>
          </a:p>
        </p:txBody>
      </p:sp>
    </p:spTree>
    <p:extLst>
      <p:ext uri="{BB962C8B-B14F-4D97-AF65-F5344CB8AC3E}">
        <p14:creationId xmlns:p14="http://schemas.microsoft.com/office/powerpoint/2010/main" val="2029779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7D9314-3817-8675-1A86-F520DAC8A425}"/>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2EDBEFC9-F63F-B975-A5FF-12A7E530507F}"/>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5" name="Slide Number Placeholder 4">
            <a:extLst>
              <a:ext uri="{FF2B5EF4-FFF2-40B4-BE49-F238E27FC236}">
                <a16:creationId xmlns:a16="http://schemas.microsoft.com/office/drawing/2014/main" id="{0C4FCED7-CFB3-92AA-B485-4366EEFD7F34}"/>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1205546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938F07-3E45-50C5-053F-9B5513E60FC8}"/>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3789508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F46BC-6931-3A94-3EA2-64004C36999D}"/>
              </a:ext>
            </a:extLst>
          </p:cNvPr>
          <p:cNvSpPr>
            <a:spLocks noGrp="1"/>
          </p:cNvSpPr>
          <p:nvPr>
            <p:ph type="title"/>
          </p:nvPr>
        </p:nvSpPr>
        <p:spPr>
          <a:xfrm>
            <a:off x="839788" y="457200"/>
            <a:ext cx="3932237" cy="1600200"/>
          </a:xfrm>
        </p:spPr>
        <p:txBody>
          <a:bodyPr anchor="b"/>
          <a:lstStyle>
            <a:lvl1pPr>
              <a:defRPr sz="3200">
                <a:latin typeface="Poppins"/>
                <a:ea typeface="NanumGothic"/>
                <a:cs typeface="Poppins"/>
              </a:defRPr>
            </a:lvl1pPr>
          </a:lstStyle>
          <a:p>
            <a:r>
              <a:rPr lang="en-US">
                <a:latin typeface="Poppins"/>
                <a:ea typeface="Poppins"/>
                <a:cs typeface="Poppins"/>
              </a:rPr>
              <a:t>Click to edit Master title style</a:t>
            </a:r>
          </a:p>
        </p:txBody>
      </p:sp>
      <p:sp>
        <p:nvSpPr>
          <p:cNvPr id="3" name="Content Placeholder 2">
            <a:extLst>
              <a:ext uri="{FF2B5EF4-FFF2-40B4-BE49-F238E27FC236}">
                <a16:creationId xmlns:a16="http://schemas.microsoft.com/office/drawing/2014/main" id="{CF2F998C-19DB-0D1A-AB2B-BC04E61D01D7}"/>
              </a:ext>
            </a:extLst>
          </p:cNvPr>
          <p:cNvSpPr>
            <a:spLocks noGrp="1"/>
          </p:cNvSpPr>
          <p:nvPr>
            <p:ph idx="1"/>
          </p:nvPr>
        </p:nvSpPr>
        <p:spPr>
          <a:xfrm>
            <a:off x="5183188" y="987425"/>
            <a:ext cx="6172200" cy="4873625"/>
          </a:xfrm>
        </p:spPr>
        <p:txBody>
          <a:bodyPr/>
          <a:lstStyle>
            <a:lvl1pPr>
              <a:defRPr sz="3200">
                <a:latin typeface="Poppins"/>
                <a:ea typeface="NanumGothic"/>
                <a:cs typeface="Poppins"/>
              </a:defRPr>
            </a:lvl1pPr>
            <a:lvl2pPr>
              <a:defRPr sz="2800">
                <a:latin typeface="Poppins"/>
                <a:ea typeface="NanumGothic"/>
                <a:cs typeface="Poppins"/>
              </a:defRPr>
            </a:lvl2pPr>
            <a:lvl3pPr>
              <a:defRPr sz="2400">
                <a:latin typeface="Poppins"/>
                <a:ea typeface="NanumGothic"/>
                <a:cs typeface="Poppins"/>
              </a:defRPr>
            </a:lvl3pPr>
            <a:lvl4pPr>
              <a:defRPr sz="2000">
                <a:latin typeface="Poppins"/>
                <a:ea typeface="NanumGothic"/>
                <a:cs typeface="Poppins"/>
              </a:defRPr>
            </a:lvl4pPr>
            <a:lvl5pPr>
              <a:defRPr sz="2000">
                <a:latin typeface="Poppins"/>
                <a:ea typeface="NanumGothic"/>
                <a:cs typeface="Poppins"/>
              </a:defRPr>
            </a:lvl5pPr>
            <a:lvl6pPr>
              <a:defRPr sz="2000">
                <a:latin typeface="Poppins"/>
                <a:ea typeface="NanumGothic"/>
                <a:cs typeface="Poppins"/>
              </a:defRPr>
            </a:lvl6pPr>
            <a:lvl7pPr>
              <a:defRPr sz="2000">
                <a:latin typeface="Poppins"/>
                <a:ea typeface="NanumGothic"/>
                <a:cs typeface="Poppins"/>
              </a:defRPr>
            </a:lvl7pPr>
            <a:lvl8pPr>
              <a:defRPr sz="2000">
                <a:latin typeface="Poppins"/>
                <a:ea typeface="NanumGothic"/>
                <a:cs typeface="Poppins"/>
              </a:defRPr>
            </a:lvl8pPr>
            <a:lvl9pPr>
              <a:defRPr sz="2000">
                <a:latin typeface="Poppins"/>
                <a:ea typeface="NanumGothic"/>
                <a:cs typeface="Poppins"/>
              </a:defRPr>
            </a:lvl9pPr>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4" name="Text Placeholder 3">
            <a:extLst>
              <a:ext uri="{FF2B5EF4-FFF2-40B4-BE49-F238E27FC236}">
                <a16:creationId xmlns:a16="http://schemas.microsoft.com/office/drawing/2014/main" id="{5983B8F0-E43A-937A-AB5B-541C6B1E8691}"/>
              </a:ext>
            </a:extLst>
          </p:cNvPr>
          <p:cNvSpPr>
            <a:spLocks noGrp="1"/>
          </p:cNvSpPr>
          <p:nvPr>
            <p:ph type="body" sz="half" idx="2"/>
          </p:nvPr>
        </p:nvSpPr>
        <p:spPr>
          <a:xfrm>
            <a:off x="839788" y="2057400"/>
            <a:ext cx="3932237" cy="3811588"/>
          </a:xfrm>
        </p:spPr>
        <p:txBody>
          <a:bodyPr/>
          <a:lstStyle>
            <a:lvl1pPr marL="0" indent="0">
              <a:buNone/>
              <a:defRPr sz="1600">
                <a:latin typeface="Poppins"/>
                <a:ea typeface="NanumGothic"/>
                <a:cs typeface="Poppins"/>
              </a:defRPr>
            </a:lvl1pPr>
            <a:lvl2pPr marL="457200" indent="0">
              <a:buNone/>
              <a:defRPr sz="1400">
                <a:latin typeface="Poppins"/>
                <a:ea typeface="NanumGothic"/>
                <a:cs typeface="Poppins"/>
              </a:defRPr>
            </a:lvl2pPr>
            <a:lvl3pPr marL="914400" indent="0">
              <a:buNone/>
              <a:defRPr sz="1200">
                <a:latin typeface="Poppins"/>
                <a:ea typeface="NanumGothic"/>
                <a:cs typeface="Poppins"/>
              </a:defRPr>
            </a:lvl3pPr>
            <a:lvl4pPr marL="1371600" indent="0">
              <a:buNone/>
              <a:defRPr sz="1000">
                <a:latin typeface="Poppins"/>
                <a:ea typeface="NanumGothic"/>
                <a:cs typeface="Poppins"/>
              </a:defRPr>
            </a:lvl4pPr>
            <a:lvl5pPr marL="1828800" indent="0">
              <a:buNone/>
              <a:defRPr sz="1000">
                <a:latin typeface="Poppins"/>
                <a:ea typeface="NanumGothic"/>
                <a:cs typeface="Poppins"/>
              </a:defRPr>
            </a:lvl5pPr>
            <a:lvl6pPr marL="2286000" indent="0">
              <a:buNone/>
              <a:defRPr sz="1000">
                <a:latin typeface="Poppins"/>
                <a:ea typeface="NanumGothic"/>
                <a:cs typeface="Poppins"/>
              </a:defRPr>
            </a:lvl6pPr>
            <a:lvl7pPr marL="2743200" indent="0">
              <a:buNone/>
              <a:defRPr sz="1000">
                <a:latin typeface="Poppins"/>
                <a:ea typeface="NanumGothic"/>
                <a:cs typeface="Poppins"/>
              </a:defRPr>
            </a:lvl7pPr>
            <a:lvl8pPr marL="3200400" indent="0">
              <a:buNone/>
              <a:defRPr sz="1000">
                <a:latin typeface="Poppins"/>
                <a:ea typeface="NanumGothic"/>
                <a:cs typeface="Poppins"/>
              </a:defRPr>
            </a:lvl8pPr>
            <a:lvl9pPr marL="3657600" indent="0">
              <a:buNone/>
              <a:defRPr sz="1000">
                <a:latin typeface="Poppins"/>
                <a:ea typeface="NanumGothic"/>
                <a:cs typeface="Poppins"/>
              </a:defRPr>
            </a:lvl9pPr>
          </a:lstStyle>
          <a:p>
            <a:pPr lvl="0"/>
            <a:r>
              <a:rPr lang="en-US">
                <a:latin typeface="Poppins"/>
                <a:ea typeface="Poppins"/>
                <a:cs typeface="Poppins"/>
              </a:rPr>
              <a:t>Click to edit Master text styles</a:t>
            </a:r>
          </a:p>
        </p:txBody>
      </p:sp>
      <p:sp>
        <p:nvSpPr>
          <p:cNvPr id="7" name="Slide Number Placeholder 6">
            <a:extLst>
              <a:ext uri="{FF2B5EF4-FFF2-40B4-BE49-F238E27FC236}">
                <a16:creationId xmlns:a16="http://schemas.microsoft.com/office/drawing/2014/main" id="{CC21C4AF-DFA2-78AB-EBCB-199E30DF5B56}"/>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402709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7476A-AE2C-DD20-449A-02E5342CDDD8}"/>
              </a:ext>
            </a:extLst>
          </p:cNvPr>
          <p:cNvSpPr>
            <a:spLocks noGrp="1"/>
          </p:cNvSpPr>
          <p:nvPr>
            <p:ph type="title"/>
          </p:nvPr>
        </p:nvSpPr>
        <p:spPr>
          <a:xfrm>
            <a:off x="839788" y="457200"/>
            <a:ext cx="3932237" cy="1600200"/>
          </a:xfrm>
        </p:spPr>
        <p:txBody>
          <a:bodyPr anchor="b"/>
          <a:lstStyle>
            <a:lvl1pPr>
              <a:defRPr sz="3200">
                <a:latin typeface="Poppins"/>
                <a:ea typeface="NanumGothic"/>
                <a:cs typeface="Poppins"/>
              </a:defRPr>
            </a:lvl1pPr>
          </a:lstStyle>
          <a:p>
            <a:r>
              <a:rPr lang="en-US">
                <a:latin typeface="Poppins"/>
                <a:ea typeface="Poppins"/>
                <a:cs typeface="Poppins"/>
              </a:rPr>
              <a:t>Click to edit Master title style</a:t>
            </a:r>
          </a:p>
        </p:txBody>
      </p:sp>
      <p:sp>
        <p:nvSpPr>
          <p:cNvPr id="3" name="Picture Placeholder 2">
            <a:extLst>
              <a:ext uri="{FF2B5EF4-FFF2-40B4-BE49-F238E27FC236}">
                <a16:creationId xmlns:a16="http://schemas.microsoft.com/office/drawing/2014/main" id="{6F3C3CB1-7262-0CCD-F6E7-692CC7BD3445}"/>
              </a:ext>
            </a:extLst>
          </p:cNvPr>
          <p:cNvSpPr>
            <a:spLocks noGrp="1"/>
          </p:cNvSpPr>
          <p:nvPr>
            <p:ph type="pic" idx="1"/>
          </p:nvPr>
        </p:nvSpPr>
        <p:spPr>
          <a:xfrm>
            <a:off x="5183188" y="987425"/>
            <a:ext cx="6172200" cy="4873625"/>
          </a:xfrm>
        </p:spPr>
        <p:txBody>
          <a:bodyPr/>
          <a:lstStyle>
            <a:lvl1pPr marL="0" indent="0">
              <a:buNone/>
              <a:defRPr sz="3200">
                <a:latin typeface="Poppins"/>
                <a:ea typeface="NanumGothic"/>
                <a:cs typeface="Poppins"/>
              </a:defRPr>
            </a:lvl1pPr>
            <a:lvl2pPr marL="457200" indent="0">
              <a:buNone/>
              <a:defRPr sz="2800">
                <a:latin typeface="Poppins"/>
                <a:ea typeface="NanumGothic"/>
                <a:cs typeface="Poppins"/>
              </a:defRPr>
            </a:lvl2pPr>
            <a:lvl3pPr marL="914400" indent="0">
              <a:buNone/>
              <a:defRPr sz="2400">
                <a:latin typeface="Poppins"/>
                <a:ea typeface="NanumGothic"/>
                <a:cs typeface="Poppins"/>
              </a:defRPr>
            </a:lvl3pPr>
            <a:lvl4pPr marL="1371600" indent="0">
              <a:buNone/>
              <a:defRPr sz="2000">
                <a:latin typeface="Poppins"/>
                <a:ea typeface="NanumGothic"/>
                <a:cs typeface="Poppins"/>
              </a:defRPr>
            </a:lvl4pPr>
            <a:lvl5pPr marL="1828800" indent="0">
              <a:buNone/>
              <a:defRPr sz="2000">
                <a:latin typeface="Poppins"/>
                <a:ea typeface="NanumGothic"/>
                <a:cs typeface="Poppins"/>
              </a:defRPr>
            </a:lvl5pPr>
            <a:lvl6pPr marL="2286000" indent="0">
              <a:buNone/>
              <a:defRPr sz="2000">
                <a:latin typeface="Poppins"/>
                <a:ea typeface="NanumGothic"/>
                <a:cs typeface="Poppins"/>
              </a:defRPr>
            </a:lvl6pPr>
            <a:lvl7pPr marL="2743200" indent="0">
              <a:buNone/>
              <a:defRPr sz="2000">
                <a:latin typeface="Poppins"/>
                <a:ea typeface="NanumGothic"/>
                <a:cs typeface="Poppins"/>
              </a:defRPr>
            </a:lvl7pPr>
            <a:lvl8pPr marL="3200400" indent="0">
              <a:buNone/>
              <a:defRPr sz="2000">
                <a:latin typeface="Poppins"/>
                <a:ea typeface="NanumGothic"/>
                <a:cs typeface="Poppins"/>
              </a:defRPr>
            </a:lvl8pPr>
            <a:lvl9pPr marL="3657600" indent="0">
              <a:buNone/>
              <a:defRPr sz="2000">
                <a:latin typeface="Poppins"/>
                <a:ea typeface="NanumGothic"/>
                <a:cs typeface="Poppins"/>
              </a:defRPr>
            </a:lvl9pPr>
          </a:lstStyle>
          <a:p>
            <a:endParaRPr lang="en-US">
              <a:latin typeface="Poppins"/>
              <a:ea typeface="NanumGothic"/>
              <a:cs typeface="Poppins"/>
            </a:endParaRPr>
          </a:p>
        </p:txBody>
      </p:sp>
      <p:sp>
        <p:nvSpPr>
          <p:cNvPr id="4" name="Text Placeholder 3">
            <a:extLst>
              <a:ext uri="{FF2B5EF4-FFF2-40B4-BE49-F238E27FC236}">
                <a16:creationId xmlns:a16="http://schemas.microsoft.com/office/drawing/2014/main" id="{231407B3-ED36-0B45-AAE8-F7992F4429FA}"/>
              </a:ext>
            </a:extLst>
          </p:cNvPr>
          <p:cNvSpPr>
            <a:spLocks noGrp="1"/>
          </p:cNvSpPr>
          <p:nvPr>
            <p:ph type="body" sz="half" idx="2"/>
          </p:nvPr>
        </p:nvSpPr>
        <p:spPr>
          <a:xfrm>
            <a:off x="839788" y="2057400"/>
            <a:ext cx="3932237" cy="3811588"/>
          </a:xfrm>
        </p:spPr>
        <p:txBody>
          <a:bodyPr/>
          <a:lstStyle>
            <a:lvl1pPr marL="0" indent="0">
              <a:buNone/>
              <a:defRPr sz="1600">
                <a:latin typeface="Poppins"/>
                <a:ea typeface="NanumGothic"/>
                <a:cs typeface="Poppins"/>
              </a:defRPr>
            </a:lvl1pPr>
            <a:lvl2pPr marL="457200" indent="0">
              <a:buNone/>
              <a:defRPr sz="1400">
                <a:latin typeface="Poppins"/>
                <a:ea typeface="NanumGothic"/>
                <a:cs typeface="Poppins"/>
              </a:defRPr>
            </a:lvl2pPr>
            <a:lvl3pPr marL="914400" indent="0">
              <a:buNone/>
              <a:defRPr sz="1200">
                <a:latin typeface="Poppins"/>
                <a:ea typeface="NanumGothic"/>
                <a:cs typeface="Poppins"/>
              </a:defRPr>
            </a:lvl3pPr>
            <a:lvl4pPr marL="1371600" indent="0">
              <a:buNone/>
              <a:defRPr sz="1000">
                <a:latin typeface="Poppins"/>
                <a:ea typeface="NanumGothic"/>
                <a:cs typeface="Poppins"/>
              </a:defRPr>
            </a:lvl4pPr>
            <a:lvl5pPr marL="1828800" indent="0">
              <a:buNone/>
              <a:defRPr sz="1000">
                <a:latin typeface="Poppins"/>
                <a:ea typeface="NanumGothic"/>
                <a:cs typeface="Poppins"/>
              </a:defRPr>
            </a:lvl5pPr>
            <a:lvl6pPr marL="2286000" indent="0">
              <a:buNone/>
              <a:defRPr sz="1000">
                <a:latin typeface="Poppins"/>
                <a:ea typeface="NanumGothic"/>
                <a:cs typeface="Poppins"/>
              </a:defRPr>
            </a:lvl6pPr>
            <a:lvl7pPr marL="2743200" indent="0">
              <a:buNone/>
              <a:defRPr sz="1000">
                <a:latin typeface="Poppins"/>
                <a:ea typeface="NanumGothic"/>
                <a:cs typeface="Poppins"/>
              </a:defRPr>
            </a:lvl7pPr>
            <a:lvl8pPr marL="3200400" indent="0">
              <a:buNone/>
              <a:defRPr sz="1000">
                <a:latin typeface="Poppins"/>
                <a:ea typeface="NanumGothic"/>
                <a:cs typeface="Poppins"/>
              </a:defRPr>
            </a:lvl8pPr>
            <a:lvl9pPr marL="3657600" indent="0">
              <a:buNone/>
              <a:defRPr sz="1000">
                <a:latin typeface="Poppins"/>
                <a:ea typeface="NanumGothic"/>
                <a:cs typeface="Poppins"/>
              </a:defRPr>
            </a:lvl9pPr>
          </a:lstStyle>
          <a:p>
            <a:pPr lvl="0"/>
            <a:r>
              <a:rPr lang="en-US">
                <a:latin typeface="Poppins"/>
                <a:ea typeface="Poppins"/>
                <a:cs typeface="Poppins"/>
              </a:rPr>
              <a:t>Click to edit Master text styles</a:t>
            </a:r>
          </a:p>
        </p:txBody>
      </p:sp>
      <p:sp>
        <p:nvSpPr>
          <p:cNvPr id="7" name="Slide Number Placeholder 6">
            <a:extLst>
              <a:ext uri="{FF2B5EF4-FFF2-40B4-BE49-F238E27FC236}">
                <a16:creationId xmlns:a16="http://schemas.microsoft.com/office/drawing/2014/main" id="{92958B64-9F52-15F2-2E1D-FDA0B277FE3F}"/>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4281962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902F3-2EA8-26EA-1542-A836CB7EF407}"/>
              </a:ext>
            </a:extLst>
          </p:cNvPr>
          <p:cNvSpPr/>
          <p:nvPr userDrawn="1"/>
        </p:nvSpPr>
        <p:spPr>
          <a:xfrm>
            <a:off x="0" y="0"/>
            <a:ext cx="12192000" cy="10286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a:ea typeface="NanumGothic"/>
              <a:cs typeface="Poppins"/>
            </a:endParaRPr>
          </a:p>
        </p:txBody>
      </p:sp>
      <p:sp>
        <p:nvSpPr>
          <p:cNvPr id="2" name="Title 1">
            <a:extLst>
              <a:ext uri="{FF2B5EF4-FFF2-40B4-BE49-F238E27FC236}">
                <a16:creationId xmlns:a16="http://schemas.microsoft.com/office/drawing/2014/main" id="{9AD8A0C6-F8AA-6546-D6BE-53A468C40E8B}"/>
              </a:ext>
            </a:extLst>
          </p:cNvPr>
          <p:cNvSpPr>
            <a:spLocks noGrp="1"/>
          </p:cNvSpPr>
          <p:nvPr>
            <p:ph type="title"/>
          </p:nvPr>
        </p:nvSpPr>
        <p:spPr/>
        <p:txBody>
          <a:bodyPr/>
          <a:lstStyle>
            <a:lvl1pPr>
              <a:defRPr>
                <a:solidFill>
                  <a:schemeClr val="bg1"/>
                </a:solidFill>
                <a:latin typeface="Poppins"/>
                <a:ea typeface="NanumGothic"/>
                <a:cs typeface="Poppins"/>
              </a:defRPr>
            </a:lvl1pPr>
          </a:lstStyle>
          <a:p>
            <a:r>
              <a:rPr lang="en-US" dirty="0">
                <a:latin typeface="Poppins"/>
                <a:ea typeface="Poppins"/>
                <a:cs typeface="Poppins"/>
              </a:rPr>
              <a:t>Click to edit Master title style</a:t>
            </a:r>
          </a:p>
        </p:txBody>
      </p:sp>
      <p:sp>
        <p:nvSpPr>
          <p:cNvPr id="3" name="Vertical Text Placeholder 2">
            <a:extLst>
              <a:ext uri="{FF2B5EF4-FFF2-40B4-BE49-F238E27FC236}">
                <a16:creationId xmlns:a16="http://schemas.microsoft.com/office/drawing/2014/main" id="{130D6059-9439-4912-A94C-7AFC4A53BB28}"/>
              </a:ext>
            </a:extLst>
          </p:cNvPr>
          <p:cNvSpPr>
            <a:spLocks noGrp="1"/>
          </p:cNvSpPr>
          <p:nvPr>
            <p:ph type="body" orient="vert" idx="1"/>
          </p:nvPr>
        </p:nvSpPr>
        <p:spPr/>
        <p:txBody>
          <a:bodyPr vert="eaVert"/>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6" name="Slide Number Placeholder 5">
            <a:extLst>
              <a:ext uri="{FF2B5EF4-FFF2-40B4-BE49-F238E27FC236}">
                <a16:creationId xmlns:a16="http://schemas.microsoft.com/office/drawing/2014/main" id="{1935FE17-6E0A-9425-12A3-C08F88295BDF}"/>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2381755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471CA6-DE67-8CF8-4D01-FECE9433ADBA}"/>
              </a:ext>
            </a:extLst>
          </p:cNvPr>
          <p:cNvSpPr>
            <a:spLocks noGrp="1"/>
          </p:cNvSpPr>
          <p:nvPr>
            <p:ph type="title" orient="vert"/>
          </p:nvPr>
        </p:nvSpPr>
        <p:spPr>
          <a:xfrm>
            <a:off x="8724900" y="365125"/>
            <a:ext cx="2628900" cy="5811838"/>
          </a:xfrm>
        </p:spPr>
        <p:txBody>
          <a:bodyPr vert="eaVert"/>
          <a:lstStyle/>
          <a:p>
            <a:r>
              <a:rPr lang="en-US">
                <a:latin typeface="Poppins"/>
                <a:ea typeface="Poppins"/>
                <a:cs typeface="Poppins"/>
              </a:rPr>
              <a:t>Click to edit Master title style</a:t>
            </a:r>
          </a:p>
        </p:txBody>
      </p:sp>
      <p:sp>
        <p:nvSpPr>
          <p:cNvPr id="3" name="Vertical Text Placeholder 2">
            <a:extLst>
              <a:ext uri="{FF2B5EF4-FFF2-40B4-BE49-F238E27FC236}">
                <a16:creationId xmlns:a16="http://schemas.microsoft.com/office/drawing/2014/main" id="{3E823F59-E97F-7C99-293B-7C56C7730F0E}"/>
              </a:ext>
            </a:extLst>
          </p:cNvPr>
          <p:cNvSpPr>
            <a:spLocks noGrp="1"/>
          </p:cNvSpPr>
          <p:nvPr>
            <p:ph type="body" orient="vert" idx="1"/>
          </p:nvPr>
        </p:nvSpPr>
        <p:spPr>
          <a:xfrm>
            <a:off x="838200" y="365125"/>
            <a:ext cx="7734300" cy="5811838"/>
          </a:xfrm>
        </p:spPr>
        <p:txBody>
          <a:bodyPr vert="eaVert"/>
          <a:lstStyle/>
          <a:p>
            <a:pPr lvl="0"/>
            <a:r>
              <a:rPr lang="en-US">
                <a:latin typeface="Poppins"/>
                <a:ea typeface="Poppins"/>
                <a:cs typeface="Poppins"/>
              </a:rPr>
              <a:t>Click to edit Master text styles</a:t>
            </a:r>
          </a:p>
          <a:p>
            <a:pPr lvl="1"/>
            <a:r>
              <a:rPr lang="en-US">
                <a:latin typeface="Poppins"/>
                <a:ea typeface="Poppins"/>
                <a:cs typeface="Poppins"/>
              </a:rPr>
              <a:t>Second level</a:t>
            </a:r>
          </a:p>
          <a:p>
            <a:pPr lvl="2"/>
            <a:r>
              <a:rPr lang="en-US">
                <a:latin typeface="Poppins"/>
                <a:ea typeface="Poppins"/>
                <a:cs typeface="Poppins"/>
              </a:rPr>
              <a:t>Third level</a:t>
            </a:r>
          </a:p>
          <a:p>
            <a:pPr lvl="3"/>
            <a:r>
              <a:rPr lang="en-US">
                <a:latin typeface="Poppins"/>
                <a:ea typeface="Poppins"/>
                <a:cs typeface="Poppins"/>
              </a:rPr>
              <a:t>Fourth level</a:t>
            </a:r>
          </a:p>
          <a:p>
            <a:pPr lvl="4"/>
            <a:r>
              <a:rPr lang="en-US">
                <a:latin typeface="Poppins"/>
                <a:ea typeface="Poppins"/>
                <a:cs typeface="Poppins"/>
              </a:rPr>
              <a:t>Fifth level</a:t>
            </a:r>
          </a:p>
        </p:txBody>
      </p:sp>
      <p:sp>
        <p:nvSpPr>
          <p:cNvPr id="4" name="Date Placeholder 3">
            <a:extLst>
              <a:ext uri="{FF2B5EF4-FFF2-40B4-BE49-F238E27FC236}">
                <a16:creationId xmlns:a16="http://schemas.microsoft.com/office/drawing/2014/main" id="{57B170DE-80CE-C359-35B0-7A1D9A8D47EC}"/>
              </a:ext>
            </a:extLst>
          </p:cNvPr>
          <p:cNvSpPr>
            <a:spLocks noGrp="1"/>
          </p:cNvSpPr>
          <p:nvPr>
            <p:ph type="dt" sz="half" idx="10"/>
          </p:nvPr>
        </p:nvSpPr>
        <p:spPr>
          <a:xfrm>
            <a:off x="838200" y="6356350"/>
            <a:ext cx="2743200" cy="365125"/>
          </a:xfrm>
          <a:prstGeom prst="rect">
            <a:avLst/>
          </a:prstGeom>
        </p:spPr>
        <p:txBody>
          <a:bodyPr/>
          <a:lstStyle/>
          <a:p>
            <a:fld id="{E3B31D19-45C9-464C-ACD9-79E5CF9DC0E6}" type="datetimeFigureOut">
              <a:rPr lang="en-US" smtClean="0">
                <a:latin typeface="Poppins"/>
                <a:ea typeface="NanumGothic"/>
                <a:cs typeface="Poppins"/>
              </a:rPr>
              <a:t>12/22/25</a:t>
            </a:fld>
            <a:endParaRPr lang="en-US">
              <a:latin typeface="Poppins"/>
              <a:ea typeface="NanumGothic"/>
              <a:cs typeface="Poppins"/>
            </a:endParaRPr>
          </a:p>
        </p:txBody>
      </p:sp>
      <p:sp>
        <p:nvSpPr>
          <p:cNvPr id="5" name="Footer Placeholder 4">
            <a:extLst>
              <a:ext uri="{FF2B5EF4-FFF2-40B4-BE49-F238E27FC236}">
                <a16:creationId xmlns:a16="http://schemas.microsoft.com/office/drawing/2014/main" id="{5FCA7359-0EC4-E041-CA59-77967CF94039}"/>
              </a:ext>
            </a:extLst>
          </p:cNvPr>
          <p:cNvSpPr>
            <a:spLocks noGrp="1"/>
          </p:cNvSpPr>
          <p:nvPr>
            <p:ph type="ftr" sz="quarter" idx="11"/>
          </p:nvPr>
        </p:nvSpPr>
        <p:spPr>
          <a:xfrm>
            <a:off x="4038600" y="6356350"/>
            <a:ext cx="4114800" cy="365125"/>
          </a:xfrm>
          <a:prstGeom prst="rect">
            <a:avLst/>
          </a:prstGeom>
        </p:spPr>
        <p:txBody>
          <a:bodyPr/>
          <a:lstStyle/>
          <a:p>
            <a:endParaRPr lang="en-US">
              <a:latin typeface="Poppins"/>
              <a:ea typeface="NanumGothic"/>
              <a:cs typeface="Poppins"/>
            </a:endParaRPr>
          </a:p>
        </p:txBody>
      </p:sp>
      <p:sp>
        <p:nvSpPr>
          <p:cNvPr id="6" name="Slide Number Placeholder 5">
            <a:extLst>
              <a:ext uri="{FF2B5EF4-FFF2-40B4-BE49-F238E27FC236}">
                <a16:creationId xmlns:a16="http://schemas.microsoft.com/office/drawing/2014/main" id="{D450D85F-BA22-8E30-1006-F71E975F2FAF}"/>
              </a:ext>
            </a:extLst>
          </p:cNvPr>
          <p:cNvSpPr>
            <a:spLocks noGrp="1"/>
          </p:cNvSpPr>
          <p:nvPr>
            <p:ph type="sldNum" sz="quarter" idx="12"/>
          </p:nvPr>
        </p:nvSpPr>
        <p:spPr/>
        <p:txBody>
          <a:bodyPr/>
          <a:lstStyle/>
          <a:p>
            <a:fld id="{B0508F47-983B-411C-9695-335784CE33C0}" type="slidenum">
              <a:rPr lang="en-US" smtClean="0">
                <a:latin typeface="Poppins"/>
                <a:ea typeface="NanumGothic"/>
                <a:cs typeface="Poppins"/>
              </a:rPr>
              <a:t>‹#›</a:t>
            </a:fld>
            <a:endParaRPr lang="en-US">
              <a:latin typeface="Poppins"/>
              <a:ea typeface="NanumGothic"/>
              <a:cs typeface="Poppins"/>
            </a:endParaRPr>
          </a:p>
        </p:txBody>
      </p:sp>
    </p:spTree>
    <p:extLst>
      <p:ext uri="{BB962C8B-B14F-4D97-AF65-F5344CB8AC3E}">
        <p14:creationId xmlns:p14="http://schemas.microsoft.com/office/powerpoint/2010/main" val="69339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6765" cy="18351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6765" cy="640715"/>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2635" cy="732155"/>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4635" cy="23882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4635" cy="165608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74185/fImage681856149273.png"/>
          <p:cNvPicPr>
            <a:picLocks noChangeAspect="1"/>
          </p:cNvPicPr>
          <p:nvPr/>
        </p:nvPicPr>
        <p:blipFill rotWithShape="1">
          <a:blip r:embed="rId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0"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Poppins" charset="0"/>
                <a:sym typeface="나눔고딕" charset="0"/>
              </a:rPr>
              <a:t>Compiler &amp; System Software Laboratory</a:t>
            </a:r>
            <a:endParaRPr lang="ko-KR" altLang="en-US" sz="1200">
              <a:solidFill>
                <a:schemeClr val="tx1"/>
              </a:solidFill>
              <a:latin typeface="Poppins" charset="0"/>
              <a:ea typeface="Poppins" charset="0"/>
              <a:sym typeface="나눔고딕" charset="0"/>
            </a:endParaRPr>
          </a:p>
        </p:txBody>
      </p:sp>
      <p:sp>
        <p:nvSpPr>
          <p:cNvPr id="11"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74185/fImage188566176864.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235" cy="285305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235" cy="150050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2835" cy="487426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2835" cy="4874260"/>
          </a:xfrm>
          <a:prstGeom prst="rect"/>
        </p:spPr>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2585" cy="493014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29535" cy="5812790"/>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4934" cy="581279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3835" cy="365760"/>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5434" cy="365760"/>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6765" cy="18351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6765" cy="640715"/>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2635" cy="732155"/>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4635" cy="23882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4635" cy="165608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74185/fImage681857387929.png"/>
          <p:cNvPicPr>
            <a:picLocks noChangeAspect="1"/>
          </p:cNvPicPr>
          <p:nvPr/>
        </p:nvPicPr>
        <p:blipFill rotWithShape="1">
          <a:blip r:embed="rId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0"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Poppins" charset="0"/>
                <a:sym typeface="나눔고딕" charset="0"/>
              </a:rPr>
              <a:t>Compiler &amp; System Software Laboratory</a:t>
            </a:r>
            <a:endParaRPr lang="ko-KR" altLang="en-US" sz="1200">
              <a:solidFill>
                <a:schemeClr val="tx1"/>
              </a:solidFill>
              <a:latin typeface="Poppins" charset="0"/>
              <a:ea typeface="Poppins" charset="0"/>
              <a:sym typeface="나눔고딕" charset="0"/>
            </a:endParaRPr>
          </a:p>
        </p:txBody>
      </p:sp>
      <p:sp>
        <p:nvSpPr>
          <p:cNvPr id="11"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74185/fImage188567419605.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235" cy="285305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235" cy="150050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2835" cy="487426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2835" cy="4874260"/>
          </a:xfrm>
          <a:prstGeom prst="rect"/>
        </p:spPr>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2585" cy="493014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29535" cy="5812790"/>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4934" cy="581279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3835" cy="365760"/>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5434" cy="365760"/>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6765" cy="18351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6765" cy="640715"/>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2635" cy="732155"/>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4635" cy="23882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4635" cy="165608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74185/fImage68185842887.png"/>
          <p:cNvPicPr>
            <a:picLocks noChangeAspect="1"/>
          </p:cNvPicPr>
          <p:nvPr/>
        </p:nvPicPr>
        <p:blipFill rotWithShape="1">
          <a:blip r:embed="rId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0"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Poppins" charset="0"/>
                <a:sym typeface="나눔고딕" charset="0"/>
              </a:rPr>
              <a:t>Compiler &amp; System Software Laboratory</a:t>
            </a:r>
            <a:endParaRPr lang="ko-KR" altLang="en-US" sz="1200">
              <a:solidFill>
                <a:schemeClr val="tx1"/>
              </a:solidFill>
              <a:latin typeface="Poppins" charset="0"/>
              <a:ea typeface="Poppins" charset="0"/>
              <a:sym typeface="나눔고딕" charset="0"/>
            </a:endParaRPr>
          </a:p>
        </p:txBody>
      </p:sp>
      <p:sp>
        <p:nvSpPr>
          <p:cNvPr id="11"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74185/fImage188568452511.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235" cy="285305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235" cy="150050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2835" cy="487426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2835" cy="4874260"/>
          </a:xfrm>
          <a:prstGeom prst="rect"/>
        </p:spPr>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2585" cy="493014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29535" cy="5812790"/>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4934" cy="581279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3835" cy="365760"/>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5434" cy="365760"/>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6765" cy="18351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6765" cy="640715"/>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2635" cy="732155"/>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4635" cy="23882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4635" cy="165608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74185/fImage6818595084.png"/>
          <p:cNvPicPr>
            <a:picLocks noChangeAspect="1"/>
          </p:cNvPicPr>
          <p:nvPr/>
        </p:nvPicPr>
        <p:blipFill rotWithShape="1">
          <a:blip r:embed="rId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0"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Poppins" charset="0"/>
                <a:sym typeface="나눔고딕" charset="0"/>
              </a:rPr>
              <a:t>Compiler &amp; System Software Laboratory</a:t>
            </a:r>
            <a:endParaRPr lang="ko-KR" altLang="en-US" sz="1200">
              <a:solidFill>
                <a:schemeClr val="tx1"/>
              </a:solidFill>
              <a:latin typeface="Poppins" charset="0"/>
              <a:ea typeface="Poppins" charset="0"/>
              <a:sym typeface="나눔고딕" charset="0"/>
            </a:endParaRPr>
          </a:p>
        </p:txBody>
      </p:sp>
      <p:sp>
        <p:nvSpPr>
          <p:cNvPr id="11"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74185/fImage188569532072.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235" cy="285305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235" cy="150050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2993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0885" cy="435229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7710" cy="45974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2835" cy="487426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2555" cy="160083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2835" cy="4874260"/>
          </a:xfrm>
          <a:prstGeom prst="rect"/>
        </p:spPr>
      </p:sp>
      <p:sp>
        <p:nvSpPr>
          <p:cNvPr id="4" name="Rect 0"/>
          <p:cNvSpPr txBox="1">
            <a:spLocks noGrp="1"/>
          </p:cNvSpPr>
          <p:nvPr>
            <p:ph type="body"/>
          </p:nvPr>
        </p:nvSpPr>
        <p:spPr>
          <a:xfrm rot="0">
            <a:off x="840105" y="2057400"/>
            <a:ext cx="3932555" cy="38125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2635" cy="1029335"/>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2585" cy="493014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29535" cy="5812790"/>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4934" cy="5812790"/>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3835" cy="365760"/>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5434" cy="365760"/>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7400" cy="18415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7" name="Rect 0"/>
          <p:cNvSpPr>
            <a:spLocks/>
          </p:cNvSpPr>
          <p:nvPr/>
        </p:nvSpPr>
        <p:spPr>
          <a:xfrm rot="0">
            <a:off x="-15240" y="-9525"/>
            <a:ext cx="12217400" cy="641350"/>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4" name="Rect 0"/>
          <p:cNvSpPr>
            <a:spLocks/>
          </p:cNvSpPr>
          <p:nvPr/>
        </p:nvSpPr>
        <p:spPr>
          <a:xfrm rot="0">
            <a:off x="0" y="6137910"/>
            <a:ext cx="12193270" cy="732790"/>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2" name="Rect 0"/>
          <p:cNvSpPr txBox="1">
            <a:spLocks noGrp="1"/>
          </p:cNvSpPr>
          <p:nvPr>
            <p:ph type="ctrTitle"/>
          </p:nvPr>
        </p:nvSpPr>
        <p:spPr>
          <a:xfrm rot="0">
            <a:off x="1524000" y="1171575"/>
            <a:ext cx="9145270" cy="23888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5270" cy="165671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15451/fImage68185891804.png"/>
          <p:cNvPicPr>
            <a:picLocks noChangeAspect="1"/>
          </p:cNvPicPr>
          <p:nvPr/>
        </p:nvPicPr>
        <p:blipFill rotWithShape="1">
          <a:blip r:embed="rId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0"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나눔고딕" charset="0"/>
                <a:sym typeface="나눔고딕" charset="0"/>
              </a:rPr>
              <a:t>Compiler &amp; System Software Laboratory</a:t>
            </a:r>
          </a:p>
        </p:txBody>
      </p:sp>
      <p:sp>
        <p:nvSpPr>
          <p:cNvPr id="11"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p>
        </p:txBody>
      </p:sp>
      <p:pic>
        <p:nvPicPr>
          <p:cNvPr id="12" name="Picture " descr="/Users/gihwan/Library/Group Containers/L48J367XN4.com.infraware.PolarisOffice/EngineTemp/15451/fImage188568946057.png"/>
          <p:cNvPicPr>
            <a:picLocks noChangeAspect="1"/>
          </p:cNvPicPr>
          <p:nvPr/>
        </p:nvPicPr>
        <p:blipFill rotWithShape="1">
          <a:blip r:embed="rId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870" cy="285369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870" cy="15011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3470" cy="487489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3470" cy="4874895"/>
          </a:xfrm>
          <a:prstGeom prst="rect"/>
        </p:spPr>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3220" cy="4930775"/>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30170" cy="5813425"/>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5570" cy="5813425"/>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4470" cy="366395"/>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6070" cy="366395"/>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7400" cy="18415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7" name="Rect 0"/>
          <p:cNvSpPr>
            <a:spLocks/>
          </p:cNvSpPr>
          <p:nvPr/>
        </p:nvSpPr>
        <p:spPr>
          <a:xfrm rot="0">
            <a:off x="-15240" y="-9525"/>
            <a:ext cx="12217400" cy="641350"/>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4" name="Rect 0"/>
          <p:cNvSpPr>
            <a:spLocks/>
          </p:cNvSpPr>
          <p:nvPr/>
        </p:nvSpPr>
        <p:spPr>
          <a:xfrm rot="0">
            <a:off x="0" y="6137910"/>
            <a:ext cx="12193270" cy="732790"/>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ctrTitle"/>
          </p:nvPr>
        </p:nvSpPr>
        <p:spPr>
          <a:xfrm rot="0">
            <a:off x="1524000" y="1171575"/>
            <a:ext cx="9145270" cy="23888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subTitle"/>
          </p:nvPr>
        </p:nvSpPr>
        <p:spPr>
          <a:xfrm rot="0">
            <a:off x="1524000" y="3876674"/>
            <a:ext cx="9145270" cy="165671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endParaRPr lang="ko-KR" altLang="en-US">
              <a:latin typeface="Poppins" charset="0"/>
              <a:ea typeface="Poppins" charset="0"/>
              <a:sym typeface="나눔고딕" charset="0"/>
            </a:endParaRPr>
          </a:p>
        </p:txBody>
      </p:sp>
      <p:sp>
        <p:nvSpPr>
          <p:cNvPr id="6" name="Rect 0"/>
          <p:cNvSpPr txBox="1">
            <a:spLocks noGrp="1"/>
          </p:cNvSpPr>
          <p:nvPr>
            <p:ph type="sldNum"/>
          </p:nvPr>
        </p:nvSpPr>
        <p:spPr>
          <a:xfrm rot="0">
            <a:off x="5730240" y="634174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42368/fImage6818510674547.png"/>
          <p:cNvPicPr>
            <a:picLocks noChangeAspect="1"/>
          </p:cNvPicPr>
          <p:nvPr/>
        </p:nvPicPr>
        <p:blipFill rotWithShape="1">
          <a:blip r:embed="rId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0"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나눔고딕" charset="0"/>
                <a:sym typeface="나눔고딕" charset="0"/>
              </a:rPr>
              <a:t>Compiler &amp; System Software Laboratory</a:t>
            </a:r>
            <a:endParaRPr lang="ko-KR" altLang="en-US" sz="1200">
              <a:solidFill>
                <a:schemeClr val="tx1"/>
              </a:solidFill>
              <a:latin typeface="Poppins" charset="0"/>
              <a:ea typeface="나눔고딕" charset="0"/>
              <a:sym typeface="나눔고딕" charset="0"/>
            </a:endParaRPr>
          </a:p>
        </p:txBody>
      </p:sp>
      <p:sp>
        <p:nvSpPr>
          <p:cNvPr id="11"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endParaRPr lang="ko-KR" altLang="en-US" sz="1200">
              <a:solidFill>
                <a:schemeClr val="tx1"/>
              </a:solidFill>
              <a:latin typeface="Poppins" charset="0"/>
              <a:ea typeface="Poppins" charset="0"/>
              <a:sym typeface="나눔고딕" charset="0"/>
            </a:endParaRPr>
          </a:p>
        </p:txBody>
      </p:sp>
      <p:pic>
        <p:nvPicPr>
          <p:cNvPr id="12" name="Picture " descr="/Users/gihwan/Library/Group Containers/L48J367XN4.com.infraware.PolarisOffice/EngineTemp/42368/fImage1885610709272.png"/>
          <p:cNvPicPr>
            <a:picLocks noChangeAspect="1"/>
          </p:cNvPicPr>
          <p:nvPr/>
        </p:nvPicPr>
        <p:blipFill rotWithShape="1">
          <a:blip r:embed="rId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obj"/>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buFont typeface="Poppins"/>
              <a:buChar char="0"/>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0"/>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870" cy="285369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body"/>
          </p:nvPr>
        </p:nvSpPr>
        <p:spPr>
          <a:xfrm rot="0">
            <a:off x="831850" y="4589780"/>
            <a:ext cx="10516870" cy="15011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endParaRPr lang="ko-KR" altLang="en-US" sz="1800">
              <a:solidFill>
                <a:schemeClr val="tx1"/>
              </a:solidFill>
              <a:latin typeface="Poppins" charset="0"/>
              <a:ea typeface="나눔고딕"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buFont typeface="Poppins"/>
              <a:buChar char="0"/>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0"/>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buFont typeface="Poppins"/>
              <a:buChar char="0"/>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0"/>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endParaRPr lang="ko-KR" altLang="en-US" sz="1800">
              <a:solidFill>
                <a:schemeClr val="tx1"/>
              </a:solidFill>
              <a:latin typeface="Poppins" charset="0"/>
              <a:ea typeface="나눔고딕"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buFont typeface="Poppins"/>
              <a:buChar char="0"/>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0"/>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buFont typeface="Poppins"/>
              <a:buChar char="-"/>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0"/>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0"/>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0"/>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
        <p:nvSpPr>
          <p:cNvPr id="10" name="Rect 0"/>
          <p:cNvSpPr txBox="1">
            <a:spLocks noGrp="1"/>
          </p:cNvSpPr>
          <p:nvPr>
            <p:ph type="body"/>
          </p:nvPr>
        </p:nvSpPr>
        <p:spPr>
          <a:xfrm rot="0">
            <a:off x="61722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endParaRPr lang="ko-KR" altLang="en-US" sz="1800">
              <a:solidFill>
                <a:schemeClr val="tx1"/>
              </a:solidFill>
              <a:latin typeface="Poppins" charset="0"/>
              <a:ea typeface="나눔고딕"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5"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obj"/>
          </p:nvPr>
        </p:nvSpPr>
        <p:spPr>
          <a:xfrm rot="0">
            <a:off x="5183505" y="987425"/>
            <a:ext cx="6173470" cy="4874895"/>
          </a:xfrm>
          <a:prstGeom prst="rect"/>
        </p:spPr>
        <p:txBody>
          <a:bodyPr wrap="square" lIns="91440" tIns="45720" rIns="91440" bIns="45720" vert="horz" anchor="t">
            <a:normAutofit fontScale="100000" lnSpcReduction="0"/>
          </a:bodyPr>
          <a:lstStyle/>
          <a:p>
            <a:pPr marL="228600" indent="-228600">
              <a:buFont typeface="Poppins"/>
              <a:buChar char="-"/>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0"/>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0"/>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0"/>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pic"/>
          </p:nvPr>
        </p:nvSpPr>
        <p:spPr>
          <a:xfrm rot="0">
            <a:off x="5183505" y="987425"/>
            <a:ext cx="6173470" cy="4874895"/>
          </a:xfrm>
          <a:prstGeom prst="rect"/>
        </p:spPr>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endParaRPr lang="ko-KR" altLang="en-US" sz="1800">
              <a:solidFill>
                <a:schemeClr val="tx1"/>
              </a:solidFill>
              <a:latin typeface="Poppins" charset="0"/>
              <a:ea typeface="나눔고딕"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body" orient="vert"/>
          </p:nvPr>
        </p:nvSpPr>
        <p:spPr>
          <a:xfrm rot="0">
            <a:off x="190500" y="1247775"/>
            <a:ext cx="11793220" cy="4930775"/>
          </a:xfrm>
          <a:prstGeom prst="rect"/>
        </p:spPr>
        <p:txBody>
          <a:bodyPr wrap="square" lIns="91440" tIns="45720" rIns="91440" bIns="45720" vert="eaVert" anchor="t">
            <a:normAutofit fontScale="100000" lnSpcReduction="0"/>
          </a:bodyPr>
          <a:lstStyle/>
          <a:p>
            <a:pPr marL="228600" indent="-228600">
              <a:buFont typeface="Poppins"/>
              <a:buChar char="-"/>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0"/>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0"/>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0"/>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30170" cy="5813425"/>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endParaRPr lang="ko-KR" altLang="en-US">
              <a:latin typeface="Poppins" charset="0"/>
              <a:ea typeface="Poppins" charset="0"/>
              <a:sym typeface="나눔고딕" charset="0"/>
            </a:endParaRPr>
          </a:p>
        </p:txBody>
      </p:sp>
      <p:sp>
        <p:nvSpPr>
          <p:cNvPr id="3" name="Rect 0"/>
          <p:cNvSpPr txBox="1">
            <a:spLocks noGrp="1"/>
          </p:cNvSpPr>
          <p:nvPr>
            <p:ph type="body" orient="vert"/>
          </p:nvPr>
        </p:nvSpPr>
        <p:spPr>
          <a:xfrm rot="0">
            <a:off x="838200" y="365125"/>
            <a:ext cx="7735570" cy="5813425"/>
          </a:xfrm>
          <a:prstGeom prst="rect"/>
        </p:spPr>
        <p:txBody>
          <a:bodyPr wrap="square" lIns="91440" tIns="45720" rIns="91440" bIns="45720" vert="eaVert" anchor="t">
            <a:normAutofit fontScale="100000" lnSpcReduction="0"/>
          </a:bodyPr>
          <a:lstStyle/>
          <a:p>
            <a:pPr marL="228600" indent="-228600">
              <a:buFont typeface="Poppins"/>
              <a:buChar char="-"/>
            </a:pPr>
            <a:r>
              <a:rPr>
                <a:latin typeface="Poppins" charset="0"/>
                <a:ea typeface="Poppins" charset="0"/>
                <a:sym typeface="나눔고딕" charset="0"/>
              </a:rPr>
              <a:t>Click to edit Master text styles</a:t>
            </a:r>
            <a:endParaRPr lang="ko-KR" altLang="en-US">
              <a:latin typeface="Poppins" charset="0"/>
              <a:ea typeface="Poppins" charset="0"/>
              <a:sym typeface="나눔고딕" charset="0"/>
            </a:endParaRPr>
          </a:p>
          <a:p>
            <a:pPr marL="685800" indent="-228600" lvl="1">
              <a:buFont typeface="Poppins"/>
              <a:buChar char="-"/>
            </a:pPr>
            <a:r>
              <a:rPr>
                <a:latin typeface="Poppins" charset="0"/>
                <a:ea typeface="Poppins" charset="0"/>
                <a:sym typeface="나눔고딕" charset="0"/>
              </a:rPr>
              <a:t>Second level</a:t>
            </a:r>
            <a:endParaRPr lang="ko-KR" altLang="en-US">
              <a:latin typeface="Poppins" charset="0"/>
              <a:ea typeface="Poppins" charset="0"/>
              <a:sym typeface="나눔고딕" charset="0"/>
            </a:endParaRPr>
          </a:p>
          <a:p>
            <a:pPr marL="1143000" indent="-228600" lvl="2">
              <a:buFont typeface="Poppins"/>
              <a:buChar char="-"/>
            </a:pPr>
            <a:r>
              <a:rPr>
                <a:latin typeface="Poppins" charset="0"/>
                <a:ea typeface="Poppins" charset="0"/>
                <a:sym typeface="나눔고딕" charset="0"/>
              </a:rPr>
              <a:t>Third level</a:t>
            </a:r>
            <a:endParaRPr lang="ko-KR" altLang="en-US">
              <a:latin typeface="Poppins" charset="0"/>
              <a:ea typeface="Poppins" charset="0"/>
              <a:sym typeface="나눔고딕" charset="0"/>
            </a:endParaRPr>
          </a:p>
          <a:p>
            <a:pPr marL="1600200" indent="-228600" lvl="3">
              <a:buFont typeface="Poppins"/>
              <a:buChar char="-"/>
            </a:pPr>
            <a:r>
              <a:rPr>
                <a:latin typeface="Poppins" charset="0"/>
                <a:ea typeface="Poppins" charset="0"/>
                <a:sym typeface="나눔고딕" charset="0"/>
              </a:rPr>
              <a:t>Fourth level</a:t>
            </a:r>
            <a:endParaRPr lang="ko-KR" altLang="en-US">
              <a:latin typeface="Poppins" charset="0"/>
              <a:ea typeface="Poppins" charset="0"/>
              <a:sym typeface="나눔고딕" charset="0"/>
            </a:endParaRPr>
          </a:p>
          <a:p>
            <a:pPr marL="2057400" indent="-228600" lvl="4">
              <a:buFont typeface="Poppins"/>
              <a:buChar char="-"/>
            </a:pPr>
            <a:r>
              <a:rPr>
                <a:latin typeface="Poppins" charset="0"/>
                <a:ea typeface="Poppins" charset="0"/>
                <a:sym typeface="나눔고딕" charset="0"/>
              </a:rPr>
              <a:t>Fifth level</a:t>
            </a:r>
            <a:endParaRPr lang="ko-KR" altLang="en-US">
              <a:latin typeface="Poppins" charset="0"/>
              <a:ea typeface="Poppins" charset="0"/>
              <a:sym typeface="나눔고딕" charset="0"/>
            </a:endParaRPr>
          </a:p>
        </p:txBody>
      </p:sp>
      <p:sp>
        <p:nvSpPr>
          <p:cNvPr id="4" name="Rect 0"/>
          <p:cNvSpPr txBox="1">
            <a:spLocks noGrp="1"/>
          </p:cNvSpPr>
          <p:nvPr>
            <p:ph type="dt"/>
          </p:nvPr>
        </p:nvSpPr>
        <p:spPr>
          <a:xfrm rot="0">
            <a:off x="838200" y="6356350"/>
            <a:ext cx="2744470" cy="366395"/>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6070" cy="366395"/>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Rect 0"/>
          <p:cNvSpPr>
            <a:spLocks/>
          </p:cNvSpPr>
          <p:nvPr/>
        </p:nvSpPr>
        <p:spPr>
          <a:xfrm rot="0">
            <a:off x="-15240" y="630555"/>
            <a:ext cx="12217400" cy="18415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7" name="Rect 0"/>
          <p:cNvSpPr>
            <a:spLocks/>
          </p:cNvSpPr>
          <p:nvPr/>
        </p:nvSpPr>
        <p:spPr>
          <a:xfrm rot="0">
            <a:off x="-15240" y="-9525"/>
            <a:ext cx="12217400" cy="641350"/>
          </a:xfrm>
          <a:prstGeom prst="rect"/>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4" name="Rect 0"/>
          <p:cNvSpPr>
            <a:spLocks/>
          </p:cNvSpPr>
          <p:nvPr/>
        </p:nvSpPr>
        <p:spPr>
          <a:xfrm rot="0">
            <a:off x="0" y="6137910"/>
            <a:ext cx="12193270" cy="732790"/>
          </a:xfrm>
          <a:prstGeom prst="rect"/>
          <a:solidFill>
            <a:schemeClr val="accent5">
              <a:lumMod val="20000"/>
              <a:lumOff val="80000"/>
            </a:schemeClr>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p>
        </p:txBody>
      </p:sp>
      <p:sp>
        <p:nvSpPr>
          <p:cNvPr id="2" name="Rect 0"/>
          <p:cNvSpPr txBox="1">
            <a:spLocks noGrp="1"/>
          </p:cNvSpPr>
          <p:nvPr>
            <p:ph type="ctrTitle"/>
          </p:nvPr>
        </p:nvSpPr>
        <p:spPr>
          <a:xfrm rot="0">
            <a:off x="1524000" y="1171575"/>
            <a:ext cx="9145270" cy="23888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subTitle"/>
          </p:nvPr>
        </p:nvSpPr>
        <p:spPr>
          <a:xfrm rot="0">
            <a:off x="1524000" y="3876674"/>
            <a:ext cx="9145270" cy="165671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subtitle style</a:t>
            </a:r>
          </a:p>
        </p:txBody>
      </p:sp>
      <p:sp>
        <p:nvSpPr>
          <p:cNvPr id="6" name="Rect 0"/>
          <p:cNvSpPr txBox="1">
            <a:spLocks noGrp="1"/>
          </p:cNvSpPr>
          <p:nvPr>
            <p:ph type="sldNum"/>
          </p:nvPr>
        </p:nvSpPr>
        <p:spPr>
          <a:xfrm rot="0">
            <a:off x="5730240" y="634174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9" name="Picture " descr="/Users/gihwan/Library/Group Containers/L48J367XN4.com.infraware.PolarisOffice/EngineTemp/42368/fImage6818515359780.png"/>
          <p:cNvPicPr>
            <a:picLocks noChangeAspect="1"/>
          </p:cNvPicPr>
          <p:nvPr/>
        </p:nvPicPr>
        <p:blipFill rotWithShape="1">
          <a:blip r:embed="rId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0"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tx1"/>
                </a:solidFill>
                <a:latin typeface="Poppins" charset="0"/>
                <a:ea typeface="나눔고딕" charset="0"/>
                <a:sym typeface="나눔고딕" charset="0"/>
              </a:rPr>
              <a:t>Compiler &amp; System Software Laboratory</a:t>
            </a:r>
          </a:p>
        </p:txBody>
      </p:sp>
      <p:sp>
        <p:nvSpPr>
          <p:cNvPr id="11"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tx1"/>
                </a:solidFill>
                <a:latin typeface="Poppins" charset="0"/>
                <a:ea typeface="Poppins" charset="0"/>
                <a:sym typeface="나눔고딕" charset="0"/>
              </a:rPr>
              <a:t>School of Computing @ College of Software</a:t>
            </a:r>
          </a:p>
        </p:txBody>
      </p:sp>
      <p:pic>
        <p:nvPicPr>
          <p:cNvPr id="12" name="Picture " descr="/Users/gihwan/Library/Group Containers/L48J367XN4.com.infraware.PolarisOffice/EngineTemp/42368/fImage1885615388796.png"/>
          <p:cNvPicPr>
            <a:picLocks noChangeAspect="1"/>
          </p:cNvPicPr>
          <p:nvPr/>
        </p:nvPicPr>
        <p:blipFill rotWithShape="1">
          <a:blip r:embed="rId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latin typeface="Poppins" charset="0"/>
              <a:ea typeface="NanumGothic" charset="0"/>
              <a:sym typeface="나눔고딕" charset="0"/>
            </a:endParaR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31850" y="1710055"/>
            <a:ext cx="10516870" cy="285369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p:nvPr>
        </p:nvSpPr>
        <p:spPr>
          <a:xfrm rot="0">
            <a:off x="831850" y="4589780"/>
            <a:ext cx="10516870" cy="1501140"/>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190500" y="1825625"/>
            <a:ext cx="583057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obj"/>
          </p:nvPr>
        </p:nvSpPr>
        <p:spPr>
          <a:xfrm rot="0">
            <a:off x="6172200" y="1825625"/>
            <a:ext cx="5811520" cy="435292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
        <p:nvSpPr>
          <p:cNvPr id="9" name="Rect 0"/>
          <p:cNvSpPr txBox="1">
            <a:spLocks noGrp="1"/>
          </p:cNvSpPr>
          <p:nvPr>
            <p:ph type="body"/>
          </p:nvPr>
        </p:nvSpPr>
        <p:spPr>
          <a:xfrm rot="0">
            <a:off x="1905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10" name="Rect 0"/>
          <p:cNvSpPr txBox="1">
            <a:spLocks noGrp="1"/>
          </p:cNvSpPr>
          <p:nvPr>
            <p:ph type="body"/>
          </p:nvPr>
        </p:nvSpPr>
        <p:spPr>
          <a:xfrm rot="0">
            <a:off x="6172200" y="1207770"/>
            <a:ext cx="5808345" cy="460375"/>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text styles</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5"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obj"/>
          </p:nvPr>
        </p:nvSpPr>
        <p:spPr>
          <a:xfrm rot="0">
            <a:off x="5183505" y="987425"/>
            <a:ext cx="6173470" cy="4874895"/>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Rect 0"/>
          <p:cNvSpPr txBox="1">
            <a:spLocks noGrp="1"/>
          </p:cNvSpPr>
          <p:nvPr>
            <p:ph type="title"/>
          </p:nvPr>
        </p:nvSpPr>
        <p:spPr>
          <a:xfrm rot="0">
            <a:off x="840105" y="457200"/>
            <a:ext cx="3933190" cy="1601470"/>
          </a:xfrm>
          <a:prstGeom prst="rect"/>
        </p:spPr>
        <p:txBody>
          <a:bodyPr wrap="square" lIns="91440" tIns="45720" rIns="91440" bIns="45720" vert="horz" anchor="b">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pic"/>
          </p:nvPr>
        </p:nvSpPr>
        <p:spPr>
          <a:xfrm rot="0">
            <a:off x="5183505" y="987425"/>
            <a:ext cx="6173470" cy="4874895"/>
          </a:xfrm>
          <a:prstGeom prst="rect"/>
        </p:spPr>
      </p:sp>
      <p:sp>
        <p:nvSpPr>
          <p:cNvPr id="4" name="Rect 0"/>
          <p:cNvSpPr txBox="1">
            <a:spLocks noGrp="1"/>
          </p:cNvSpPr>
          <p:nvPr>
            <p:ph type="body"/>
          </p:nvPr>
        </p:nvSpPr>
        <p:spPr>
          <a:xfrm rot="0">
            <a:off x="840105" y="2057400"/>
            <a:ext cx="3933190" cy="3813175"/>
          </a:xfrm>
          <a:prstGeom prst="rect"/>
        </p:spPr>
        <p:txBody>
          <a:bodyPr wrap="square" lIns="91440" tIns="45720" rIns="91440" bIns="45720" vert="horz" anchor="t">
            <a:normAutofit fontScale="100000" lnSpcReduction="0"/>
          </a:bodyPr>
          <a:lstStyle/>
          <a:p>
            <a:pPr marL="0" indent="0">
              <a:buFontTx/>
              <a:buNone/>
            </a:pPr>
            <a:r>
              <a:rPr>
                <a:latin typeface="Poppins" charset="0"/>
                <a:ea typeface="Poppins" charset="0"/>
                <a:sym typeface="나눔고딕" charset="0"/>
              </a:rPr>
              <a:t>Click to edit Master text styles</a:t>
            </a:r>
          </a:p>
        </p:txBody>
      </p:sp>
      <p:sp>
        <p:nvSpPr>
          <p:cNvPr id="7"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7" name="Rect 0"/>
          <p:cNvSpPr>
            <a:spLocks/>
          </p:cNvSpPr>
          <p:nvPr/>
        </p:nvSpPr>
        <p:spPr>
          <a:xfrm rot="0">
            <a:off x="0" y="0"/>
            <a:ext cx="12193270" cy="1029970"/>
          </a:xfrm>
          <a:prstGeom prst="rect"/>
          <a:solidFill>
            <a:schemeClr val="accent2"/>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a:buFontTx/>
              <a:buNone/>
            </a:pPr>
          </a:p>
        </p:txBody>
      </p:sp>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190500" y="1247775"/>
            <a:ext cx="11793220" cy="4930775"/>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Rect 0"/>
          <p:cNvSpPr txBox="1">
            <a:spLocks noGrp="1"/>
          </p:cNvSpPr>
          <p:nvPr>
            <p:ph type="title" orient="vert"/>
          </p:nvPr>
        </p:nvSpPr>
        <p:spPr>
          <a:xfrm rot="0">
            <a:off x="8724900" y="365125"/>
            <a:ext cx="2630170" cy="5813425"/>
          </a:xfrm>
          <a:prstGeom prst="rect"/>
        </p:spPr>
        <p:txBody>
          <a:bodyPr wrap="square" lIns="91440" tIns="45720" rIns="91440" bIns="45720" vert="eaVert" anchor="ctr">
            <a:normAutofit fontScale="100000" lnSpcReduction="0"/>
          </a:bodyPr>
          <a:lstStyle/>
          <a:p>
            <a:pPr marL="0" indent="0">
              <a:buFontTx/>
              <a:buNone/>
            </a:pPr>
            <a:r>
              <a:rPr>
                <a:latin typeface="Poppins" charset="0"/>
                <a:ea typeface="Poppins" charset="0"/>
                <a:sym typeface="나눔고딕" charset="0"/>
              </a:rPr>
              <a:t>Click to edit Master title style</a:t>
            </a:r>
          </a:p>
        </p:txBody>
      </p:sp>
      <p:sp>
        <p:nvSpPr>
          <p:cNvPr id="3" name="Rect 0"/>
          <p:cNvSpPr txBox="1">
            <a:spLocks noGrp="1"/>
          </p:cNvSpPr>
          <p:nvPr>
            <p:ph type="body" orient="vert"/>
          </p:nvPr>
        </p:nvSpPr>
        <p:spPr>
          <a:xfrm rot="0">
            <a:off x="838200" y="365125"/>
            <a:ext cx="7735570" cy="5813425"/>
          </a:xfrm>
          <a:prstGeom prst="rect"/>
        </p:spPr>
        <p:txBody>
          <a:bodyPr wrap="square" lIns="91440" tIns="45720" rIns="91440" bIns="45720" vert="eaVert"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4" name="Rect 0"/>
          <p:cNvSpPr txBox="1">
            <a:spLocks noGrp="1"/>
          </p:cNvSpPr>
          <p:nvPr>
            <p:ph type="dt"/>
          </p:nvPr>
        </p:nvSpPr>
        <p:spPr>
          <a:xfrm rot="0">
            <a:off x="838200" y="6356350"/>
            <a:ext cx="2744470" cy="366395"/>
          </a:xfrm>
          <a:prstGeom prst="rect"/>
        </p:spPr>
        <p:txBody>
          <a:bodyPr wrap="square" lIns="91440" tIns="45720" rIns="91440" bIns="45720" vert="horz" anchor="t">
            <a:noAutofit/>
          </a:bodyPr>
          <a:lstStyle/>
          <a:p>
            <a:pPr marL="0" indent="0">
              <a:buFontTx/>
              <a:buNone/>
            </a:pPr>
            <a:fld id="{B9320F77-B9A0-41C5-862A-B4B631284C64}" type="datetime1">
              <a:rPr lang="en-US" altLang="ko-KR">
                <a:latin typeface="Poppins" charset="0"/>
                <a:ea typeface="나눔고딕" charset="0"/>
                <a:sym typeface="나눔고딕" charset="0"/>
              </a:rPr>
              <a:t>12/22/25</a:t>
            </a:fld>
          </a:p>
        </p:txBody>
      </p:sp>
      <p:sp>
        <p:nvSpPr>
          <p:cNvPr id="5" name="Rect 0"/>
          <p:cNvSpPr txBox="1">
            <a:spLocks noGrp="1"/>
          </p:cNvSpPr>
          <p:nvPr>
            <p:ph type="ftr"/>
          </p:nvPr>
        </p:nvSpPr>
        <p:spPr>
          <a:xfrm rot="0">
            <a:off x="4038600" y="6356350"/>
            <a:ext cx="4116070" cy="366395"/>
          </a:xfrm>
          <a:prstGeom prst="rect"/>
        </p:spPr>
        <p:txBody>
          <a:bodyPr wrap="square" lIns="91440" tIns="45720" rIns="91440" bIns="45720" vert="horz" anchor="t">
            <a:noAutofit/>
          </a:bodyPr>
          <a:lstStyle/>
          <a:p>
            <a:pPr marL="0" indent="0">
              <a:buFontTx/>
              <a:buNone/>
            </a:pP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image" Target="../media/fImage681856038945.png"/><Relationship Id="rId13" Type="http://schemas.openxmlformats.org/officeDocument/2006/relationships/image" Target="../media/fImage188566064119.png"/><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image" Target="../media/fImage681857279052.png"/><Relationship Id="rId13" Type="http://schemas.openxmlformats.org/officeDocument/2006/relationships/image" Target="../media/fImage188567304870.png"/><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image" Target="../media/fImage681858314623.png"/><Relationship Id="rId13" Type="http://schemas.openxmlformats.org/officeDocument/2006/relationships/image" Target="../media/fImage188568345753.png"/><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image" Target="../media/fImage681859394423.png"/><Relationship Id="rId13" Type="http://schemas.openxmlformats.org/officeDocument/2006/relationships/image" Target="../media/fImage188569427128.png"/><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 Id="rId11" Type="http://schemas.openxmlformats.org/officeDocument/2006/relationships/slideLayout" Target="../slideLayouts/slideLayout66.xml"/><Relationship Id="rId12" Type="http://schemas.openxmlformats.org/officeDocument/2006/relationships/image" Target="../media/fImage681858804405.png"/><Relationship Id="rId13" Type="http://schemas.openxmlformats.org/officeDocument/2006/relationships/image" Target="../media/fImage18856883907.png"/><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5" Type="http://schemas.openxmlformats.org/officeDocument/2006/relationships/slideLayout" Target="../slideLayouts/slideLayout71.xml"/><Relationship Id="rId6" Type="http://schemas.openxmlformats.org/officeDocument/2006/relationships/slideLayout" Target="../slideLayouts/slideLayout72.xml"/><Relationship Id="rId7" Type="http://schemas.openxmlformats.org/officeDocument/2006/relationships/slideLayout" Target="../slideLayouts/slideLayout73.xml"/><Relationship Id="rId8" Type="http://schemas.openxmlformats.org/officeDocument/2006/relationships/slideLayout" Target="../slideLayouts/slideLayout74.xml"/><Relationship Id="rId9" Type="http://schemas.openxmlformats.org/officeDocument/2006/relationships/slideLayout" Target="../slideLayouts/slideLayout75.xml"/><Relationship Id="rId10" Type="http://schemas.openxmlformats.org/officeDocument/2006/relationships/slideLayout" Target="../slideLayouts/slideLayout76.xml"/><Relationship Id="rId11" Type="http://schemas.openxmlformats.org/officeDocument/2006/relationships/slideLayout" Target="../slideLayouts/slideLayout77.xml"/><Relationship Id="rId12" Type="http://schemas.openxmlformats.org/officeDocument/2006/relationships/image" Target="../media/fImage6818510561697.png"/><Relationship Id="rId13" Type="http://schemas.openxmlformats.org/officeDocument/2006/relationships/image" Target="../media/fImage188561059246.png"/><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 Id="rId9" Type="http://schemas.openxmlformats.org/officeDocument/2006/relationships/slideLayout" Target="../slideLayouts/slideLayout86.xml"/><Relationship Id="rId10" Type="http://schemas.openxmlformats.org/officeDocument/2006/relationships/slideLayout" Target="../slideLayouts/slideLayout87.xml"/><Relationship Id="rId11" Type="http://schemas.openxmlformats.org/officeDocument/2006/relationships/slideLayout" Target="../slideLayouts/slideLayout88.xml"/><Relationship Id="rId12" Type="http://schemas.openxmlformats.org/officeDocument/2006/relationships/image" Target="../media/fImage6818515243540.png"/><Relationship Id="rId13" Type="http://schemas.openxmlformats.org/officeDocument/2006/relationships/image" Target="../media/fImage188561527106.png"/><Relationship Id="rId1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F68F20-94C3-435C-709E-899173F5385F}"/>
              </a:ext>
            </a:extLst>
          </p:cNvPr>
          <p:cNvSpPr>
            <a:spLocks noGrp="1"/>
          </p:cNvSpPr>
          <p:nvPr>
            <p:ph type="title"/>
          </p:nvPr>
        </p:nvSpPr>
        <p:spPr>
          <a:xfrm>
            <a:off x="190500" y="0"/>
            <a:ext cx="11791950" cy="1028699"/>
          </a:xfrm>
          <a:prstGeom prst="rect">
            <a:avLst/>
          </a:prstGeom>
        </p:spPr>
        <p:txBody>
          <a:bodyPr vert="horz" lIns="91440" tIns="45720" rIns="91440" bIns="45720" rtlCol="0" anchor="ctr">
            <a:normAutofit/>
          </a:bodyPr>
          <a:lstStyle/>
          <a:p>
            <a:r>
              <a:rPr lang="en-US" dirty="0">
                <a:latin typeface="Poppins"/>
                <a:ea typeface="Poppins"/>
                <a:cs typeface="Poppins"/>
              </a:rPr>
              <a:t>Click to edit Master title style</a:t>
            </a:r>
          </a:p>
        </p:txBody>
      </p:sp>
      <p:sp>
        <p:nvSpPr>
          <p:cNvPr id="3" name="Text Placeholder 2">
            <a:extLst>
              <a:ext uri="{FF2B5EF4-FFF2-40B4-BE49-F238E27FC236}">
                <a16:creationId xmlns:a16="http://schemas.microsoft.com/office/drawing/2014/main" id="{F9540100-FC4E-533D-15FF-E0442813BBEA}"/>
              </a:ext>
            </a:extLst>
          </p:cNvPr>
          <p:cNvSpPr>
            <a:spLocks noGrp="1"/>
          </p:cNvSpPr>
          <p:nvPr>
            <p:ph type="body" idx="1"/>
          </p:nvPr>
        </p:nvSpPr>
        <p:spPr>
          <a:xfrm>
            <a:off x="190500" y="1247775"/>
            <a:ext cx="11791950" cy="4929188"/>
          </a:xfrm>
          <a:prstGeom prst="rect">
            <a:avLst/>
          </a:prstGeom>
        </p:spPr>
        <p:txBody>
          <a:bodyPr vert="horz" lIns="91440" tIns="45720" rIns="91440" bIns="45720" rtlCol="0">
            <a:normAutofit/>
          </a:bodyPr>
          <a:lstStyle/>
          <a:p>
            <a:pPr lvl="0"/>
            <a:r>
              <a:rPr lang="en-US" dirty="0">
                <a:latin typeface="Poppins"/>
                <a:ea typeface="Poppins"/>
                <a:cs typeface="Poppins"/>
              </a:rPr>
              <a:t>Click to edit Master text styles</a:t>
            </a:r>
          </a:p>
          <a:p>
            <a:pPr lvl="1"/>
            <a:r>
              <a:rPr lang="en-US" dirty="0">
                <a:latin typeface="Poppins"/>
                <a:ea typeface="Poppins"/>
                <a:cs typeface="Poppins"/>
              </a:rPr>
              <a:t>Second level</a:t>
            </a:r>
          </a:p>
          <a:p>
            <a:pPr lvl="2"/>
            <a:r>
              <a:rPr lang="en-US" dirty="0">
                <a:latin typeface="Poppins"/>
                <a:ea typeface="Poppins"/>
                <a:cs typeface="Poppins"/>
              </a:rPr>
              <a:t>Third level</a:t>
            </a:r>
          </a:p>
          <a:p>
            <a:pPr lvl="3"/>
            <a:r>
              <a:rPr lang="en-US" dirty="0">
                <a:latin typeface="Poppins"/>
                <a:ea typeface="Poppins"/>
                <a:cs typeface="Poppins"/>
              </a:rPr>
              <a:t>Fourth level</a:t>
            </a:r>
          </a:p>
          <a:p>
            <a:pPr lvl="4"/>
            <a:r>
              <a:rPr lang="en-US" dirty="0">
                <a:latin typeface="Poppins"/>
                <a:ea typeface="Poppins"/>
                <a:cs typeface="Poppins"/>
              </a:rPr>
              <a:t>Fifth level</a:t>
            </a:r>
          </a:p>
        </p:txBody>
      </p:sp>
      <p:sp>
        <p:nvSpPr>
          <p:cNvPr id="6" name="Slide Number Placeholder 5">
            <a:extLst>
              <a:ext uri="{FF2B5EF4-FFF2-40B4-BE49-F238E27FC236}">
                <a16:creationId xmlns:a16="http://schemas.microsoft.com/office/drawing/2014/main" id="{72DB1B2A-C16B-F864-0C80-80D22B28BC95}"/>
              </a:ext>
            </a:extLst>
          </p:cNvPr>
          <p:cNvSpPr>
            <a:spLocks noGrp="1"/>
          </p:cNvSpPr>
          <p:nvPr>
            <p:ph type="sldNum" sz="quarter" idx="4"/>
          </p:nvPr>
        </p:nvSpPr>
        <p:spPr>
          <a:xfrm>
            <a:off x="5730240" y="6346696"/>
            <a:ext cx="731520" cy="365125"/>
          </a:xfrm>
          <a:prstGeom prst="rect">
            <a:avLst/>
          </a:prstGeom>
        </p:spPr>
        <p:txBody>
          <a:bodyPr vert="horz" lIns="91440" tIns="45720" rIns="91440" bIns="45720" rtlCol="0" anchor="ctr"/>
          <a:lstStyle>
            <a:lvl1pPr algn="ctr">
              <a:defRPr sz="1200">
                <a:solidFill>
                  <a:schemeClr val="tx1">
                    <a:tint val="75000"/>
                  </a:schemeClr>
                </a:solidFill>
                <a:latin typeface="Poppins"/>
                <a:ea typeface="NanumGothic"/>
                <a:cs typeface="Poppins"/>
              </a:defRPr>
            </a:lvl1pPr>
          </a:lstStyle>
          <a:p>
            <a:fld id="{B0508F47-983B-411C-9695-335784CE33C0}" type="slidenum">
              <a:rPr lang="en-US" smtClean="0">
                <a:latin typeface="Poppins"/>
                <a:ea typeface="NanumGothic"/>
                <a:cs typeface="Poppins"/>
              </a:rPr>
              <a:pPr/>
              <a:t>‹#›</a:t>
            </a:fld>
            <a:endParaRPr lang="en-US" dirty="0">
              <a:latin typeface="Poppins"/>
              <a:ea typeface="NanumGothic"/>
              <a:cs typeface="Poppins"/>
            </a:endParaRPr>
          </a:p>
        </p:txBody>
      </p:sp>
      <p:pic>
        <p:nvPicPr>
          <p:cNvPr id="11" name="Picture 10" descr="Shape&#10;&#10;Description automatically generated with medium confidence">
            <a:extLst>
              <a:ext uri="{FF2B5EF4-FFF2-40B4-BE49-F238E27FC236}">
                <a16:creationId xmlns:a16="http://schemas.microsoft.com/office/drawing/2014/main" id="{590446D3-6005-80F3-DF47-76BECD402C6B}"/>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t="14241" b="13607"/>
          <a:stretch/>
        </p:blipFill>
        <p:spPr>
          <a:xfrm>
            <a:off x="10404665" y="6364666"/>
            <a:ext cx="1596835" cy="329184"/>
          </a:xfrm>
          <a:prstGeom prst="rect">
            <a:avLst/>
          </a:prstGeom>
        </p:spPr>
      </p:pic>
      <p:sp>
        <p:nvSpPr>
          <p:cNvPr id="12" name="Rectangle 11">
            <a:extLst>
              <a:ext uri="{FF2B5EF4-FFF2-40B4-BE49-F238E27FC236}">
                <a16:creationId xmlns:a16="http://schemas.microsoft.com/office/drawing/2014/main" id="{CF3D675A-DFCC-55F7-4697-45FC8F6AE159}"/>
              </a:ext>
            </a:extLst>
          </p:cNvPr>
          <p:cNvSpPr/>
          <p:nvPr userDrawn="1"/>
        </p:nvSpPr>
        <p:spPr>
          <a:xfrm>
            <a:off x="6655847" y="6346696"/>
            <a:ext cx="355473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solidFill>
                  <a:schemeClr val="accent4"/>
                </a:solidFill>
                <a:latin typeface="Poppins"/>
                <a:ea typeface="Poppins"/>
                <a:cs typeface="Poppins"/>
              </a:rPr>
              <a:t>Compiler &amp; System Software Laboratory</a:t>
            </a:r>
          </a:p>
        </p:txBody>
      </p:sp>
      <p:sp>
        <p:nvSpPr>
          <p:cNvPr id="13" name="Rectangle 12">
            <a:extLst>
              <a:ext uri="{FF2B5EF4-FFF2-40B4-BE49-F238E27FC236}">
                <a16:creationId xmlns:a16="http://schemas.microsoft.com/office/drawing/2014/main" id="{6796CF6F-40B4-DB91-6E20-E6D0040B60E5}"/>
              </a:ext>
            </a:extLst>
          </p:cNvPr>
          <p:cNvSpPr/>
          <p:nvPr userDrawn="1"/>
        </p:nvSpPr>
        <p:spPr>
          <a:xfrm>
            <a:off x="883920" y="6346696"/>
            <a:ext cx="3554730"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accent4"/>
                </a:solidFill>
                <a:latin typeface="Poppins"/>
                <a:ea typeface="Poppins"/>
                <a:cs typeface="Poppins"/>
              </a:rPr>
              <a:t>School of Computing @ College of Software</a:t>
            </a:r>
          </a:p>
        </p:txBody>
      </p:sp>
      <p:pic>
        <p:nvPicPr>
          <p:cNvPr id="5" name="Picture 4" descr="Icon&#10;&#10;Description automatically generated">
            <a:extLst>
              <a:ext uri="{FF2B5EF4-FFF2-40B4-BE49-F238E27FC236}">
                <a16:creationId xmlns:a16="http://schemas.microsoft.com/office/drawing/2014/main" id="{ACBD6A1C-7FD4-B60E-3FAD-92FB0C2CE7AA}"/>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90500" y="6366325"/>
            <a:ext cx="548640" cy="325865"/>
          </a:xfrm>
          <a:prstGeom prst="rect">
            <a:avLst/>
          </a:prstGeom>
        </p:spPr>
      </p:pic>
    </p:spTree>
    <p:extLst>
      <p:ext uri="{BB962C8B-B14F-4D97-AF65-F5344CB8AC3E}">
        <p14:creationId xmlns:p14="http://schemas.microsoft.com/office/powerpoint/2010/main" val="2909255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0"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b="1" kern="1200">
          <a:solidFill>
            <a:schemeClr val="tx1"/>
          </a:solidFill>
          <a:latin typeface="Poppins"/>
          <a:ea typeface="NanumGothic"/>
          <a:cs typeface="Poppins"/>
        </a:defRPr>
      </a:lvl1pPr>
    </p:titleStyle>
    <p:bodyStyle>
      <a:lvl1pPr marL="228600" indent="-228600" algn="l" defTabSz="914400" rtl="0" eaLnBrk="1" latinLnBrk="0" hangingPunct="1">
        <a:lnSpc>
          <a:spcPct val="90000"/>
        </a:lnSpc>
        <a:spcBef>
          <a:spcPts val="1000"/>
        </a:spcBef>
        <a:buFont typeface="Poppins" panose="05000000000000000000" pitchFamily="2" charset="2"/>
        <a:buChar char="§"/>
        <a:defRPr sz="2400" kern="1200">
          <a:solidFill>
            <a:schemeClr val="tx1"/>
          </a:solidFill>
          <a:latin typeface="Poppins"/>
          <a:ea typeface="NanumGothic"/>
          <a:cs typeface="Poppins"/>
        </a:defRPr>
      </a:lvl1pPr>
      <a:lvl2pPr marL="685800" indent="-228600" algn="l" defTabSz="914400" rtl="0" eaLnBrk="1" latinLnBrk="0" hangingPunct="1">
        <a:lnSpc>
          <a:spcPct val="90000"/>
        </a:lnSpc>
        <a:spcBef>
          <a:spcPts val="500"/>
        </a:spcBef>
        <a:buFont typeface="Poppins" panose="05000000000000000000" pitchFamily="2" charset="2"/>
        <a:buChar char="§"/>
        <a:defRPr sz="2000" kern="1200">
          <a:solidFill>
            <a:schemeClr val="tx1"/>
          </a:solidFill>
          <a:latin typeface="Poppins"/>
          <a:ea typeface="NanumGothic"/>
          <a:cs typeface="Poppins"/>
        </a:defRPr>
      </a:lvl2pPr>
      <a:lvl3pPr marL="1143000" indent="-228600" algn="l" defTabSz="914400" rtl="0" eaLnBrk="1" latinLnBrk="0" hangingPunct="1">
        <a:lnSpc>
          <a:spcPct val="90000"/>
        </a:lnSpc>
        <a:spcBef>
          <a:spcPts val="500"/>
        </a:spcBef>
        <a:buFont typeface="Poppins" panose="05000000000000000000" pitchFamily="2" charset="2"/>
        <a:buChar char="§"/>
        <a:defRPr sz="1800" kern="1200">
          <a:solidFill>
            <a:schemeClr val="tx1"/>
          </a:solidFill>
          <a:latin typeface="Poppins"/>
          <a:ea typeface="NanumGothic"/>
          <a:cs typeface="Poppins"/>
        </a:defRPr>
      </a:lvl3pPr>
      <a:lvl4pPr marL="1600200" indent="-228600" algn="l" defTabSz="914400" rtl="0" eaLnBrk="1" latinLnBrk="0" hangingPunct="1">
        <a:lnSpc>
          <a:spcPct val="90000"/>
        </a:lnSpc>
        <a:spcBef>
          <a:spcPts val="500"/>
        </a:spcBef>
        <a:buFont typeface="Poppins" panose="05000000000000000000" pitchFamily="2" charset="2"/>
        <a:buChar char="§"/>
        <a:defRPr sz="1600" kern="1200">
          <a:solidFill>
            <a:schemeClr val="tx1"/>
          </a:solidFill>
          <a:latin typeface="Poppins"/>
          <a:ea typeface="NanumGothic"/>
          <a:cs typeface="Poppins"/>
        </a:defRPr>
      </a:lvl4pPr>
      <a:lvl5pPr marL="2057400" indent="-228600" algn="l" defTabSz="914400" rtl="0" eaLnBrk="1" latinLnBrk="0" hangingPunct="1">
        <a:lnSpc>
          <a:spcPct val="90000"/>
        </a:lnSpc>
        <a:spcBef>
          <a:spcPts val="500"/>
        </a:spcBef>
        <a:buFont typeface="Poppins" panose="05000000000000000000" pitchFamily="2" charset="2"/>
        <a:buChar char="§"/>
        <a:defRPr sz="1600" kern="1200">
          <a:solidFill>
            <a:schemeClr val="tx1"/>
          </a:solidFill>
          <a:latin typeface="Poppins"/>
          <a:ea typeface="NanumGothic"/>
          <a:cs typeface="Poppins"/>
        </a:defRPr>
      </a:lvl5pPr>
      <a:lvl6pPr marL="2514600" indent="-228600" algn="l" defTabSz="914400" rtl="0" eaLnBrk="1" latinLnBrk="0" hangingPunct="1">
        <a:lnSpc>
          <a:spcPct val="90000"/>
        </a:lnSpc>
        <a:spcBef>
          <a:spcPts val="500"/>
        </a:spcBef>
        <a:buFont typeface="Poppins" panose="020B0604020202020204" pitchFamily="34" charset="0"/>
        <a:buChar char="•"/>
        <a:defRPr sz="1800" kern="1200">
          <a:solidFill>
            <a:schemeClr val="tx1"/>
          </a:solidFill>
          <a:latin typeface="Poppins"/>
          <a:ea typeface="NanumGothic"/>
          <a:cs typeface="Poppins"/>
        </a:defRPr>
      </a:lvl6pPr>
      <a:lvl7pPr marL="2971800" indent="-228600" algn="l" defTabSz="914400" rtl="0" eaLnBrk="1" latinLnBrk="0" hangingPunct="1">
        <a:lnSpc>
          <a:spcPct val="90000"/>
        </a:lnSpc>
        <a:spcBef>
          <a:spcPts val="500"/>
        </a:spcBef>
        <a:buFont typeface="Poppins" panose="020B0604020202020204" pitchFamily="34" charset="0"/>
        <a:buChar char="•"/>
        <a:defRPr sz="1800" kern="1200">
          <a:solidFill>
            <a:schemeClr val="tx1"/>
          </a:solidFill>
          <a:latin typeface="Poppins"/>
          <a:ea typeface="NanumGothic"/>
          <a:cs typeface="Poppins"/>
        </a:defRPr>
      </a:lvl7pPr>
      <a:lvl8pPr marL="3429000" indent="-228600" algn="l" defTabSz="914400" rtl="0" eaLnBrk="1" latinLnBrk="0" hangingPunct="1">
        <a:lnSpc>
          <a:spcPct val="90000"/>
        </a:lnSpc>
        <a:spcBef>
          <a:spcPts val="500"/>
        </a:spcBef>
        <a:buFont typeface="Poppins" panose="020B0604020202020204" pitchFamily="34" charset="0"/>
        <a:buChar char="•"/>
        <a:defRPr sz="1800" kern="1200">
          <a:solidFill>
            <a:schemeClr val="tx1"/>
          </a:solidFill>
          <a:latin typeface="Poppins"/>
          <a:ea typeface="NanumGothic"/>
          <a:cs typeface="Poppins"/>
        </a:defRPr>
      </a:lvl8pPr>
      <a:lvl9pPr marL="3886200" indent="-228600" algn="l" defTabSz="914400" rtl="0" eaLnBrk="1" latinLnBrk="0" hangingPunct="1">
        <a:lnSpc>
          <a:spcPct val="90000"/>
        </a:lnSpc>
        <a:spcBef>
          <a:spcPts val="500"/>
        </a:spcBef>
        <a:buFont typeface="Poppins" panose="020B0604020202020204" pitchFamily="34" charset="0"/>
        <a:buChar char="•"/>
        <a:defRPr sz="1800" kern="1200">
          <a:solidFill>
            <a:schemeClr val="tx1"/>
          </a:solidFill>
          <a:latin typeface="Poppins"/>
          <a:ea typeface="NanumGothic"/>
          <a:cs typeface="Poppins"/>
        </a:defRPr>
      </a:lvl9pPr>
    </p:bodyStyle>
    <p:otherStyle>
      <a:defPPr>
        <a:defRPr lang="en-US">
          <a:latin typeface="Poppins"/>
          <a:ea typeface="NanumGothic"/>
          <a:cs typeface="Poppins"/>
        </a:defRPr>
      </a:defPPr>
      <a:lvl1pPr marL="0" algn="l" defTabSz="914400" rtl="0" eaLnBrk="1" latinLnBrk="0" hangingPunct="1">
        <a:defRPr sz="1800" kern="1200">
          <a:solidFill>
            <a:schemeClr val="tx1"/>
          </a:solidFill>
          <a:latin typeface="Poppins"/>
          <a:ea typeface="NanumGothic"/>
          <a:cs typeface="Poppins"/>
        </a:defRPr>
      </a:lvl1pPr>
      <a:lvl2pPr marL="457200" algn="l" defTabSz="914400" rtl="0" eaLnBrk="1" latinLnBrk="0" hangingPunct="1">
        <a:defRPr sz="1800" kern="1200">
          <a:solidFill>
            <a:schemeClr val="tx1"/>
          </a:solidFill>
          <a:latin typeface="Poppins"/>
          <a:ea typeface="NanumGothic"/>
          <a:cs typeface="Poppins"/>
        </a:defRPr>
      </a:lvl2pPr>
      <a:lvl3pPr marL="914400" algn="l" defTabSz="914400" rtl="0" eaLnBrk="1" latinLnBrk="0" hangingPunct="1">
        <a:defRPr sz="1800" kern="1200">
          <a:solidFill>
            <a:schemeClr val="tx1"/>
          </a:solidFill>
          <a:latin typeface="Poppins"/>
          <a:ea typeface="NanumGothic"/>
          <a:cs typeface="Poppins"/>
        </a:defRPr>
      </a:lvl3pPr>
      <a:lvl4pPr marL="1371600" algn="l" defTabSz="914400" rtl="0" eaLnBrk="1" latinLnBrk="0" hangingPunct="1">
        <a:defRPr sz="1800" kern="1200">
          <a:solidFill>
            <a:schemeClr val="tx1"/>
          </a:solidFill>
          <a:latin typeface="Poppins"/>
          <a:ea typeface="NanumGothic"/>
          <a:cs typeface="Poppins"/>
        </a:defRPr>
      </a:lvl4pPr>
      <a:lvl5pPr marL="1828800" algn="l" defTabSz="914400" rtl="0" eaLnBrk="1" latinLnBrk="0" hangingPunct="1">
        <a:defRPr sz="1800" kern="1200">
          <a:solidFill>
            <a:schemeClr val="tx1"/>
          </a:solidFill>
          <a:latin typeface="Poppins"/>
          <a:ea typeface="NanumGothic"/>
          <a:cs typeface="Poppins"/>
        </a:defRPr>
      </a:lvl5pPr>
      <a:lvl6pPr marL="2286000" algn="l" defTabSz="914400" rtl="0" eaLnBrk="1" latinLnBrk="0" hangingPunct="1">
        <a:defRPr sz="1800" kern="1200">
          <a:solidFill>
            <a:schemeClr val="tx1"/>
          </a:solidFill>
          <a:latin typeface="Poppins"/>
          <a:ea typeface="NanumGothic"/>
          <a:cs typeface="Poppins"/>
        </a:defRPr>
      </a:lvl6pPr>
      <a:lvl7pPr marL="2743200" algn="l" defTabSz="914400" rtl="0" eaLnBrk="1" latinLnBrk="0" hangingPunct="1">
        <a:defRPr sz="1800" kern="1200">
          <a:solidFill>
            <a:schemeClr val="tx1"/>
          </a:solidFill>
          <a:latin typeface="Poppins"/>
          <a:ea typeface="NanumGothic"/>
          <a:cs typeface="Poppins"/>
        </a:defRPr>
      </a:lvl7pPr>
      <a:lvl8pPr marL="3200400" algn="l" defTabSz="914400" rtl="0" eaLnBrk="1" latinLnBrk="0" hangingPunct="1">
        <a:defRPr sz="1800" kern="1200">
          <a:solidFill>
            <a:schemeClr val="tx1"/>
          </a:solidFill>
          <a:latin typeface="Poppins"/>
          <a:ea typeface="NanumGothic"/>
          <a:cs typeface="Poppins"/>
        </a:defRPr>
      </a:lvl8pPr>
      <a:lvl9pPr marL="3657600" algn="l" defTabSz="914400" rtl="0" eaLnBrk="1" latinLnBrk="0" hangingPunct="1">
        <a:defRPr sz="1800" kern="1200">
          <a:solidFill>
            <a:schemeClr val="tx1"/>
          </a:solidFill>
          <a:latin typeface="Poppins"/>
          <a:ea typeface="NanumGothic"/>
          <a:cs typeface="Poppin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74185/fImage681856038945.png"/>
          <p:cNvPicPr>
            <a:picLocks noChangeAspect="1"/>
          </p:cNvPicPr>
          <p:nvPr/>
        </p:nvPicPr>
        <p:blipFill rotWithShape="1">
          <a:blip r:embed="rId1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2"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74185/fImage188566064119.png"/>
          <p:cNvPicPr>
            <a:picLocks noChangeAspect="1"/>
          </p:cNvPicPr>
          <p:nvPr/>
        </p:nvPicPr>
        <p:blipFill rotWithShape="1">
          <a:blip r:embed="rId1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74185/fImage681857279052.png"/>
          <p:cNvPicPr>
            <a:picLocks noChangeAspect="1"/>
          </p:cNvPicPr>
          <p:nvPr/>
        </p:nvPicPr>
        <p:blipFill rotWithShape="1">
          <a:blip r:embed="rId1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2"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74185/fImage188567304870.png"/>
          <p:cNvPicPr>
            <a:picLocks noChangeAspect="1"/>
          </p:cNvPicPr>
          <p:nvPr/>
        </p:nvPicPr>
        <p:blipFill rotWithShape="1">
          <a:blip r:embed="rId1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 bg1="lt1" tx1="dk1" bg2="lt2" tx2="dk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74185/fImage681858314623.png"/>
          <p:cNvPicPr>
            <a:picLocks noChangeAspect="1"/>
          </p:cNvPicPr>
          <p:nvPr/>
        </p:nvPicPr>
        <p:blipFill rotWithShape="1">
          <a:blip r:embed="rId1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2"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74185/fImage188568345753.png"/>
          <p:cNvPicPr>
            <a:picLocks noChangeAspect="1"/>
          </p:cNvPicPr>
          <p:nvPr/>
        </p:nvPicPr>
        <p:blipFill rotWithShape="1">
          <a:blip r:embed="rId1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2585" cy="1029335"/>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2585" cy="4930140"/>
          </a:xfrm>
          <a:prstGeom prst="rect"/>
        </p:spPr>
        <p:txBody>
          <a:bodyPr wrap="square" lIns="91440" tIns="45720" rIns="91440" bIns="45720" vert="horz" anchor="t">
            <a:normAutofit fontScale="100000" lnSpcReduction="0"/>
          </a:bodyPr>
          <a:lstStyle/>
          <a:p>
            <a:pPr marL="228600" indent="-228600"/>
            <a:r>
              <a:rPr>
                <a:latin typeface="Poppins" charset="0"/>
                <a:ea typeface="Poppins"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155" cy="365760"/>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74185/fImage681859394423.png"/>
          <p:cNvPicPr>
            <a:picLocks noChangeAspect="1"/>
          </p:cNvPicPr>
          <p:nvPr/>
        </p:nvPicPr>
        <p:blipFill rotWithShape="1">
          <a:blip r:embed="rId12" cstate="print">
            <a:extLst>
              <a:ext uri="{28A0092B-C50C-407E-A947-70E740481C1C}">
                <a14:useLocalDpi xmlns:a14="http://schemas.microsoft.com/office/drawing/2010/main" val="0"/>
              </a:ext>
            </a:extLst>
          </a:blip>
          <a:srcRect t="14241" b="13607"/>
          <a:stretch>
            <a:fillRect/>
          </a:stretch>
        </p:blipFill>
        <p:spPr>
          <a:xfrm rot="0">
            <a:off x="10404475" y="6364605"/>
            <a:ext cx="1597660" cy="329565"/>
          </a:xfrm>
          <a:prstGeom prst="rect"/>
          <a:noFill/>
        </p:spPr>
      </p:pic>
      <p:sp>
        <p:nvSpPr>
          <p:cNvPr id="12" name="Rect 0"/>
          <p:cNvSpPr>
            <a:spLocks/>
          </p:cNvSpPr>
          <p:nvPr/>
        </p:nvSpPr>
        <p:spPr>
          <a:xfrm rot="0">
            <a:off x="665607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5365" cy="365760"/>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74185/fImage188569427128.png"/>
          <p:cNvPicPr>
            <a:picLocks noChangeAspect="1"/>
          </p:cNvPicPr>
          <p:nvPr/>
        </p:nvPicPr>
        <p:blipFill rotWithShape="1">
          <a:blip r:embed="rId13" cstate="print">
            <a:extLst>
              <a:ext uri="{28A0092B-C50C-407E-A947-70E740481C1C}">
                <a14:useLocalDpi xmlns:a14="http://schemas.microsoft.com/office/drawing/2010/main" val="0"/>
              </a:ext>
            </a:extLst>
          </a:blip>
          <a:stretch>
            <a:fillRect/>
          </a:stretch>
        </p:blipFill>
        <p:spPr>
          <a:xfrm rot="0">
            <a:off x="190500" y="6366510"/>
            <a:ext cx="549275" cy="326390"/>
          </a:xfrm>
          <a:prstGeom prst="rect"/>
          <a:noFill/>
        </p:spPr>
      </p:pic>
    </p:spTree>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나눔고딕"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15451/fImage681858804405.png"/>
          <p:cNvPicPr>
            <a:picLocks noChangeAspect="1"/>
          </p:cNvPicPr>
          <p:nvPr/>
        </p:nvPicPr>
        <p:blipFill rotWithShape="1">
          <a:blip r:embed="rId1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2"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15451/fImage18856883907.png"/>
          <p:cNvPicPr>
            <a:picLocks noChangeAspect="1"/>
          </p:cNvPicPr>
          <p:nvPr/>
        </p:nvPicPr>
        <p:blipFill rotWithShape="1">
          <a:blip r:embed="rId1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 bg1="lt1" tx1="dk1" bg2="lt2" tx2="dk2" accent1="accent1" accent2="accent2" accent3="accent3" accent4="accent4" accent5="accent5" accent6="accent6" hlink="hlink" folHlink="folHlink"/>
  <p:sldLayoutIdLst>
    <p:sldLayoutId id="2147484799" r:id="rId1"/>
    <p:sldLayoutId id="2147484800" r:id="rId2"/>
    <p:sldLayoutId id="2147484801" r:id="rId3"/>
    <p:sldLayoutId id="2147484802" r:id="rId4"/>
    <p:sldLayoutId id="2147484803" r:id="rId5"/>
    <p:sldLayoutId id="2147484804" r:id="rId6"/>
    <p:sldLayoutId id="2147484805" r:id="rId7"/>
    <p:sldLayoutId id="2147484806" r:id="rId8"/>
    <p:sldLayoutId id="2147484807" r:id="rId9"/>
    <p:sldLayoutId id="2147484808" r:id="rId10"/>
    <p:sldLayoutId id="2147484809"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나눔고딕"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42368/fImage6818510561697.png"/>
          <p:cNvPicPr>
            <a:picLocks noChangeAspect="1"/>
          </p:cNvPicPr>
          <p:nvPr/>
        </p:nvPicPr>
        <p:blipFill rotWithShape="1">
          <a:blip r:embed="rId1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2"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42368/fImage188561059246.png"/>
          <p:cNvPicPr>
            <a:picLocks noChangeAspect="1"/>
          </p:cNvPicPr>
          <p:nvPr/>
        </p:nvPicPr>
        <p:blipFill rotWithShape="1">
          <a:blip r:embed="rId1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 bg1="lt1" tx1="dk1" bg2="lt2" tx2="dk2" accent1="accent1" accent2="accent2" accent3="accent3" accent4="accent4" accent5="accent5" accent6="accent6" hlink="hlink" folHlink="folHlink"/>
  <p:sldLayoutIdLst>
    <p:sldLayoutId id="2147485656" r:id="rId1"/>
    <p:sldLayoutId id="2147485657" r:id="rId2"/>
    <p:sldLayoutId id="2147485658" r:id="rId3"/>
    <p:sldLayoutId id="2147485659" r:id="rId4"/>
    <p:sldLayoutId id="2147485660" r:id="rId5"/>
    <p:sldLayoutId id="2147485661" r:id="rId6"/>
    <p:sldLayoutId id="2147485662" r:id="rId7"/>
    <p:sldLayoutId id="2147485663" r:id="rId8"/>
    <p:sldLayoutId id="2147485664" r:id="rId9"/>
    <p:sldLayoutId id="2147485665" r:id="rId10"/>
    <p:sldLayoutId id="2147485666"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 0"/>
          <p:cNvSpPr txBox="1">
            <a:spLocks noGrp="1"/>
          </p:cNvSpPr>
          <p:nvPr>
            <p:ph type="title"/>
          </p:nvPr>
        </p:nvSpPr>
        <p:spPr>
          <a:xfrm rot="0">
            <a:off x="190500" y="0"/>
            <a:ext cx="11793220" cy="1029970"/>
          </a:xfrm>
          <a:prstGeom prst="rect"/>
        </p:spPr>
        <p:txBody>
          <a:bodyPr wrap="square" lIns="91440" tIns="45720" rIns="91440" bIns="45720" vert="horz" anchor="ctr">
            <a:normAutofit fontScale="100000" lnSpcReduction="0"/>
          </a:bodyPr>
          <a:lstStyle/>
          <a:p>
            <a:pPr marL="0" indent="0">
              <a:buFontTx/>
              <a:buNone/>
            </a:pPr>
            <a:r>
              <a:rPr>
                <a:latin typeface="Poppins" charset="0"/>
                <a:ea typeface="나눔고딕" charset="0"/>
                <a:sym typeface="나눔고딕" charset="0"/>
              </a:rPr>
              <a:t>Click to edit Master title style</a:t>
            </a:r>
          </a:p>
        </p:txBody>
      </p:sp>
      <p:sp>
        <p:nvSpPr>
          <p:cNvPr id="3" name="Rect 0"/>
          <p:cNvSpPr txBox="1">
            <a:spLocks noGrp="1"/>
          </p:cNvSpPr>
          <p:nvPr>
            <p:ph type="body"/>
          </p:nvPr>
        </p:nvSpPr>
        <p:spPr>
          <a:xfrm rot="0">
            <a:off x="190500" y="1247775"/>
            <a:ext cx="11793220" cy="4930775"/>
          </a:xfrm>
          <a:prstGeom prst="rect"/>
        </p:spPr>
        <p:txBody>
          <a:bodyPr wrap="square" lIns="91440" tIns="45720" rIns="91440" bIns="45720" vert="horz" anchor="t">
            <a:normAutofit fontScale="100000" lnSpcReduction="0"/>
          </a:bodyPr>
          <a:lstStyle/>
          <a:p>
            <a:pPr marL="228600" indent="-228600"/>
            <a:r>
              <a:rPr>
                <a:latin typeface="Poppins" charset="0"/>
                <a:ea typeface="나눔고딕" charset="0"/>
                <a:sym typeface="나눔고딕" charset="0"/>
              </a:rPr>
              <a:t>Click to edit Master text styles</a:t>
            </a:r>
          </a:p>
          <a:p>
            <a:pPr marL="685800" indent="-228600" lvl="1"/>
            <a:r>
              <a:rPr>
                <a:latin typeface="Poppins" charset="0"/>
                <a:ea typeface="Poppins" charset="0"/>
                <a:sym typeface="나눔고딕" charset="0"/>
              </a:rPr>
              <a:t>Second level</a:t>
            </a:r>
          </a:p>
          <a:p>
            <a:pPr marL="1143000" indent="-228600" lvl="2"/>
            <a:r>
              <a:rPr>
                <a:latin typeface="Poppins" charset="0"/>
                <a:ea typeface="Poppins" charset="0"/>
                <a:sym typeface="나눔고딕" charset="0"/>
              </a:rPr>
              <a:t>Third level</a:t>
            </a:r>
          </a:p>
          <a:p>
            <a:pPr marL="1600200" indent="-228600" lvl="3"/>
            <a:r>
              <a:rPr>
                <a:latin typeface="Poppins" charset="0"/>
                <a:ea typeface="Poppins" charset="0"/>
                <a:sym typeface="나눔고딕" charset="0"/>
              </a:rPr>
              <a:t>Fourth level</a:t>
            </a:r>
          </a:p>
          <a:p>
            <a:pPr marL="2057400" indent="-228600" lvl="4"/>
            <a:r>
              <a:rPr>
                <a:latin typeface="Poppins" charset="0"/>
                <a:ea typeface="Poppins" charset="0"/>
                <a:sym typeface="나눔고딕" charset="0"/>
              </a:rPr>
              <a:t>Fifth level</a:t>
            </a:r>
          </a:p>
        </p:txBody>
      </p:sp>
      <p:sp>
        <p:nvSpPr>
          <p:cNvPr id="6" name="Rect 0"/>
          <p:cNvSpPr txBox="1">
            <a:spLocks noGrp="1"/>
          </p:cNvSpPr>
          <p:nvPr>
            <p:ph type="sldNum"/>
          </p:nvPr>
        </p:nvSpPr>
        <p:spPr>
          <a:xfrm rot="0">
            <a:off x="5730240" y="6346825"/>
            <a:ext cx="732790" cy="366395"/>
          </a:xfrm>
          <a:prstGeom prst="rect"/>
        </p:spPr>
        <p:txBody>
          <a:bodyPr wrap="square" lIns="91440" tIns="45720" rIns="91440" bIns="45720" vert="horz" anchor="ctr">
            <a:noAutofit/>
          </a:bodyPr>
          <a:lstStyle/>
          <a:p>
            <a:pPr marL="0" indent="0">
              <a:buFontTx/>
              <a:buNone/>
            </a:pPr>
            <a:fld id="{B9320F77-B9A0-41C5-862A-B4B631284C64}" type="slidenum">
              <a:rPr>
                <a:latin typeface="Poppins" charset="0"/>
                <a:ea typeface="나눔고딕" charset="0"/>
                <a:sym typeface="나눔고딕" charset="0"/>
              </a:rPr>
              <a:t>‹#›</a:t>
            </a:fld>
          </a:p>
        </p:txBody>
      </p:sp>
      <p:pic>
        <p:nvPicPr>
          <p:cNvPr id="11" name="Picture " descr="/Users/gihwan/Library/Group Containers/L48J367XN4.com.infraware.PolarisOffice/EngineTemp/42368/fImage6818515243540.png"/>
          <p:cNvPicPr>
            <a:picLocks noChangeAspect="1"/>
          </p:cNvPicPr>
          <p:nvPr/>
        </p:nvPicPr>
        <p:blipFill rotWithShape="1">
          <a:blip r:embed="rId12" cstate="hqprint">
            <a:extLst>
              <a:ext uri="{28A0092B-C50C-407E-A947-70E740481C1C}">
                <a14:useLocalDpi xmlns:a14="http://schemas.microsoft.com/office/drawing/2010/main"/>
              </a:ext>
            </a:extLst>
          </a:blip>
          <a:srcRect t="14241" b="13607"/>
          <a:stretch>
            <a:fillRect/>
          </a:stretch>
        </p:blipFill>
        <p:spPr>
          <a:xfrm rot="0">
            <a:off x="10404475" y="6364605"/>
            <a:ext cx="1598295" cy="330200"/>
          </a:xfrm>
          <a:prstGeom prst="rect"/>
          <a:noFill/>
        </p:spPr>
      </p:pic>
      <p:sp>
        <p:nvSpPr>
          <p:cNvPr id="12" name="Rect 0"/>
          <p:cNvSpPr>
            <a:spLocks/>
          </p:cNvSpPr>
          <p:nvPr/>
        </p:nvSpPr>
        <p:spPr>
          <a:xfrm rot="0">
            <a:off x="665607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r" defTabSz="914400" eaLnBrk="1" latinLnBrk="0" hangingPunct="1">
              <a:buFontTx/>
              <a:buNone/>
            </a:pPr>
            <a:r>
              <a:rPr sz="1200">
                <a:solidFill>
                  <a:schemeClr val="accent4"/>
                </a:solidFill>
                <a:latin typeface="Poppins" charset="0"/>
                <a:ea typeface="Poppins" charset="0"/>
                <a:sym typeface="나눔고딕" charset="0"/>
              </a:rPr>
              <a:t>Compiler &amp; System Software Laboratory</a:t>
            </a:r>
            <a:endParaRPr lang="ko-KR" altLang="en-US" sz="1200">
              <a:solidFill>
                <a:schemeClr val="accent4"/>
              </a:solidFill>
              <a:latin typeface="Poppins" charset="0"/>
              <a:ea typeface="Poppins" charset="0"/>
              <a:sym typeface="나눔고딕" charset="0"/>
            </a:endParaRPr>
          </a:p>
        </p:txBody>
      </p:sp>
      <p:sp>
        <p:nvSpPr>
          <p:cNvPr id="13" name="Rect 0"/>
          <p:cNvSpPr>
            <a:spLocks/>
          </p:cNvSpPr>
          <p:nvPr/>
        </p:nvSpPr>
        <p:spPr>
          <a:xfrm rot="0">
            <a:off x="883920" y="6346825"/>
            <a:ext cx="3556000" cy="366395"/>
          </a:xfrm>
          <a:prstGeom prst="rect"/>
          <a:no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rtl="0" algn="l" defTabSz="914400" eaLnBrk="1" latinLnBrk="0" hangingPunct="1">
              <a:buFontTx/>
              <a:buNone/>
            </a:pPr>
            <a:r>
              <a:rPr sz="1200">
                <a:solidFill>
                  <a:schemeClr val="accent4"/>
                </a:solidFill>
                <a:latin typeface="Poppins" charset="0"/>
                <a:ea typeface="Poppins" charset="0"/>
                <a:sym typeface="나눔고딕" charset="0"/>
              </a:rPr>
              <a:t>School of Computing @ College of Software</a:t>
            </a:r>
            <a:endParaRPr lang="ko-KR" altLang="en-US" sz="1200">
              <a:solidFill>
                <a:schemeClr val="accent4"/>
              </a:solidFill>
              <a:latin typeface="Poppins" charset="0"/>
              <a:ea typeface="Poppins" charset="0"/>
              <a:sym typeface="나눔고딕" charset="0"/>
            </a:endParaRPr>
          </a:p>
        </p:txBody>
      </p:sp>
      <p:pic>
        <p:nvPicPr>
          <p:cNvPr id="5" name="Picture " descr="/Users/gihwan/Library/Group Containers/L48J367XN4.com.infraware.PolarisOffice/EngineTemp/42368/fImage188561527106.png"/>
          <p:cNvPicPr>
            <a:picLocks noChangeAspect="1"/>
          </p:cNvPicPr>
          <p:nvPr/>
        </p:nvPicPr>
        <p:blipFill rotWithShape="1">
          <a:blip r:embed="rId13" cstate="hqprint">
            <a:extLst>
              <a:ext uri="{28A0092B-C50C-407E-A947-70E740481C1C}">
                <a14:useLocalDpi xmlns:a14="http://schemas.microsoft.com/office/drawing/2010/main"/>
              </a:ext>
            </a:extLst>
          </a:blip>
          <a:stretch>
            <a:fillRect/>
          </a:stretch>
        </p:blipFill>
        <p:spPr>
          <a:xfrm rot="0">
            <a:off x="190500" y="6366510"/>
            <a:ext cx="549910" cy="327025"/>
          </a:xfrm>
          <a:prstGeom prst="rect"/>
          <a:noFill/>
        </p:spPr>
      </p:pic>
    </p:spTree>
  </p:cSld>
  <p:clrMap bg1="lt1" tx1="dk1" bg2="lt2" tx2="dk2" accent1="accent1" accent2="accent2" accent3="accent3" accent4="accent4" accent5="accent5" accent6="accent6" hlink="hlink" folHlink="folHlink"/>
  <p:sldLayoutIdLst>
    <p:sldLayoutId id="2147485667" r:id="rId1"/>
    <p:sldLayoutId id="2147485668" r:id="rId2"/>
    <p:sldLayoutId id="2147485669" r:id="rId3"/>
    <p:sldLayoutId id="2147485670" r:id="rId4"/>
    <p:sldLayoutId id="2147485671" r:id="rId5"/>
    <p:sldLayoutId id="2147485672" r:id="rId6"/>
    <p:sldLayoutId id="2147485673" r:id="rId7"/>
    <p:sldLayoutId id="2147485674" r:id="rId8"/>
    <p:sldLayoutId id="2147485675" r:id="rId9"/>
    <p:sldLayoutId id="2147485676" r:id="rId10"/>
    <p:sldLayoutId id="2147485677"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marL="0" indent="0" defTabSz="914400" latinLnBrk="1">
        <a:buNone/>
        <a:defRPr lang="ko-KR" smtClean="0" sz="4400" baseline="0">
          <a:solidFill>
            <a:schemeClr val="tx1"/>
          </a:solidFill>
          <a:latin typeface="+mn-lt"/>
          <a:ea typeface="+mn-ea"/>
          <a:cs typeface="+mn-cs"/>
        </a:defRPr>
      </a:lvl1pPr>
    </p:titleStyle>
    <p:bodyStyle>
      <a:lvl1pPr algn="l" marL="342900" indent="-342900" defTabSz="914400" latinLnBrk="1">
        <a:spcBef>
          <a:spcPct val="20000"/>
        </a:spcBef>
        <a:buFont typeface="Arial"/>
        <a:buChar char="0"/>
        <a:defRPr lang="ko-KR" smtClean="0" sz="2800" baseline="0">
          <a:solidFill>
            <a:schemeClr val="tx1"/>
          </a:solidFill>
          <a:latin typeface="+mn-lt"/>
          <a:ea typeface="+mn-ea"/>
          <a:cs typeface="+mn-cs"/>
        </a:defRPr>
      </a:lvl1pPr>
      <a:lvl2pPr lvl="1" marL="742950" indent="-285750" defTabSz="914400" latinLnBrk="1">
        <a:buChar char="-"/>
        <a:defRPr lang="ko-KR" smtClean="0" sz="2400"/>
      </a:lvl2pPr>
      <a:lvl3pPr lvl="2" marL="1143000" indent="-228600" defTabSz="914400" latinLnBrk="1">
        <a:buChar char="0"/>
        <a:defRPr lang="ko-KR" smtClean="0" sz="2000"/>
      </a:lvl3pPr>
      <a:lvl4pPr lvl="3" marL="1600200" indent="-228600" defTabSz="914400" latinLnBrk="1">
        <a:buChar char="-"/>
        <a:defRPr lang="ko-KR" smtClean="0" sz="1800"/>
      </a:lvl4pPr>
      <a:lvl5pPr lvl="4" marL="2057400" indent="-228600" defTabSz="914400" latinLnBrk="1">
        <a:buChar char="-69"/>
        <a:defRPr lang="ko-KR" smtClean="0" sz="1800"/>
      </a:lvl5pPr>
    </p:bodyStyle>
    <p:otherStyle>
      <a:lvl1pPr algn="l" marL="0" indent="0" defTabSz="914400" latinLnBrk="1">
        <a:buNone/>
        <a:defRPr lang="ko-KR" smtClean="0" sz="1800" baseline="0">
          <a:solidFill>
            <a:schemeClr val="tx1"/>
          </a:solidFill>
          <a:latin typeface="+mn-lt"/>
          <a:ea typeface="+mn-ea"/>
          <a:cs typeface="+mn-cs"/>
        </a:defRPr>
      </a:lvl1pPr>
      <a:lvl2pPr lvl="1" marL="457200" indent="0" defTabSz="914400" latinLnBrk="1">
        <a:defRPr lang="ko-KR" smtClean="0"/>
      </a:lvl2pPr>
      <a:lvl3pPr lvl="2" marL="914400" indent="0" defTabSz="914400" latinLnBrk="1">
        <a:defRPr lang="ko-KR" smtClean="0"/>
      </a:lvl3pPr>
      <a:lvl4pPr lvl="3" marL="1371600" indent="0" defTabSz="914400" latinLnBrk="1">
        <a:defRPr lang="ko-KR" smtClean="0"/>
      </a:lvl4pPr>
      <a:lvl5pPr lvl="4" marL="1828800" indent="0" defTabSz="914400" latinLnBrk="1">
        <a:defRPr lang="ko-KR" smtClean="0"/>
      </a:lvl5pPr>
    </p:otherStyle>
  </p:txStyles>
  <p:timing>
    <p:tnLst>
      <p:par>
        <p:cTn id="1" dur="indefinite" restart="never" nodeType="tmRoot"/>
      </p:par>
    </p:tnLst>
  </p:timing>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3"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3"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3"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3"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3"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3"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3"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3"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3"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3"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TextBox 1"/>
          <p:cNvSpPr txBox="1"/>
          <p:nvPr/>
        </p:nvSpPr>
        <p:spPr>
          <a:xfrm>
            <a:off x="914400" y="1874520"/>
            <a:ext cx="10360660" cy="554355"/>
          </a:xfrm>
          <a:prstGeom prst="rect">
            <a:avLst/>
          </a:prstGeom>
          <a:noFill/>
        </p:spPr>
        <p:txBody>
          <a:bodyPr wrap="square" lIns="0" tIns="0" rIns="0" bIns="0" numCol="1" vert="horz" anchor="t">
            <a:spAutoFit/>
          </a:bodyPr>
          <a:lstStyle/>
          <a:p>
            <a:pPr marL="0" indent="0" algn="ctr">
              <a:spcAft>
                <a:spcPts val="500"/>
              </a:spcAft>
              <a:buFontTx/>
              <a:buNone/>
            </a:pPr>
            <a:r>
              <a:rPr lang="en-US" sz="3600" b="1">
                <a:solidFill>
                  <a:srgbClr val="13366B"/>
                </a:solidFill>
                <a:latin typeface="Poppins" charset="0"/>
                <a:ea typeface="Poppins" charset="0"/>
                <a:cs typeface="Poppins" charset="0"/>
              </a:rPr>
              <a:t>Corstone Family</a:t>
            </a:r>
            <a:r>
              <a:rPr lang="en-US" sz="3600" b="1">
                <a:solidFill>
                  <a:srgbClr val="13366B"/>
                </a:solidFill>
                <a:latin typeface="Poppins" charset="0"/>
                <a:ea typeface="Poppins" charset="0"/>
                <a:cs typeface="Poppins" charset="0"/>
              </a:rPr>
              <a:t> </a:t>
            </a:r>
            <a:r>
              <a:rPr lang="ko-KR" sz="3600" b="1">
                <a:solidFill>
                  <a:srgbClr val="13366B"/>
                </a:solidFill>
                <a:latin typeface="NanumGothic" charset="0"/>
                <a:ea typeface="NanumGothic" charset="0"/>
                <a:cs typeface="NanumGothic" charset="0"/>
              </a:rPr>
              <a:t>분석</a:t>
            </a:r>
            <a:endParaRPr lang="ko-KR" altLang="en-US" sz="3600" b="1">
              <a:solidFill>
                <a:srgbClr val="13366B"/>
              </a:solidFill>
              <a:latin typeface="NanumGothic" charset="0"/>
              <a:ea typeface="NanumGothic" charset="0"/>
              <a:cs typeface="NanumGothic" charset="0"/>
            </a:endParaRPr>
          </a:p>
        </p:txBody>
      </p:sp>
      <p:sp>
        <p:nvSpPr>
          <p:cNvPr id="3" name="TextBox 2"/>
          <p:cNvSpPr txBox="1"/>
          <p:nvPr/>
        </p:nvSpPr>
        <p:spPr>
          <a:xfrm>
            <a:off x="914400" y="2797810"/>
            <a:ext cx="10361295" cy="385445"/>
          </a:xfrm>
          <a:prstGeom prst="rect">
            <a:avLst/>
          </a:prstGeom>
          <a:noFill/>
        </p:spPr>
        <p:txBody>
          <a:bodyPr wrap="square" lIns="0" tIns="0" rIns="0" bIns="0" numCol="1" vert="horz" anchor="t">
            <a:spAutoFit/>
          </a:bodyPr>
          <a:lstStyle/>
          <a:p>
            <a:pPr marL="0" indent="0" algn="ctr">
              <a:spcAft>
                <a:spcPts val="500"/>
              </a:spcAft>
              <a:buFontTx/>
              <a:buNone/>
            </a:pPr>
            <a:r>
              <a:rPr lang="en-US" sz="2500" b="1">
                <a:solidFill>
                  <a:srgbClr val="22364B"/>
                </a:solidFill>
                <a:latin typeface="나눔고딕" charset="0"/>
                <a:ea typeface="나눔고딕" charset="0"/>
                <a:cs typeface="Poppins" charset="0"/>
              </a:rPr>
              <a:t>모델·MAC·플랫폼별 시뮬레이션 분석</a:t>
            </a:r>
            <a:endParaRPr lang="ko-KR" altLang="en-US" sz="2500" b="1">
              <a:solidFill>
                <a:srgbClr val="22364B"/>
              </a:solidFill>
              <a:latin typeface="나눔고딕" charset="0"/>
              <a:ea typeface="나눔고딕" charset="0"/>
              <a:cs typeface="NanumGothic" charset="0"/>
            </a:endParaRPr>
          </a:p>
        </p:txBody>
      </p:sp>
      <p:sp>
        <p:nvSpPr>
          <p:cNvPr id="4" name="TextBox 3"/>
          <p:cNvSpPr txBox="1"/>
          <p:nvPr/>
        </p:nvSpPr>
        <p:spPr>
          <a:xfrm>
            <a:off x="914400" y="4023360"/>
            <a:ext cx="10360025" cy="548640"/>
          </a:xfrm>
          <a:prstGeom prst="rect">
            <a:avLst/>
          </a:prstGeom>
          <a:noFill/>
        </p:spPr>
        <p:txBody>
          <a:bodyPr wrap="square" lIns="0" rIns="0" tIns="0" bIns="0">
            <a:spAutoFit/>
          </a:bodyPr>
          <a:lstStyle/>
          <a:p>
            <a:pPr algn="ctr">
              <a:spcAft>
                <a:spcPts val="500"/>
              </a:spcAft>
            </a:pPr>
            <a:r>
              <a:rPr sz="1800" b="0" lang="en-US">
                <a:solidFill>
                  <a:srgbClr val="566577"/>
                </a:solidFill>
                <a:latin typeface="Poppins"/>
                <a:ea typeface="Poppins"/>
                <a:cs typeface="Poppins"/>
              </a:rPr>
              <a:t>Corstone-300 / 310 / 315 / 320  ·  Ethos-U55 / U65 / U85</a:t>
            </a:r>
          </a:p>
        </p:txBody>
      </p:sp>
      <p:sp>
        <p:nvSpPr>
          <p:cNvPr id="5" name="TextBox 4"/>
          <p:cNvSpPr txBox="1">
            <a:spLocks/>
          </p:cNvSpPr>
          <p:nvPr/>
        </p:nvSpPr>
        <p:spPr>
          <a:xfrm rot="0">
            <a:off x="802640" y="4822190"/>
            <a:ext cx="10360660" cy="457835"/>
          </a:xfrm>
          <a:prstGeom prst="rect"/>
          <a:noFill/>
        </p:spPr>
        <p:txBody>
          <a:bodyPr wrap="square" lIns="0" tIns="0" rIns="0" bIns="0" numCol="1" vert="horz" anchor="t">
            <a:spAutoFit/>
          </a:bodyPr>
          <a:lstStyle/>
          <a:p>
            <a:pPr marL="0" indent="0" algn="ctr">
              <a:spcAft>
                <a:spcPts val="500"/>
              </a:spcAft>
              <a:buFontTx/>
              <a:buNone/>
            </a:pPr>
            <a:r>
              <a:rPr lang="en-US" sz="1800" b="0">
                <a:solidFill>
                  <a:srgbClr val="22364B"/>
                </a:solidFill>
                <a:latin typeface="Poppins" charset="0"/>
                <a:ea typeface="Poppins" charset="0"/>
                <a:cs typeface="Poppins" charset="0"/>
              </a:rPr>
              <a:t>Kyung Hee University  |  2026.09</a:t>
            </a:r>
            <a:endParaRPr lang="ko-KR" altLang="en-US" sz="1800" b="0">
              <a:solidFill>
                <a:srgbClr val="22364B"/>
              </a:solidFill>
              <a:latin typeface="Poppins" charset="0"/>
              <a:ea typeface="Poppins" charset="0"/>
              <a:cs typeface="Poppins" charset="0"/>
            </a:endParaRPr>
          </a:p>
        </p:txBody>
      </p:sp>
    </p:spTree>
    <p:extLst>
      <p:ext uri="{BB962C8B-B14F-4D97-AF65-F5344CB8AC3E}">
        <p14:creationId xmlns:p14="http://schemas.microsoft.com/office/powerpoint/2010/main" val="31358917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상자 3"/>
          <p:cNvSpPr txBox="1">
            <a:spLocks/>
          </p:cNvSpPr>
          <p:nvPr/>
        </p:nvSpPr>
        <p:spPr>
          <a:xfrm rot="0">
            <a:off x="773430" y="2882900"/>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1. Corstone - Ethos NPU  분석</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95299"/>
          </a:xfrm>
          <a:prstGeom prst="rect">
            <a:avLst/>
          </a:prstGeom>
          <a:noFill/>
        </p:spPr>
        <p:txBody>
          <a:bodyPr wrap="square" lIns="45720" tIns="27305" rIns="45720" bIns="27305" numCol="1" vert="horz" anchor="t">
            <a:spAutoFit/>
          </a:bodyPr>
          <a:lstStyle/>
          <a:p>
            <a:pPr marL="0" indent="0" algn="l">
              <a:lnSpc>
                <a:spcPct val="110000"/>
              </a:lnSpc>
              <a:buFontTx/>
              <a:buNone/>
            </a:pPr>
            <a:r>
              <a:rPr sz="2600" b="1">
                <a:solidFill>
                  <a:srgbClr val="FFFFFF"/>
                </a:solidFill>
                <a:latin typeface="Poppins" charset="0"/>
                <a:ea typeface="NanumGothic" charset="0"/>
                <a:cs typeface="NanumGothic" charset="0"/>
              </a:rPr>
              <a:t>Ethos-U NPU Architecture  분석</a:t>
            </a:r>
            <a:endParaRPr lang="ko-KR" altLang="en-US" sz="2600" b="1">
              <a:solidFill>
                <a:srgbClr val="FFFFFF"/>
              </a:solidFill>
              <a:latin typeface="Poppins"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02</a:t>
            </a:r>
          </a:p>
        </p:txBody>
      </p:sp>
      <p:sp>
        <p:nvSpPr>
          <p:cNvPr id="4" name="TextBox 3"/>
          <p:cNvSpPr txBox="1"/>
          <p:nvPr/>
        </p:nvSpPr>
        <p:spPr>
          <a:xfrm>
            <a:off x="502920" y="1225550"/>
            <a:ext cx="11156315" cy="342900"/>
          </a:xfrm>
          <a:prstGeom prst="rect">
            <a:avLst/>
          </a:prstGeom>
          <a:noFill/>
        </p:spPr>
        <p:txBody>
          <a:bodyPr wrap="square" lIns="45720" tIns="27305" rIns="45720" bIns="27305" numCol="1" vert="horz" anchor="t">
            <a:spAutoFit/>
          </a:bodyPr>
          <a:lstStyle/>
          <a:p>
            <a:pPr marL="0" indent="0" algn="l">
              <a:lnSpc>
                <a:spcPct val="110000"/>
              </a:lnSpc>
              <a:buFontTx/>
              <a:buNone/>
            </a:pPr>
            <a:r>
              <a:rPr sz="1700" b="0">
                <a:solidFill>
                  <a:srgbClr val="566577"/>
                </a:solidFill>
                <a:latin typeface="Poppins" charset="0"/>
                <a:ea typeface="NanumGothic" charset="0"/>
                <a:cs typeface="NanumGothic" charset="0"/>
              </a:rPr>
              <a:t>Corstone FVP</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로</a:t>
            </a:r>
            <a:r>
              <a:rPr sz="1700" b="0">
                <a:solidFill>
                  <a:srgbClr val="566577"/>
                </a:solidFill>
                <a:latin typeface="Poppins" charset="0"/>
                <a:ea typeface="NanumGothic" charset="0"/>
                <a:cs typeface="NanumGothic" charset="0"/>
              </a:rPr>
              <a:t> 실행 사이클을 측정하고</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병목요인을 두 부류로 나누어 분석</a:t>
            </a:r>
            <a:endParaRPr lang="ko-KR" altLang="en-US" sz="1700" b="0">
              <a:solidFill>
                <a:srgbClr val="566577"/>
              </a:solidFill>
              <a:latin typeface="Poppins" charset="0"/>
              <a:ea typeface="NanumGothic" charset="0"/>
              <a:cs typeface="NanumGothic" charset="0"/>
            </a:endParaRPr>
          </a:p>
        </p:txBody>
      </p:sp>
      <p:sp>
        <p:nvSpPr>
          <p:cNvPr id="8" name="Rectangle 7"/>
          <p:cNvSpPr>
            <a:spLocks/>
          </p:cNvSpPr>
          <p:nvPr/>
        </p:nvSpPr>
        <p:spPr>
          <a:xfrm rot="0">
            <a:off x="548640" y="1972945"/>
            <a:ext cx="5121275" cy="3468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9" name="TextBox 8"/>
          <p:cNvSpPr txBox="1">
            <a:spLocks/>
          </p:cNvSpPr>
          <p:nvPr/>
        </p:nvSpPr>
        <p:spPr>
          <a:xfrm rot="0">
            <a:off x="777240" y="2128520"/>
            <a:ext cx="4755515" cy="309245"/>
          </a:xfrm>
          <a:prstGeom prst="rect"/>
          <a:noFill/>
        </p:spPr>
        <p:txBody>
          <a:bodyPr wrap="square" lIns="45720" tIns="27305" rIns="45720" bIns="27305" numCol="1" vert="horz" anchor="t">
            <a:spAutoFit/>
          </a:bodyPr>
          <a:lstStyle/>
          <a:p>
            <a:pPr marL="0" indent="0" algn="l">
              <a:lnSpc>
                <a:spcPct val="110000"/>
              </a:lnSpc>
              <a:buFontTx/>
              <a:buNone/>
            </a:pPr>
            <a:r>
              <a:rPr sz="1500" b="1">
                <a:solidFill>
                  <a:srgbClr val="A40F16"/>
                </a:solidFill>
                <a:latin typeface="Poppins" charset="0"/>
                <a:ea typeface="NanumGothic" charset="0"/>
                <a:cs typeface="NanumGothic" charset="0"/>
              </a:rPr>
              <a:t>1  </a:t>
            </a:r>
            <a:r>
              <a:rPr sz="1500" b="1">
                <a:solidFill>
                  <a:srgbClr val="A40F16"/>
                </a:solidFill>
                <a:latin typeface="Poppins" charset="0"/>
                <a:ea typeface="NanumGothic" charset="0"/>
                <a:cs typeface="NanumGothic" charset="0"/>
              </a:rPr>
              <a:t>NPU</a:t>
            </a:r>
            <a:r>
              <a:rPr sz="1500" b="1">
                <a:solidFill>
                  <a:srgbClr val="A40F16"/>
                </a:solidFill>
                <a:latin typeface="Poppins" charset="0"/>
                <a:ea typeface="NanumGothic" charset="0"/>
                <a:cs typeface="NanumGothic" charset="0"/>
              </a:rPr>
              <a:t> 특성</a:t>
            </a:r>
            <a:endParaRPr lang="ko-KR" altLang="en-US" sz="1500" b="1">
              <a:solidFill>
                <a:srgbClr val="A40F16"/>
              </a:solidFill>
              <a:latin typeface="Poppins" charset="0"/>
              <a:ea typeface="NanumGothic" charset="0"/>
              <a:cs typeface="NanumGothic" charset="0"/>
            </a:endParaRPr>
          </a:p>
        </p:txBody>
      </p:sp>
      <p:sp>
        <p:nvSpPr>
          <p:cNvPr id="10" name="TextBox 9"/>
          <p:cNvSpPr txBox="1">
            <a:spLocks/>
          </p:cNvSpPr>
          <p:nvPr/>
        </p:nvSpPr>
        <p:spPr>
          <a:xfrm rot="0">
            <a:off x="777240" y="2494280"/>
            <a:ext cx="4755515" cy="427355"/>
          </a:xfrm>
          <a:prstGeom prst="rect"/>
          <a:noFill/>
        </p:spPr>
        <p:txBody>
          <a:bodyPr wrap="square" lIns="45720" tIns="27305" rIns="45720" bIns="27305" numCol="1" vert="horz" anchor="t">
            <a:spAutoFit/>
          </a:bodyPr>
          <a:lstStyle/>
          <a:p>
            <a:pPr marL="0" indent="0" algn="l">
              <a:lnSpc>
                <a:spcPct val="110000"/>
              </a:lnSpc>
              <a:buFontTx/>
              <a:buNone/>
            </a:pPr>
            <a:r>
              <a:rPr sz="2200" b="1">
                <a:solidFill>
                  <a:srgbClr val="13366B"/>
                </a:solidFill>
                <a:latin typeface="Poppins" charset="0"/>
                <a:ea typeface="NanumGothic" charset="0"/>
                <a:cs typeface="NanumGothic" charset="0"/>
              </a:rPr>
              <a:t>실행사이클의 변화</a:t>
            </a:r>
            <a:endParaRPr lang="ko-KR" altLang="en-US" sz="2200" b="1">
              <a:solidFill>
                <a:srgbClr val="13366B"/>
              </a:solidFill>
              <a:latin typeface="Poppins" charset="0"/>
              <a:ea typeface="NanumGothic" charset="0"/>
              <a:cs typeface="NanumGothic" charset="0"/>
            </a:endParaRPr>
          </a:p>
        </p:txBody>
      </p:sp>
      <p:sp>
        <p:nvSpPr>
          <p:cNvPr id="11" name="TextBox 10"/>
          <p:cNvSpPr txBox="1">
            <a:spLocks/>
          </p:cNvSpPr>
          <p:nvPr/>
        </p:nvSpPr>
        <p:spPr>
          <a:xfrm rot="0">
            <a:off x="777240" y="3279775"/>
            <a:ext cx="4755515" cy="342900"/>
          </a:xfrm>
          <a:prstGeom prst="rect"/>
          <a:noFill/>
        </p:spPr>
        <p:txBody>
          <a:bodyPr wrap="square" lIns="45720" tIns="27305" rIns="45720" bIns="27305" numCol="1" vert="horz" anchor="t">
            <a:spAutoFit/>
          </a:bodyPr>
          <a:lstStyle/>
          <a:p>
            <a:pPr marL="0" indent="0" algn="l">
              <a:lnSpc>
                <a:spcPct val="110000"/>
              </a:lnSpc>
              <a:buFontTx/>
              <a:buNone/>
            </a:pPr>
            <a:r>
              <a:rPr sz="1700" b="1">
                <a:solidFill>
                  <a:srgbClr val="22364B"/>
                </a:solidFill>
                <a:latin typeface="Poppins" charset="0"/>
                <a:ea typeface="NanumGothic" charset="0"/>
                <a:cs typeface="NanumGothic" charset="0"/>
              </a:rPr>
              <a:t>NPU MAC Scale 별 실행 사이클</a:t>
            </a:r>
            <a:endParaRPr lang="ko-KR" altLang="en-US" sz="1700" b="1">
              <a:solidFill>
                <a:srgbClr val="22364B"/>
              </a:solidFill>
              <a:latin typeface="Poppins" charset="0"/>
              <a:ea typeface="NanumGothic" charset="0"/>
              <a:cs typeface="NanumGothic" charset="0"/>
            </a:endParaRPr>
          </a:p>
        </p:txBody>
      </p:sp>
      <p:sp>
        <p:nvSpPr>
          <p:cNvPr id="12" name="TextBox 11"/>
          <p:cNvSpPr txBox="1">
            <a:spLocks/>
          </p:cNvSpPr>
          <p:nvPr/>
        </p:nvSpPr>
        <p:spPr>
          <a:xfrm rot="0">
            <a:off x="777240" y="3645535"/>
            <a:ext cx="4946650" cy="274955"/>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NPU 세대별 최대 MAC Unit을 사용하는 환경에서 모델별 cycle 측정</a:t>
            </a:r>
            <a:endParaRPr lang="ko-KR" altLang="en-US" sz="1300" b="0">
              <a:solidFill>
                <a:srgbClr val="566577"/>
              </a:solidFill>
              <a:latin typeface="Poppins" charset="0"/>
              <a:ea typeface="NanumGothic" charset="0"/>
              <a:cs typeface="NanumGothic" charset="0"/>
            </a:endParaRPr>
          </a:p>
        </p:txBody>
      </p:sp>
      <p:sp>
        <p:nvSpPr>
          <p:cNvPr id="13" name="TextBox 12"/>
          <p:cNvSpPr txBox="1">
            <a:spLocks/>
          </p:cNvSpPr>
          <p:nvPr/>
        </p:nvSpPr>
        <p:spPr>
          <a:xfrm rot="0">
            <a:off x="777240" y="4379595"/>
            <a:ext cx="4755515" cy="342900"/>
          </a:xfrm>
          <a:prstGeom prst="rect"/>
          <a:noFill/>
        </p:spPr>
        <p:txBody>
          <a:bodyPr wrap="square" lIns="45720" tIns="27305" rIns="45720" bIns="27305" numCol="1" vert="horz" anchor="t">
            <a:spAutoFit/>
          </a:bodyPr>
          <a:lstStyle/>
          <a:p>
            <a:pPr marL="0" indent="0" algn="l">
              <a:lnSpc>
                <a:spcPct val="110000"/>
              </a:lnSpc>
              <a:buFontTx/>
              <a:buNone/>
            </a:pPr>
            <a:r>
              <a:rPr sz="1700" b="1">
                <a:solidFill>
                  <a:srgbClr val="22364B"/>
                </a:solidFill>
                <a:latin typeface="Poppins" charset="0"/>
                <a:ea typeface="NanumGothic" charset="0"/>
                <a:cs typeface="NanumGothic" charset="0"/>
              </a:rPr>
              <a:t>MAC Scale 별 사이클 변화</a:t>
            </a:r>
            <a:endParaRPr lang="ko-KR" altLang="en-US" sz="1700" b="1">
              <a:solidFill>
                <a:srgbClr val="22364B"/>
              </a:solidFill>
              <a:latin typeface="Poppins" charset="0"/>
              <a:ea typeface="NanumGothic" charset="0"/>
              <a:cs typeface="NanumGothic" charset="0"/>
            </a:endParaRPr>
          </a:p>
        </p:txBody>
      </p:sp>
      <p:sp>
        <p:nvSpPr>
          <p:cNvPr id="14" name="TextBox 13"/>
          <p:cNvSpPr txBox="1">
            <a:spLocks/>
          </p:cNvSpPr>
          <p:nvPr/>
        </p:nvSpPr>
        <p:spPr>
          <a:xfrm rot="0">
            <a:off x="777240" y="4745355"/>
            <a:ext cx="4755515" cy="274955"/>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MAC </a:t>
            </a:r>
            <a:r>
              <a:rPr sz="1300" b="0">
                <a:solidFill>
                  <a:srgbClr val="566577"/>
                </a:solidFill>
                <a:latin typeface="Poppins" charset="0"/>
                <a:ea typeface="NanumGothic" charset="0"/>
                <a:cs typeface="NanumGothic" charset="0"/>
              </a:rPr>
              <a:t>Scale 별</a:t>
            </a: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성능</a:t>
            </a:r>
            <a:r>
              <a:rPr sz="1300" b="0">
                <a:solidFill>
                  <a:srgbClr val="566577"/>
                </a:solidFill>
                <a:latin typeface="Poppins" charset="0"/>
                <a:ea typeface="NanumGothic" charset="0"/>
                <a:cs typeface="NanumGothic" charset="0"/>
              </a:rPr>
              <a:t>비교</a:t>
            </a:r>
            <a:r>
              <a:rPr sz="1300" b="0">
                <a:solidFill>
                  <a:srgbClr val="566577"/>
                </a:solidFill>
                <a:latin typeface="Poppins" charset="0"/>
                <a:ea typeface="NanumGothic" charset="0"/>
                <a:cs typeface="NanumGothic" charset="0"/>
              </a:rPr>
              <a:t> 수행 </a:t>
            </a:r>
            <a:endParaRPr lang="ko-KR" altLang="en-US" sz="1300" b="0">
              <a:solidFill>
                <a:srgbClr val="566577"/>
              </a:solidFill>
              <a:latin typeface="Poppins" charset="0"/>
              <a:ea typeface="NanumGothic" charset="0"/>
              <a:cs typeface="NanumGothic" charset="0"/>
            </a:endParaRPr>
          </a:p>
        </p:txBody>
      </p:sp>
      <p:sp>
        <p:nvSpPr>
          <p:cNvPr id="17" name="Rectangle 16"/>
          <p:cNvSpPr>
            <a:spLocks/>
          </p:cNvSpPr>
          <p:nvPr/>
        </p:nvSpPr>
        <p:spPr>
          <a:xfrm rot="0">
            <a:off x="5897880" y="1972945"/>
            <a:ext cx="5807075" cy="3480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8" name="TextBox 17"/>
          <p:cNvSpPr txBox="1">
            <a:spLocks/>
          </p:cNvSpPr>
          <p:nvPr/>
        </p:nvSpPr>
        <p:spPr>
          <a:xfrm rot="0">
            <a:off x="6126480" y="2128520"/>
            <a:ext cx="5487035" cy="309245"/>
          </a:xfrm>
          <a:prstGeom prst="rect"/>
          <a:noFill/>
        </p:spPr>
        <p:txBody>
          <a:bodyPr wrap="square" lIns="45720" tIns="27305" rIns="45720" bIns="27305" numCol="1" vert="horz" anchor="t">
            <a:spAutoFit/>
          </a:bodyPr>
          <a:lstStyle/>
          <a:p>
            <a:pPr marL="0" indent="0" algn="l">
              <a:lnSpc>
                <a:spcPct val="110000"/>
              </a:lnSpc>
              <a:buFontTx/>
              <a:buNone/>
            </a:pPr>
            <a:r>
              <a:rPr sz="1500" b="1">
                <a:solidFill>
                  <a:srgbClr val="A40F16"/>
                </a:solidFill>
                <a:latin typeface="Poppins" charset="0"/>
                <a:ea typeface="NanumGothic" charset="0"/>
                <a:cs typeface="NanumGothic" charset="0"/>
              </a:rPr>
              <a:t>2  </a:t>
            </a:r>
            <a:r>
              <a:rPr sz="1500" b="1">
                <a:solidFill>
                  <a:srgbClr val="A40F16"/>
                </a:solidFill>
                <a:latin typeface="Poppins" charset="0"/>
                <a:ea typeface="NanumGothic" charset="0"/>
                <a:cs typeface="NanumGothic" charset="0"/>
              </a:rPr>
              <a:t>병목요인</a:t>
            </a:r>
            <a:endParaRPr lang="ko-KR" altLang="en-US" sz="1500" b="1">
              <a:solidFill>
                <a:srgbClr val="A40F16"/>
              </a:solidFill>
              <a:latin typeface="Poppins" charset="0"/>
              <a:ea typeface="NanumGothic" charset="0"/>
              <a:cs typeface="NanumGothic" charset="0"/>
            </a:endParaRPr>
          </a:p>
        </p:txBody>
      </p:sp>
      <p:sp>
        <p:nvSpPr>
          <p:cNvPr id="19" name="TextBox 18"/>
          <p:cNvSpPr txBox="1">
            <a:spLocks/>
          </p:cNvSpPr>
          <p:nvPr/>
        </p:nvSpPr>
        <p:spPr>
          <a:xfrm rot="0">
            <a:off x="6126480" y="2494280"/>
            <a:ext cx="5487035" cy="427355"/>
          </a:xfrm>
          <a:prstGeom prst="rect"/>
          <a:noFill/>
        </p:spPr>
        <p:txBody>
          <a:bodyPr wrap="square" lIns="45720" tIns="27305" rIns="45720" bIns="27305" numCol="1" vert="horz" anchor="t">
            <a:spAutoFit/>
          </a:bodyPr>
          <a:lstStyle/>
          <a:p>
            <a:pPr marL="0" indent="0" algn="l">
              <a:lnSpc>
                <a:spcPct val="110000"/>
              </a:lnSpc>
              <a:buFontTx/>
              <a:buNone/>
            </a:pPr>
            <a:r>
              <a:rPr sz="2200" b="1">
                <a:solidFill>
                  <a:srgbClr val="13366B"/>
                </a:solidFill>
                <a:latin typeface="Poppins" charset="0"/>
                <a:ea typeface="NanumGothic" charset="0"/>
                <a:cs typeface="NanumGothic" charset="0"/>
              </a:rPr>
              <a:t>조건별 병목 발생 원인</a:t>
            </a:r>
            <a:endParaRPr lang="ko-KR" altLang="en-US" sz="2200" b="1">
              <a:solidFill>
                <a:srgbClr val="13366B"/>
              </a:solidFill>
              <a:latin typeface="Poppins" charset="0"/>
              <a:ea typeface="NanumGothic" charset="0"/>
              <a:cs typeface="NanumGothic" charset="0"/>
            </a:endParaRPr>
          </a:p>
        </p:txBody>
      </p:sp>
      <p:sp>
        <p:nvSpPr>
          <p:cNvPr id="20" name="TextBox 19"/>
          <p:cNvSpPr txBox="1">
            <a:spLocks/>
          </p:cNvSpPr>
          <p:nvPr/>
        </p:nvSpPr>
        <p:spPr>
          <a:xfrm rot="0">
            <a:off x="6126480" y="3267075"/>
            <a:ext cx="5487035" cy="342900"/>
          </a:xfrm>
          <a:prstGeom prst="rect"/>
          <a:noFill/>
        </p:spPr>
        <p:txBody>
          <a:bodyPr wrap="square" lIns="45720" tIns="27305" rIns="45720" bIns="27305" numCol="1" vert="horz" anchor="t">
            <a:spAutoFit/>
          </a:bodyPr>
          <a:lstStyle/>
          <a:p>
            <a:pPr marL="0" indent="0" algn="l">
              <a:lnSpc>
                <a:spcPct val="110000"/>
              </a:lnSpc>
              <a:buFontTx/>
              <a:buNone/>
            </a:pPr>
            <a:r>
              <a:rPr sz="1700" b="1">
                <a:solidFill>
                  <a:srgbClr val="22364B"/>
                </a:solidFill>
                <a:latin typeface="Poppins" charset="0"/>
                <a:ea typeface="NanumGothic" charset="0"/>
                <a:cs typeface="NanumGothic" charset="0"/>
              </a:rPr>
              <a:t>메모리 시스템 관련</a:t>
            </a:r>
            <a:endParaRPr lang="ko-KR" altLang="en-US" sz="1700" b="1">
              <a:solidFill>
                <a:srgbClr val="22364B"/>
              </a:solidFill>
              <a:latin typeface="Poppins" charset="0"/>
              <a:ea typeface="NanumGothic" charset="0"/>
              <a:cs typeface="NanumGothic" charset="0"/>
            </a:endParaRPr>
          </a:p>
        </p:txBody>
      </p:sp>
      <p:sp>
        <p:nvSpPr>
          <p:cNvPr id="21" name="TextBox 20"/>
          <p:cNvSpPr txBox="1">
            <a:spLocks/>
          </p:cNvSpPr>
          <p:nvPr/>
        </p:nvSpPr>
        <p:spPr>
          <a:xfrm rot="0">
            <a:off x="6126480" y="3632835"/>
            <a:ext cx="5487035" cy="274955"/>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SRAM </a:t>
            </a:r>
            <a:r>
              <a:rPr sz="1300" b="0">
                <a:solidFill>
                  <a:srgbClr val="566577"/>
                </a:solidFill>
                <a:latin typeface="Poppins" charset="0"/>
                <a:ea typeface="NanumGothic" charset="0"/>
                <a:cs typeface="NanumGothic" charset="0"/>
              </a:rPr>
              <a:t>용량 및 </a:t>
            </a:r>
            <a:r>
              <a:rPr sz="1300" b="0">
                <a:solidFill>
                  <a:srgbClr val="566577"/>
                </a:solidFill>
                <a:latin typeface="Poppins" charset="0"/>
                <a:ea typeface="NanumGothic" charset="0"/>
                <a:cs typeface="NanumGothic" charset="0"/>
              </a:rPr>
              <a:t>대역폭 </a:t>
            </a:r>
            <a:r>
              <a:rPr sz="1300" b="0">
                <a:solidFill>
                  <a:srgbClr val="566577"/>
                </a:solidFill>
                <a:latin typeface="Poppins" charset="0"/>
                <a:ea typeface="NanumGothic" charset="0"/>
                <a:cs typeface="NanumGothic" charset="0"/>
              </a:rPr>
              <a:t>/</a:t>
            </a: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External Memory</a:t>
            </a: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사용 시 </a:t>
            </a:r>
            <a:r>
              <a:rPr sz="1300" b="0">
                <a:solidFill>
                  <a:srgbClr val="566577"/>
                </a:solidFill>
                <a:latin typeface="Poppins" charset="0"/>
                <a:ea typeface="NanumGothic" charset="0"/>
                <a:cs typeface="NanumGothic" charset="0"/>
              </a:rPr>
              <a:t>지연</a:t>
            </a:r>
            <a:r>
              <a:rPr sz="1300" b="0">
                <a:solidFill>
                  <a:srgbClr val="566577"/>
                </a:solidFill>
                <a:latin typeface="Poppins" charset="0"/>
                <a:ea typeface="NanumGothic" charset="0"/>
                <a:cs typeface="NanumGothic" charset="0"/>
              </a:rPr>
              <a:t>, 가중치  저장 위치</a:t>
            </a:r>
            <a:endParaRPr lang="ko-KR" altLang="en-US" sz="1300" b="0">
              <a:solidFill>
                <a:srgbClr val="566577"/>
              </a:solidFill>
              <a:latin typeface="Poppins" charset="0"/>
              <a:ea typeface="NanumGothic" charset="0"/>
              <a:cs typeface="NanumGothic" charset="0"/>
            </a:endParaRPr>
          </a:p>
        </p:txBody>
      </p:sp>
      <p:sp>
        <p:nvSpPr>
          <p:cNvPr id="22" name="TextBox 21"/>
          <p:cNvSpPr txBox="1">
            <a:spLocks/>
          </p:cNvSpPr>
          <p:nvPr/>
        </p:nvSpPr>
        <p:spPr>
          <a:xfrm rot="0">
            <a:off x="6126480" y="4379595"/>
            <a:ext cx="5487035" cy="342900"/>
          </a:xfrm>
          <a:prstGeom prst="rect"/>
          <a:noFill/>
        </p:spPr>
        <p:txBody>
          <a:bodyPr wrap="square" lIns="45720" tIns="27305" rIns="45720" bIns="27305" numCol="1" vert="horz" anchor="t">
            <a:spAutoFit/>
          </a:bodyPr>
          <a:lstStyle/>
          <a:p>
            <a:pPr marL="0" indent="0" algn="l">
              <a:lnSpc>
                <a:spcPct val="110000"/>
              </a:lnSpc>
              <a:buFontTx/>
              <a:buNone/>
            </a:pPr>
            <a:r>
              <a:rPr sz="1700" b="1">
                <a:solidFill>
                  <a:srgbClr val="22364B"/>
                </a:solidFill>
                <a:latin typeface="Poppins" charset="0"/>
                <a:ea typeface="NanumGothic" charset="0"/>
                <a:cs typeface="NanumGothic" charset="0"/>
              </a:rPr>
              <a:t>연산 구조/컴파일러 Schedule</a:t>
            </a:r>
            <a:endParaRPr lang="ko-KR" altLang="en-US" sz="1700" b="1">
              <a:solidFill>
                <a:srgbClr val="22364B"/>
              </a:solidFill>
              <a:latin typeface="Poppins" charset="0"/>
              <a:ea typeface="NanumGothic" charset="0"/>
              <a:cs typeface="NanumGothic" charset="0"/>
            </a:endParaRPr>
          </a:p>
        </p:txBody>
      </p:sp>
      <p:sp>
        <p:nvSpPr>
          <p:cNvPr id="23" name="TextBox 22"/>
          <p:cNvSpPr txBox="1">
            <a:spLocks/>
          </p:cNvSpPr>
          <p:nvPr/>
        </p:nvSpPr>
        <p:spPr>
          <a:xfrm rot="0">
            <a:off x="6126480" y="4745355"/>
            <a:ext cx="5487035" cy="274955"/>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Output 병렬성, 연산 외 비용, Feature Map size, Ublock size</a:t>
            </a:r>
            <a:endParaRPr lang="ko-KR" altLang="en-US" sz="1300" b="0">
              <a:solidFill>
                <a:srgbClr val="566577"/>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Rect 0"/>
          <p:cNvSpPr txBox="1">
            <a:spLocks/>
          </p:cNvSpPr>
          <p:nvPr/>
        </p:nvSpPr>
        <p:spPr>
          <a:xfrm>
            <a:off x="438785" y="274320"/>
            <a:ext cx="10699750" cy="415925"/>
          </a:xfrm>
          <a:prstGeom prst="rect"/>
          <a:noFill/>
        </p:spPr>
        <p:txBody>
          <a:bodyPr wrap="square" lIns="0" tIns="0" rIns="0" bIns="0" numCol="1" vert="horz" anchor="t">
            <a:spAutoFit/>
          </a:bodyPr>
          <a:lstStyle/>
          <a:p>
            <a:pPr marL="0" indent="0" rtl="0" algn="l" defTabSz="914400" eaLnBrk="1" latinLnBrk="0" hangingPunct="1">
              <a:buFontTx/>
              <a:buNone/>
            </a:pPr>
            <a:r>
              <a:rPr sz="2700" b="1">
                <a:solidFill>
                  <a:srgbClr val="FFFFFF"/>
                </a:solidFill>
                <a:latin typeface="Poppins" charset="0"/>
                <a:ea typeface="Poppins" charset="0"/>
              </a:rPr>
              <a:t> Ethos-U Architecture Overview</a:t>
            </a:r>
            <a:endParaRPr lang="ko-KR" altLang="en-US" sz="2700" b="1">
              <a:solidFill>
                <a:srgbClr val="FFFFFF"/>
              </a:solidFill>
              <a:latin typeface="Poppins" charset="0"/>
              <a:ea typeface="Poppins" charset="0"/>
            </a:endParaRPr>
          </a:p>
        </p:txBody>
      </p:sp>
      <p:sp>
        <p:nvSpPr>
          <p:cNvPr id="3" name="Rect 0"/>
          <p:cNvSpPr txBox="1">
            <a:spLocks/>
          </p:cNvSpPr>
          <p:nvPr/>
        </p:nvSpPr>
        <p:spPr>
          <a:xfrm rot="0">
            <a:off x="11000105" y="365760"/>
            <a:ext cx="732155" cy="274955"/>
          </a:xfrm>
          <a:prstGeom prst="rect"/>
          <a:noFill/>
        </p:spPr>
        <p:txBody>
          <a:bodyPr wrap="square" lIns="0" tIns="0" rIns="0" bIns="0" vert="horz" anchor="t">
            <a:spAutoFit/>
          </a:bodyPr>
          <a:lstStyle/>
          <a:p>
            <a:pPr marL="0" indent="0" rtl="0" algn="r" defTabSz="914400" eaLnBrk="1" latinLnBrk="0" hangingPunct="1">
              <a:buFontTx/>
              <a:buNone/>
            </a:pPr>
            <a:r>
              <a:rPr sz="1300" b="0">
                <a:solidFill>
                  <a:srgbClr val="FFFFFF"/>
                </a:solidFill>
                <a:latin typeface="Poppins" charset="0"/>
                <a:ea typeface="Poppins" charset="0"/>
                <a:sym typeface="나눔고딕" charset="0"/>
              </a:rPr>
              <a:t>03</a:t>
            </a:r>
            <a:endParaRPr lang="ko-KR" altLang="en-US" sz="1300" b="0">
              <a:solidFill>
                <a:srgbClr val="FFFFFF"/>
              </a:solidFill>
              <a:latin typeface="Poppins" charset="0"/>
              <a:ea typeface="Poppins" charset="0"/>
              <a:sym typeface="나눔고딕" charset="0"/>
            </a:endParaRPr>
          </a:p>
        </p:txBody>
      </p:sp>
      <p:sp>
        <p:nvSpPr>
          <p:cNvPr id="4" name="Rect 0"/>
          <p:cNvSpPr txBox="1">
            <a:spLocks/>
          </p:cNvSpPr>
          <p:nvPr/>
        </p:nvSpPr>
        <p:spPr>
          <a:xfrm>
            <a:off x="502920" y="1225550"/>
            <a:ext cx="11111230" cy="277495"/>
          </a:xfrm>
          <a:prstGeom prst="rect"/>
          <a:noFill/>
        </p:spPr>
        <p:txBody>
          <a:bodyPr wrap="square" lIns="0" tIns="0" rIns="0" bIns="0" numCol="1" vert="horz" anchor="t">
            <a:spAutoFit/>
          </a:bodyPr>
          <a:lstStyle/>
          <a:p>
            <a:pPr marL="0" indent="0" rtl="0" algn="l" defTabSz="914400" eaLnBrk="1" latinLnBrk="0" hangingPunct="1">
              <a:buFontTx/>
              <a:buNone/>
            </a:pPr>
            <a:r>
              <a:rPr sz="1800" b="0">
                <a:solidFill>
                  <a:srgbClr val="566577"/>
                </a:solidFill>
                <a:latin typeface="Poppins" charset="0"/>
                <a:ea typeface="Poppins" charset="0"/>
              </a:rPr>
              <a:t>Arm</a:t>
            </a:r>
            <a:r>
              <a:rPr sz="1800" b="0">
                <a:solidFill>
                  <a:srgbClr val="566577"/>
                </a:solidFill>
                <a:latin typeface="Poppins" charset="0"/>
                <a:ea typeface="Poppins" charset="0"/>
              </a:rPr>
              <a:t> Ethos </a:t>
            </a:r>
            <a:r>
              <a:rPr sz="1800" b="0">
                <a:solidFill>
                  <a:srgbClr val="566577"/>
                </a:solidFill>
                <a:latin typeface="Poppins" charset="0"/>
                <a:ea typeface="Poppins" charset="0"/>
              </a:rPr>
              <a:t>NPU 계열의 주요 사양</a:t>
            </a:r>
            <a:r>
              <a:rPr sz="1800" b="0">
                <a:solidFill>
                  <a:srgbClr val="566577"/>
                </a:solidFill>
                <a:latin typeface="Poppins" charset="0"/>
                <a:ea typeface="Poppins" charset="0"/>
              </a:rPr>
              <a:t>/</a:t>
            </a:r>
            <a:r>
              <a:rPr sz="1800" b="0">
                <a:solidFill>
                  <a:srgbClr val="566577"/>
                </a:solidFill>
                <a:latin typeface="Poppins" charset="0"/>
                <a:ea typeface="Poppins" charset="0"/>
              </a:rPr>
              <a:t>적용 분야</a:t>
            </a:r>
            <a:endParaRPr lang="ko-KR" altLang="en-US" sz="1800" b="0">
              <a:solidFill>
                <a:srgbClr val="566577"/>
              </a:solidFill>
              <a:latin typeface="Poppins" charset="0"/>
              <a:ea typeface="Poppins" charset="0"/>
            </a:endParaRPr>
          </a:p>
        </p:txBody>
      </p:sp>
      <p:sp>
        <p:nvSpPr>
          <p:cNvPr id="5"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a:spLocks/>
          </p:cNvSpPr>
          <p:nvPr/>
        </p:nvSpPr>
        <p:spPr>
          <a:xfrm rot="0">
            <a:off x="457200" y="5806440"/>
            <a:ext cx="41910"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 name="Rect 0"/>
          <p:cNvSpPr txBox="1">
            <a:spLocks/>
          </p:cNvSpPr>
          <p:nvPr/>
        </p:nvSpPr>
        <p:spPr>
          <a:xfrm>
            <a:off x="594360" y="5906770"/>
            <a:ext cx="10974070" cy="262255"/>
          </a:xfrm>
          <a:prstGeom prst="rect"/>
          <a:noFill/>
        </p:spPr>
        <p:txBody>
          <a:bodyPr wrap="square" lIns="0" tIns="0" rIns="0" bIns="0" numCol="1" vert="horz" anchor="t">
            <a:spAutoFit/>
          </a:bodyPr>
          <a:lstStyle/>
          <a:p>
            <a:pPr marL="0" indent="0" rtl="0" algn="l" defTabSz="914400" eaLnBrk="1" latinLnBrk="0" hangingPunct="1">
              <a:buFontTx/>
              <a:buNone/>
            </a:pPr>
            <a:r>
              <a:rPr sz="1700" b="1">
                <a:solidFill>
                  <a:srgbClr val="13366B"/>
                </a:solidFill>
                <a:latin typeface="Poppins" charset="0"/>
                <a:ea typeface="Poppins" charset="0"/>
              </a:rPr>
              <a:t>본 실험에서는 </a:t>
            </a:r>
            <a:r>
              <a:rPr sz="1700" b="1">
                <a:solidFill>
                  <a:srgbClr val="13366B"/>
                </a:solidFill>
                <a:latin typeface="Poppins" charset="0"/>
                <a:ea typeface="Poppins" charset="0"/>
              </a:rPr>
              <a:t>INT8 </a:t>
            </a:r>
            <a:r>
              <a:rPr sz="1700" b="1">
                <a:solidFill>
                  <a:srgbClr val="13366B"/>
                </a:solidFill>
                <a:latin typeface="NanumGothic" charset="0"/>
                <a:ea typeface="NanumGothic" charset="0"/>
              </a:rPr>
              <a:t>모델을</a:t>
            </a:r>
            <a:r>
              <a:rPr sz="1700" b="1">
                <a:solidFill>
                  <a:srgbClr val="13366B"/>
                </a:solidFill>
                <a:latin typeface="Poppins" charset="0"/>
                <a:ea typeface="Poppins" charset="0"/>
              </a:rPr>
              <a:t> </a:t>
            </a:r>
            <a:r>
              <a:rPr sz="1700" b="1">
                <a:solidFill>
                  <a:srgbClr val="13366B"/>
                </a:solidFill>
                <a:latin typeface="NanumGothic" charset="0"/>
                <a:ea typeface="NanumGothic" charset="0"/>
              </a:rPr>
              <a:t>사용해</a:t>
            </a:r>
            <a:r>
              <a:rPr sz="1700" b="1">
                <a:solidFill>
                  <a:srgbClr val="13366B"/>
                </a:solidFill>
                <a:latin typeface="Poppins" charset="0"/>
                <a:ea typeface="Poppins" charset="0"/>
              </a:rPr>
              <a:t> U55</a:t>
            </a:r>
            <a:r>
              <a:rPr sz="1700" b="1">
                <a:solidFill>
                  <a:srgbClr val="13366B"/>
                </a:solidFill>
                <a:latin typeface="Poppins" charset="0"/>
                <a:ea typeface="Poppins" charset="0"/>
              </a:rPr>
              <a:t>/</a:t>
            </a:r>
            <a:r>
              <a:rPr sz="1700" b="1">
                <a:solidFill>
                  <a:srgbClr val="13366B"/>
                </a:solidFill>
                <a:latin typeface="Poppins" charset="0"/>
                <a:ea typeface="Poppins" charset="0"/>
              </a:rPr>
              <a:t>U65</a:t>
            </a:r>
            <a:r>
              <a:rPr sz="1700" b="1">
                <a:solidFill>
                  <a:srgbClr val="13366B"/>
                </a:solidFill>
                <a:latin typeface="Poppins" charset="0"/>
                <a:ea typeface="Poppins" charset="0"/>
              </a:rPr>
              <a:t>/</a:t>
            </a:r>
            <a:r>
              <a:rPr sz="1700" b="1">
                <a:solidFill>
                  <a:srgbClr val="13366B"/>
                </a:solidFill>
                <a:latin typeface="Poppins" charset="0"/>
                <a:ea typeface="Poppins" charset="0"/>
              </a:rPr>
              <a:t>U85</a:t>
            </a:r>
            <a:r>
              <a:rPr sz="1700" b="1">
                <a:solidFill>
                  <a:srgbClr val="13366B"/>
                </a:solidFill>
                <a:latin typeface="NanumGothic" charset="0"/>
                <a:ea typeface="NanumGothic" charset="0"/>
              </a:rPr>
              <a:t>의</a:t>
            </a:r>
            <a:r>
              <a:rPr sz="1700" b="1">
                <a:solidFill>
                  <a:srgbClr val="13366B"/>
                </a:solidFill>
                <a:latin typeface="Poppins" charset="0"/>
                <a:ea typeface="Poppins" charset="0"/>
              </a:rPr>
              <a:t> </a:t>
            </a:r>
            <a:r>
              <a:rPr sz="1700" b="1">
                <a:solidFill>
                  <a:srgbClr val="13366B"/>
                </a:solidFill>
                <a:latin typeface="NanumGothic" charset="0"/>
                <a:ea typeface="NanumGothic" charset="0"/>
              </a:rPr>
              <a:t>구성별</a:t>
            </a:r>
            <a:r>
              <a:rPr sz="1700" b="1">
                <a:solidFill>
                  <a:srgbClr val="13366B"/>
                </a:solidFill>
                <a:latin typeface="Poppins" charset="0"/>
                <a:ea typeface="Poppins" charset="0"/>
              </a:rPr>
              <a:t> </a:t>
            </a:r>
            <a:r>
              <a:rPr sz="1700" b="1">
                <a:solidFill>
                  <a:srgbClr val="13366B"/>
                </a:solidFill>
                <a:latin typeface="NanumGothic" charset="0"/>
                <a:ea typeface="NanumGothic" charset="0"/>
              </a:rPr>
              <a:t>실행</a:t>
            </a:r>
            <a:r>
              <a:rPr sz="1700" b="1">
                <a:solidFill>
                  <a:srgbClr val="13366B"/>
                </a:solidFill>
                <a:latin typeface="Poppins" charset="0"/>
                <a:ea typeface="Poppins" charset="0"/>
              </a:rPr>
              <a:t> </a:t>
            </a:r>
            <a:r>
              <a:rPr sz="1700" b="1">
                <a:solidFill>
                  <a:srgbClr val="13366B"/>
                </a:solidFill>
                <a:latin typeface="NanumGothic" charset="0"/>
                <a:ea typeface="NanumGothic" charset="0"/>
              </a:rPr>
              <a:t>특성을</a:t>
            </a:r>
            <a:r>
              <a:rPr sz="1700" b="1">
                <a:solidFill>
                  <a:srgbClr val="13366B"/>
                </a:solidFill>
                <a:latin typeface="Poppins" charset="0"/>
                <a:ea typeface="Poppins" charset="0"/>
              </a:rPr>
              <a:t> </a:t>
            </a:r>
            <a:r>
              <a:rPr sz="1700" b="1">
                <a:solidFill>
                  <a:srgbClr val="13366B"/>
                </a:solidFill>
                <a:latin typeface="NanumGothic" charset="0"/>
                <a:ea typeface="NanumGothic" charset="0"/>
              </a:rPr>
              <a:t>비교한다</a:t>
            </a:r>
            <a:r>
              <a:rPr sz="1700" b="1">
                <a:solidFill>
                  <a:srgbClr val="13366B"/>
                </a:solidFill>
                <a:latin typeface="Poppins" charset="0"/>
                <a:ea typeface="Poppins" charset="0"/>
              </a:rPr>
              <a:t>.</a:t>
            </a:r>
            <a:endParaRPr lang="ko-KR" altLang="en-US" sz="1700" b="1">
              <a:solidFill>
                <a:srgbClr val="13366B"/>
              </a:solidFill>
              <a:latin typeface="Poppins" charset="0"/>
              <a:ea typeface="Poppins" charset="0"/>
            </a:endParaRPr>
          </a:p>
        </p:txBody>
      </p:sp>
      <p:sp>
        <p:nvSpPr>
          <p:cNvPr id="8" name="Rect 0"/>
          <p:cNvSpPr>
            <a:spLocks/>
          </p:cNvSpPr>
          <p:nvPr/>
        </p:nvSpPr>
        <p:spPr>
          <a:xfrm rot="0">
            <a:off x="502920" y="1801495"/>
            <a:ext cx="2120265" cy="39370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 name="Rect 0"/>
          <p:cNvSpPr txBox="1">
            <a:spLocks/>
          </p:cNvSpPr>
          <p:nvPr/>
        </p:nvSpPr>
        <p:spPr>
          <a:xfrm rot="0">
            <a:off x="621665" y="1901825"/>
            <a:ext cx="1891665" cy="274955"/>
          </a:xfrm>
          <a:prstGeom prst="rect"/>
          <a:noFill/>
        </p:spPr>
        <p:txBody>
          <a:bodyPr wrap="square" lIns="0" tIns="0" rIns="0" bIns="0" vert="horz" anchor="t">
            <a:spAutoFit/>
          </a:bodyPr>
          <a:lstStyle/>
          <a:p>
            <a:pPr marL="0" indent="0" rtl="0" algn="l" defTabSz="914400" eaLnBrk="1" latinLnBrk="0" hangingPunct="1">
              <a:buFontTx/>
              <a:buNone/>
            </a:pPr>
            <a:r>
              <a:rPr sz="1450" b="1">
                <a:solidFill>
                  <a:srgbClr val="FFFFFF"/>
                </a:solidFill>
                <a:latin typeface="NanumGothic" charset="0"/>
                <a:ea typeface="NanumGothic" charset="0"/>
                <a:sym typeface="나눔고딕" charset="0"/>
              </a:rPr>
              <a:t>항목</a:t>
            </a:r>
            <a:endParaRPr lang="ko-KR" altLang="en-US" sz="1450" b="1">
              <a:solidFill>
                <a:srgbClr val="FFFFFF"/>
              </a:solidFill>
              <a:latin typeface="NanumGothic" charset="0"/>
              <a:ea typeface="NanumGothic" charset="0"/>
              <a:sym typeface="나눔고딕" charset="0"/>
            </a:endParaRPr>
          </a:p>
        </p:txBody>
      </p:sp>
      <p:sp>
        <p:nvSpPr>
          <p:cNvPr id="10" name="Rect 0"/>
          <p:cNvSpPr>
            <a:spLocks/>
          </p:cNvSpPr>
          <p:nvPr/>
        </p:nvSpPr>
        <p:spPr>
          <a:xfrm rot="0">
            <a:off x="2622550" y="1801495"/>
            <a:ext cx="2621915" cy="39370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 name="Rect 0"/>
          <p:cNvSpPr txBox="1">
            <a:spLocks/>
          </p:cNvSpPr>
          <p:nvPr/>
        </p:nvSpPr>
        <p:spPr>
          <a:xfrm rot="0">
            <a:off x="2741295" y="1901825"/>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1">
                <a:solidFill>
                  <a:srgbClr val="FFFFFF"/>
                </a:solidFill>
                <a:latin typeface="Poppins" charset="0"/>
                <a:ea typeface="Poppins" charset="0"/>
                <a:sym typeface="나눔고딕" charset="0"/>
              </a:rPr>
              <a:t>Ethos-U55</a:t>
            </a:r>
            <a:endParaRPr lang="ko-KR" altLang="en-US" sz="1450" b="1">
              <a:solidFill>
                <a:srgbClr val="FFFFFF"/>
              </a:solidFill>
              <a:latin typeface="Poppins" charset="0"/>
              <a:ea typeface="Poppins" charset="0"/>
              <a:sym typeface="나눔고딕" charset="0"/>
            </a:endParaRPr>
          </a:p>
        </p:txBody>
      </p:sp>
      <p:sp>
        <p:nvSpPr>
          <p:cNvPr id="12" name="Rect 0"/>
          <p:cNvSpPr>
            <a:spLocks/>
          </p:cNvSpPr>
          <p:nvPr/>
        </p:nvSpPr>
        <p:spPr>
          <a:xfrm rot="0">
            <a:off x="5243830" y="1801495"/>
            <a:ext cx="2621915" cy="39370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 name="Rect 0"/>
          <p:cNvSpPr txBox="1">
            <a:spLocks/>
          </p:cNvSpPr>
          <p:nvPr/>
        </p:nvSpPr>
        <p:spPr>
          <a:xfrm rot="0">
            <a:off x="5363210" y="1901825"/>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1">
                <a:solidFill>
                  <a:srgbClr val="FFFFFF"/>
                </a:solidFill>
                <a:latin typeface="Poppins" charset="0"/>
                <a:ea typeface="Poppins" charset="0"/>
                <a:sym typeface="나눔고딕" charset="0"/>
              </a:rPr>
              <a:t>Ethos-U65</a:t>
            </a:r>
            <a:endParaRPr lang="ko-KR" altLang="en-US" sz="1450" b="1">
              <a:solidFill>
                <a:srgbClr val="FFFFFF"/>
              </a:solidFill>
              <a:latin typeface="Poppins" charset="0"/>
              <a:ea typeface="Poppins" charset="0"/>
              <a:sym typeface="나눔고딕" charset="0"/>
            </a:endParaRPr>
          </a:p>
        </p:txBody>
      </p:sp>
      <p:sp>
        <p:nvSpPr>
          <p:cNvPr id="14" name="Rect 0"/>
          <p:cNvSpPr>
            <a:spLocks/>
          </p:cNvSpPr>
          <p:nvPr/>
        </p:nvSpPr>
        <p:spPr>
          <a:xfrm rot="0">
            <a:off x="7865745" y="1801495"/>
            <a:ext cx="3793490" cy="39370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5" name="Rect 0"/>
          <p:cNvSpPr txBox="1">
            <a:spLocks/>
          </p:cNvSpPr>
          <p:nvPr/>
        </p:nvSpPr>
        <p:spPr>
          <a:xfrm rot="0">
            <a:off x="7984490" y="1901825"/>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1">
                <a:solidFill>
                  <a:srgbClr val="FFFFFF"/>
                </a:solidFill>
                <a:latin typeface="Poppins" charset="0"/>
                <a:ea typeface="Poppins" charset="0"/>
                <a:sym typeface="나눔고딕" charset="0"/>
              </a:rPr>
              <a:t>Ethos-U85</a:t>
            </a:r>
            <a:endParaRPr lang="ko-KR" altLang="en-US" sz="1450" b="1">
              <a:solidFill>
                <a:srgbClr val="FFFFFF"/>
              </a:solidFill>
              <a:latin typeface="Poppins" charset="0"/>
              <a:ea typeface="Poppins" charset="0"/>
              <a:sym typeface="나눔고딕" charset="0"/>
            </a:endParaRPr>
          </a:p>
        </p:txBody>
      </p:sp>
      <p:sp>
        <p:nvSpPr>
          <p:cNvPr id="16" name="Rect 0"/>
          <p:cNvSpPr>
            <a:spLocks/>
          </p:cNvSpPr>
          <p:nvPr/>
        </p:nvSpPr>
        <p:spPr>
          <a:xfrm rot="0">
            <a:off x="502920" y="2194560"/>
            <a:ext cx="212026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7" name="Rect 0"/>
          <p:cNvSpPr txBox="1">
            <a:spLocks/>
          </p:cNvSpPr>
          <p:nvPr/>
        </p:nvSpPr>
        <p:spPr>
          <a:xfrm rot="0">
            <a:off x="621665" y="2294890"/>
            <a:ext cx="189166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NanumGothic" charset="0"/>
                <a:ea typeface="NanumGothic" charset="0"/>
                <a:sym typeface="나눔고딕" charset="0"/>
              </a:rPr>
              <a:t>세대</a:t>
            </a:r>
            <a:endParaRPr lang="ko-KR" altLang="en-US" sz="1450" b="0">
              <a:solidFill>
                <a:srgbClr val="22364B"/>
              </a:solidFill>
              <a:latin typeface="NanumGothic" charset="0"/>
              <a:ea typeface="NanumGothic" charset="0"/>
              <a:sym typeface="나눔고딕" charset="0"/>
            </a:endParaRPr>
          </a:p>
        </p:txBody>
      </p:sp>
      <p:sp>
        <p:nvSpPr>
          <p:cNvPr id="18" name="Rect 0"/>
          <p:cNvSpPr>
            <a:spLocks/>
          </p:cNvSpPr>
          <p:nvPr/>
        </p:nvSpPr>
        <p:spPr>
          <a:xfrm rot="0">
            <a:off x="2622550" y="2194560"/>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9" name="Rect 0"/>
          <p:cNvSpPr txBox="1">
            <a:spLocks/>
          </p:cNvSpPr>
          <p:nvPr/>
        </p:nvSpPr>
        <p:spPr>
          <a:xfrm rot="0">
            <a:off x="2741295" y="229489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1</a:t>
            </a:r>
            <a:r>
              <a:rPr sz="1450" b="0">
                <a:solidFill>
                  <a:srgbClr val="22364B"/>
                </a:solidFill>
                <a:latin typeface="NanumGothic" charset="0"/>
                <a:ea typeface="NanumGothic" charset="0"/>
                <a:sym typeface="나눔고딕" charset="0"/>
              </a:rPr>
              <a:t>세대</a:t>
            </a:r>
            <a:endParaRPr lang="ko-KR" altLang="en-US" sz="1450" b="0">
              <a:solidFill>
                <a:srgbClr val="22364B"/>
              </a:solidFill>
              <a:latin typeface="NanumGothic" charset="0"/>
              <a:ea typeface="NanumGothic" charset="0"/>
              <a:sym typeface="나눔고딕" charset="0"/>
            </a:endParaRPr>
          </a:p>
        </p:txBody>
      </p:sp>
      <p:sp>
        <p:nvSpPr>
          <p:cNvPr id="20" name="Rect 0"/>
          <p:cNvSpPr>
            <a:spLocks/>
          </p:cNvSpPr>
          <p:nvPr/>
        </p:nvSpPr>
        <p:spPr>
          <a:xfrm rot="0">
            <a:off x="5243830" y="2194560"/>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1" name="Rect 0"/>
          <p:cNvSpPr txBox="1">
            <a:spLocks/>
          </p:cNvSpPr>
          <p:nvPr/>
        </p:nvSpPr>
        <p:spPr>
          <a:xfrm rot="0">
            <a:off x="5363210" y="229489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2</a:t>
            </a:r>
            <a:r>
              <a:rPr sz="1450" b="0">
                <a:solidFill>
                  <a:srgbClr val="22364B"/>
                </a:solidFill>
                <a:latin typeface="NanumGothic" charset="0"/>
                <a:ea typeface="NanumGothic" charset="0"/>
                <a:sym typeface="나눔고딕" charset="0"/>
              </a:rPr>
              <a:t>세대</a:t>
            </a:r>
            <a:endParaRPr lang="ko-KR" altLang="en-US" sz="1450" b="0">
              <a:solidFill>
                <a:srgbClr val="22364B"/>
              </a:solidFill>
              <a:latin typeface="NanumGothic" charset="0"/>
              <a:ea typeface="NanumGothic" charset="0"/>
              <a:sym typeface="나눔고딕" charset="0"/>
            </a:endParaRPr>
          </a:p>
        </p:txBody>
      </p:sp>
      <p:sp>
        <p:nvSpPr>
          <p:cNvPr id="22" name="Rect 0"/>
          <p:cNvSpPr>
            <a:spLocks/>
          </p:cNvSpPr>
          <p:nvPr/>
        </p:nvSpPr>
        <p:spPr>
          <a:xfrm rot="0">
            <a:off x="7865745" y="2194560"/>
            <a:ext cx="3793490"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3" name="Rect 0"/>
          <p:cNvSpPr txBox="1">
            <a:spLocks/>
          </p:cNvSpPr>
          <p:nvPr/>
        </p:nvSpPr>
        <p:spPr>
          <a:xfrm rot="0">
            <a:off x="7984490" y="2294890"/>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3</a:t>
            </a:r>
            <a:r>
              <a:rPr sz="1450" b="0">
                <a:solidFill>
                  <a:srgbClr val="22364B"/>
                </a:solidFill>
                <a:latin typeface="NanumGothic" charset="0"/>
                <a:ea typeface="NanumGothic" charset="0"/>
                <a:sym typeface="나눔고딕" charset="0"/>
              </a:rPr>
              <a:t>세대</a:t>
            </a:r>
            <a:r>
              <a:rPr sz="1450" b="0">
                <a:solidFill>
                  <a:srgbClr val="22364B"/>
                </a:solidFill>
                <a:latin typeface="Poppins" charset="0"/>
                <a:ea typeface="Poppins" charset="0"/>
                <a:sym typeface="나눔고딕" charset="0"/>
              </a:rPr>
              <a:t> · Transformer </a:t>
            </a:r>
            <a:r>
              <a:rPr sz="1450" b="0">
                <a:solidFill>
                  <a:srgbClr val="22364B"/>
                </a:solidFill>
                <a:latin typeface="NanumGothic" charset="0"/>
                <a:ea typeface="NanumGothic" charset="0"/>
                <a:sym typeface="나눔고딕" charset="0"/>
              </a:rPr>
              <a:t>지원</a:t>
            </a:r>
            <a:endParaRPr lang="ko-KR" altLang="en-US" sz="1450" b="0">
              <a:solidFill>
                <a:srgbClr val="22364B"/>
              </a:solidFill>
              <a:latin typeface="NanumGothic" charset="0"/>
              <a:ea typeface="NanumGothic" charset="0"/>
              <a:sym typeface="나눔고딕" charset="0"/>
            </a:endParaRPr>
          </a:p>
        </p:txBody>
      </p:sp>
      <p:sp>
        <p:nvSpPr>
          <p:cNvPr id="24" name="Rect 0"/>
          <p:cNvSpPr>
            <a:spLocks/>
          </p:cNvSpPr>
          <p:nvPr/>
        </p:nvSpPr>
        <p:spPr>
          <a:xfrm rot="0">
            <a:off x="502920" y="2587625"/>
            <a:ext cx="212026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5" name="Rect 0"/>
          <p:cNvSpPr txBox="1">
            <a:spLocks/>
          </p:cNvSpPr>
          <p:nvPr/>
        </p:nvSpPr>
        <p:spPr>
          <a:xfrm>
            <a:off x="621665" y="2688590"/>
            <a:ext cx="1892300"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Poppins" charset="0"/>
                <a:ea typeface="Poppins" charset="0"/>
              </a:rPr>
              <a:t>MAC</a:t>
            </a:r>
            <a:r>
              <a:rPr sz="1450" b="0">
                <a:solidFill>
                  <a:srgbClr val="22364B"/>
                </a:solidFill>
                <a:latin typeface="Poppins" charset="0"/>
                <a:ea typeface="Poppins" charset="0"/>
              </a:rPr>
              <a:t> Scale</a:t>
            </a:r>
            <a:endParaRPr lang="ko-KR" altLang="en-US" sz="1450" b="0">
              <a:solidFill>
                <a:srgbClr val="22364B"/>
              </a:solidFill>
              <a:latin typeface="Poppins" charset="0"/>
              <a:ea typeface="Poppins" charset="0"/>
            </a:endParaRPr>
          </a:p>
        </p:txBody>
      </p:sp>
      <p:sp>
        <p:nvSpPr>
          <p:cNvPr id="26" name="Rect 0"/>
          <p:cNvSpPr>
            <a:spLocks/>
          </p:cNvSpPr>
          <p:nvPr/>
        </p:nvSpPr>
        <p:spPr>
          <a:xfrm rot="0">
            <a:off x="2622550" y="2587625"/>
            <a:ext cx="262191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7" name="Rect 0"/>
          <p:cNvSpPr txBox="1">
            <a:spLocks/>
          </p:cNvSpPr>
          <p:nvPr/>
        </p:nvSpPr>
        <p:spPr>
          <a:xfrm rot="0">
            <a:off x="2741295" y="268859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32 · 64 · 128 · 256</a:t>
            </a:r>
            <a:endParaRPr lang="ko-KR" altLang="en-US" sz="1450" b="0">
              <a:solidFill>
                <a:srgbClr val="22364B"/>
              </a:solidFill>
              <a:latin typeface="Poppins" charset="0"/>
              <a:ea typeface="Poppins" charset="0"/>
              <a:sym typeface="나눔고딕" charset="0"/>
            </a:endParaRPr>
          </a:p>
        </p:txBody>
      </p:sp>
      <p:sp>
        <p:nvSpPr>
          <p:cNvPr id="28" name="Rect 0"/>
          <p:cNvSpPr>
            <a:spLocks/>
          </p:cNvSpPr>
          <p:nvPr/>
        </p:nvSpPr>
        <p:spPr>
          <a:xfrm rot="0">
            <a:off x="5243830" y="2587625"/>
            <a:ext cx="262191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9" name="Rect 0"/>
          <p:cNvSpPr txBox="1">
            <a:spLocks/>
          </p:cNvSpPr>
          <p:nvPr/>
        </p:nvSpPr>
        <p:spPr>
          <a:xfrm rot="0">
            <a:off x="5363210" y="268859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256 · 512</a:t>
            </a:r>
            <a:endParaRPr lang="ko-KR" altLang="en-US" sz="1450" b="0">
              <a:solidFill>
                <a:srgbClr val="22364B"/>
              </a:solidFill>
              <a:latin typeface="Poppins" charset="0"/>
              <a:ea typeface="Poppins" charset="0"/>
              <a:sym typeface="나눔고딕" charset="0"/>
            </a:endParaRPr>
          </a:p>
        </p:txBody>
      </p:sp>
      <p:sp>
        <p:nvSpPr>
          <p:cNvPr id="30" name="Rect 0"/>
          <p:cNvSpPr>
            <a:spLocks/>
          </p:cNvSpPr>
          <p:nvPr/>
        </p:nvSpPr>
        <p:spPr>
          <a:xfrm rot="0">
            <a:off x="7865745" y="2587625"/>
            <a:ext cx="3793490"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1" name="Rect 0"/>
          <p:cNvSpPr txBox="1">
            <a:spLocks/>
          </p:cNvSpPr>
          <p:nvPr/>
        </p:nvSpPr>
        <p:spPr>
          <a:xfrm rot="0">
            <a:off x="7984490" y="2688590"/>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128 · 256 · 512 · 1024 · 2048</a:t>
            </a:r>
            <a:endParaRPr lang="ko-KR" altLang="en-US" sz="1450" b="0">
              <a:solidFill>
                <a:srgbClr val="22364B"/>
              </a:solidFill>
              <a:latin typeface="Poppins" charset="0"/>
              <a:ea typeface="Poppins" charset="0"/>
              <a:sym typeface="나눔고딕" charset="0"/>
            </a:endParaRPr>
          </a:p>
        </p:txBody>
      </p:sp>
      <p:sp>
        <p:nvSpPr>
          <p:cNvPr id="32" name="Rect 0"/>
          <p:cNvSpPr>
            <a:spLocks/>
          </p:cNvSpPr>
          <p:nvPr/>
        </p:nvSpPr>
        <p:spPr>
          <a:xfrm rot="0">
            <a:off x="502920" y="2980690"/>
            <a:ext cx="212026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3" name="Rect 0"/>
          <p:cNvSpPr txBox="1">
            <a:spLocks/>
          </p:cNvSpPr>
          <p:nvPr/>
        </p:nvSpPr>
        <p:spPr>
          <a:xfrm>
            <a:off x="621665" y="3081655"/>
            <a:ext cx="1892300"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NanumGothic" charset="0"/>
                <a:ea typeface="NanumGothic" charset="0"/>
              </a:rPr>
              <a:t>성능</a:t>
            </a:r>
            <a:r>
              <a:rPr sz="1450" b="0">
                <a:solidFill>
                  <a:srgbClr val="22364B"/>
                </a:solidFill>
                <a:latin typeface="Poppins" charset="0"/>
                <a:ea typeface="Poppins" charset="0"/>
              </a:rPr>
              <a:t>*</a:t>
            </a:r>
            <a:endParaRPr lang="ko-KR" altLang="en-US" sz="1450" b="0">
              <a:solidFill>
                <a:srgbClr val="22364B"/>
              </a:solidFill>
              <a:latin typeface="Poppins" charset="0"/>
              <a:ea typeface="Poppins" charset="0"/>
            </a:endParaRPr>
          </a:p>
        </p:txBody>
      </p:sp>
      <p:sp>
        <p:nvSpPr>
          <p:cNvPr id="34" name="Rect 0"/>
          <p:cNvSpPr>
            <a:spLocks/>
          </p:cNvSpPr>
          <p:nvPr/>
        </p:nvSpPr>
        <p:spPr>
          <a:xfrm rot="0">
            <a:off x="2622550" y="2980690"/>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5" name="Rect 0"/>
          <p:cNvSpPr txBox="1">
            <a:spLocks/>
          </p:cNvSpPr>
          <p:nvPr/>
        </p:nvSpPr>
        <p:spPr>
          <a:xfrm>
            <a:off x="2741295" y="3081655"/>
            <a:ext cx="2393950"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Poppins" charset="0"/>
                <a:ea typeface="Poppins" charset="0"/>
              </a:rPr>
              <a:t>64</a:t>
            </a:r>
            <a:r>
              <a:rPr sz="1450" b="0">
                <a:solidFill>
                  <a:srgbClr val="22364B"/>
                </a:solidFill>
                <a:latin typeface="Poppins" charset="0"/>
                <a:ea typeface="Poppins" charset="0"/>
              </a:rPr>
              <a:t>~</a:t>
            </a:r>
            <a:r>
              <a:rPr sz="1450" b="0">
                <a:solidFill>
                  <a:srgbClr val="22364B"/>
                </a:solidFill>
                <a:latin typeface="Poppins" charset="0"/>
                <a:ea typeface="Poppins" charset="0"/>
              </a:rPr>
              <a:t>512 GOP/s</a:t>
            </a:r>
            <a:endParaRPr lang="ko-KR" altLang="en-US" sz="1450" b="0">
              <a:solidFill>
                <a:srgbClr val="22364B"/>
              </a:solidFill>
              <a:latin typeface="Poppins" charset="0"/>
              <a:ea typeface="Poppins" charset="0"/>
            </a:endParaRPr>
          </a:p>
        </p:txBody>
      </p:sp>
      <p:sp>
        <p:nvSpPr>
          <p:cNvPr id="36" name="Rect 0"/>
          <p:cNvSpPr>
            <a:spLocks/>
          </p:cNvSpPr>
          <p:nvPr/>
        </p:nvSpPr>
        <p:spPr>
          <a:xfrm rot="0">
            <a:off x="5243830" y="2980690"/>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7" name="Rect 0"/>
          <p:cNvSpPr txBox="1">
            <a:spLocks/>
          </p:cNvSpPr>
          <p:nvPr/>
        </p:nvSpPr>
        <p:spPr>
          <a:xfrm>
            <a:off x="5363210" y="3081655"/>
            <a:ext cx="2393950"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Poppins" charset="0"/>
                <a:ea typeface="Poppins" charset="0"/>
              </a:rPr>
              <a:t>512 GOP/s</a:t>
            </a:r>
            <a:r>
              <a:rPr sz="1450" b="0">
                <a:solidFill>
                  <a:srgbClr val="22364B"/>
                </a:solidFill>
                <a:latin typeface="Poppins" charset="0"/>
                <a:ea typeface="Poppins" charset="0"/>
              </a:rPr>
              <a:t>~</a:t>
            </a:r>
            <a:r>
              <a:rPr sz="1450" b="0">
                <a:solidFill>
                  <a:srgbClr val="22364B"/>
                </a:solidFill>
                <a:latin typeface="Poppins" charset="0"/>
                <a:ea typeface="Poppins" charset="0"/>
              </a:rPr>
              <a:t>1 TOP/s</a:t>
            </a:r>
            <a:endParaRPr lang="ko-KR" altLang="en-US" sz="1450" b="0">
              <a:solidFill>
                <a:srgbClr val="22364B"/>
              </a:solidFill>
              <a:latin typeface="Poppins" charset="0"/>
              <a:ea typeface="Poppins" charset="0"/>
            </a:endParaRPr>
          </a:p>
        </p:txBody>
      </p:sp>
      <p:sp>
        <p:nvSpPr>
          <p:cNvPr id="38" name="Rect 0"/>
          <p:cNvSpPr>
            <a:spLocks/>
          </p:cNvSpPr>
          <p:nvPr/>
        </p:nvSpPr>
        <p:spPr>
          <a:xfrm rot="0">
            <a:off x="7865745" y="2980690"/>
            <a:ext cx="3793490"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9" name="Rect 0"/>
          <p:cNvSpPr txBox="1">
            <a:spLocks/>
          </p:cNvSpPr>
          <p:nvPr/>
        </p:nvSpPr>
        <p:spPr>
          <a:xfrm>
            <a:off x="7984490" y="3081655"/>
            <a:ext cx="3565525" cy="223520"/>
          </a:xfrm>
          <a:prstGeom prst="rect"/>
          <a:noFill/>
        </p:spPr>
        <p:txBody>
          <a:bodyPr wrap="square" lIns="0" tIns="0" rIns="0" bIns="0" numCol="1" vert="horz" anchor="t">
            <a:spAutoFit/>
          </a:bodyPr>
          <a:lstStyle/>
          <a:p>
            <a:pPr marL="0" indent="0" rtl="0" algn="l" defTabSz="914400" eaLnBrk="1" latinLnBrk="0" hangingPunct="1">
              <a:buFontTx/>
              <a:buNone/>
            </a:pPr>
            <a:r>
              <a:rPr sz="1450" b="0">
                <a:solidFill>
                  <a:srgbClr val="22364B"/>
                </a:solidFill>
                <a:latin typeface="Poppins" charset="0"/>
                <a:ea typeface="Poppins" charset="0"/>
              </a:rPr>
              <a:t>256 GOP/s</a:t>
            </a:r>
            <a:r>
              <a:rPr sz="1450" b="0">
                <a:solidFill>
                  <a:srgbClr val="22364B"/>
                </a:solidFill>
                <a:latin typeface="Poppins" charset="0"/>
                <a:ea typeface="Poppins" charset="0"/>
              </a:rPr>
              <a:t>~</a:t>
            </a:r>
            <a:r>
              <a:rPr sz="1450" b="0">
                <a:solidFill>
                  <a:srgbClr val="22364B"/>
                </a:solidFill>
                <a:latin typeface="Poppins" charset="0"/>
                <a:ea typeface="Poppins" charset="0"/>
              </a:rPr>
              <a:t>4 TOP/s</a:t>
            </a:r>
            <a:endParaRPr lang="ko-KR" altLang="en-US" sz="1450" b="0">
              <a:solidFill>
                <a:srgbClr val="22364B"/>
              </a:solidFill>
              <a:latin typeface="Poppins" charset="0"/>
              <a:ea typeface="Poppins" charset="0"/>
            </a:endParaRPr>
          </a:p>
        </p:txBody>
      </p:sp>
      <p:sp>
        <p:nvSpPr>
          <p:cNvPr id="40" name="Rect 0"/>
          <p:cNvSpPr>
            <a:spLocks/>
          </p:cNvSpPr>
          <p:nvPr/>
        </p:nvSpPr>
        <p:spPr>
          <a:xfrm rot="0">
            <a:off x="502920" y="3374390"/>
            <a:ext cx="212026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1" name="Rect 0"/>
          <p:cNvSpPr txBox="1">
            <a:spLocks/>
          </p:cNvSpPr>
          <p:nvPr/>
        </p:nvSpPr>
        <p:spPr>
          <a:xfrm rot="0">
            <a:off x="621665" y="3474720"/>
            <a:ext cx="189166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NanumGothic" charset="0"/>
                <a:ea typeface="NanumGothic" charset="0"/>
                <a:sym typeface="나눔고딕" charset="0"/>
              </a:rPr>
              <a:t>메모리</a:t>
            </a:r>
            <a:r>
              <a:rPr sz="1450" b="0">
                <a:solidFill>
                  <a:srgbClr val="22364B"/>
                </a:solidFill>
                <a:latin typeface="Poppins" charset="0"/>
                <a:ea typeface="Poppins" charset="0"/>
                <a:sym typeface="나눔고딕" charset="0"/>
              </a:rPr>
              <a:t> </a:t>
            </a:r>
            <a:r>
              <a:rPr sz="1450" b="0">
                <a:solidFill>
                  <a:srgbClr val="22364B"/>
                </a:solidFill>
                <a:latin typeface="NanumGothic" charset="0"/>
                <a:ea typeface="NanumGothic" charset="0"/>
                <a:sym typeface="나눔고딕" charset="0"/>
              </a:rPr>
              <a:t>인터페이스</a:t>
            </a:r>
            <a:endParaRPr lang="ko-KR" altLang="en-US" sz="1450" b="0">
              <a:solidFill>
                <a:srgbClr val="22364B"/>
              </a:solidFill>
              <a:latin typeface="NanumGothic" charset="0"/>
              <a:ea typeface="NanumGothic" charset="0"/>
              <a:sym typeface="나눔고딕" charset="0"/>
            </a:endParaRPr>
          </a:p>
        </p:txBody>
      </p:sp>
      <p:sp>
        <p:nvSpPr>
          <p:cNvPr id="42" name="Rect 0"/>
          <p:cNvSpPr>
            <a:spLocks/>
          </p:cNvSpPr>
          <p:nvPr/>
        </p:nvSpPr>
        <p:spPr>
          <a:xfrm rot="0">
            <a:off x="2622550" y="3374390"/>
            <a:ext cx="262191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3" name="Rect 0"/>
          <p:cNvSpPr txBox="1">
            <a:spLocks/>
          </p:cNvSpPr>
          <p:nvPr/>
        </p:nvSpPr>
        <p:spPr>
          <a:xfrm rot="0">
            <a:off x="2741295" y="347472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64-bit AXI × 2</a:t>
            </a:r>
            <a:endParaRPr lang="ko-KR" altLang="en-US" sz="1450" b="0">
              <a:solidFill>
                <a:srgbClr val="22364B"/>
              </a:solidFill>
              <a:latin typeface="Poppins" charset="0"/>
              <a:ea typeface="Poppins" charset="0"/>
              <a:sym typeface="나눔고딕" charset="0"/>
            </a:endParaRPr>
          </a:p>
        </p:txBody>
      </p:sp>
      <p:sp>
        <p:nvSpPr>
          <p:cNvPr id="44" name="Rect 0"/>
          <p:cNvSpPr>
            <a:spLocks/>
          </p:cNvSpPr>
          <p:nvPr/>
        </p:nvSpPr>
        <p:spPr>
          <a:xfrm rot="0">
            <a:off x="5243830" y="3374390"/>
            <a:ext cx="2621915"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5" name="Rect 0"/>
          <p:cNvSpPr txBox="1">
            <a:spLocks/>
          </p:cNvSpPr>
          <p:nvPr/>
        </p:nvSpPr>
        <p:spPr>
          <a:xfrm rot="0">
            <a:off x="5363210" y="3474720"/>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128-bit AXI × 2</a:t>
            </a:r>
            <a:endParaRPr lang="ko-KR" altLang="en-US" sz="1450" b="0">
              <a:solidFill>
                <a:srgbClr val="22364B"/>
              </a:solidFill>
              <a:latin typeface="Poppins" charset="0"/>
              <a:ea typeface="Poppins" charset="0"/>
              <a:sym typeface="나눔고딕" charset="0"/>
            </a:endParaRPr>
          </a:p>
        </p:txBody>
      </p:sp>
      <p:sp>
        <p:nvSpPr>
          <p:cNvPr id="46" name="Rect 0"/>
          <p:cNvSpPr>
            <a:spLocks/>
          </p:cNvSpPr>
          <p:nvPr/>
        </p:nvSpPr>
        <p:spPr>
          <a:xfrm rot="0">
            <a:off x="7865745" y="3374390"/>
            <a:ext cx="3793490" cy="39370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7" name="Rect 0"/>
          <p:cNvSpPr txBox="1">
            <a:spLocks/>
          </p:cNvSpPr>
          <p:nvPr/>
        </p:nvSpPr>
        <p:spPr>
          <a:xfrm rot="0">
            <a:off x="7984490" y="3474720"/>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128-bit AXI </a:t>
            </a:r>
            <a:r>
              <a:rPr sz="1450" b="0">
                <a:solidFill>
                  <a:srgbClr val="22364B"/>
                </a:solidFill>
                <a:latin typeface="NanumGothic" charset="0"/>
                <a:ea typeface="NanumGothic" charset="0"/>
                <a:sym typeface="나눔고딕" charset="0"/>
              </a:rPr>
              <a:t>최대</a:t>
            </a:r>
            <a:r>
              <a:rPr sz="1450" b="0">
                <a:solidFill>
                  <a:srgbClr val="22364B"/>
                </a:solidFill>
                <a:latin typeface="Poppins" charset="0"/>
                <a:ea typeface="Poppins" charset="0"/>
                <a:sym typeface="나눔고딕" charset="0"/>
              </a:rPr>
              <a:t> 6</a:t>
            </a:r>
            <a:r>
              <a:rPr sz="1450" b="0">
                <a:solidFill>
                  <a:srgbClr val="22364B"/>
                </a:solidFill>
                <a:latin typeface="NanumGothic" charset="0"/>
                <a:ea typeface="NanumGothic" charset="0"/>
                <a:sym typeface="나눔고딕" charset="0"/>
              </a:rPr>
              <a:t>포트</a:t>
            </a:r>
            <a:endParaRPr lang="ko-KR" altLang="en-US" sz="1450" b="0">
              <a:solidFill>
                <a:srgbClr val="22364B"/>
              </a:solidFill>
              <a:latin typeface="NanumGothic" charset="0"/>
              <a:ea typeface="NanumGothic" charset="0"/>
              <a:sym typeface="나눔고딕" charset="0"/>
            </a:endParaRPr>
          </a:p>
        </p:txBody>
      </p:sp>
      <p:sp>
        <p:nvSpPr>
          <p:cNvPr id="48" name="Rect 0"/>
          <p:cNvSpPr>
            <a:spLocks/>
          </p:cNvSpPr>
          <p:nvPr/>
        </p:nvSpPr>
        <p:spPr>
          <a:xfrm rot="0">
            <a:off x="502920" y="3767455"/>
            <a:ext cx="212026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9" name="Rect 0"/>
          <p:cNvSpPr txBox="1">
            <a:spLocks/>
          </p:cNvSpPr>
          <p:nvPr/>
        </p:nvSpPr>
        <p:spPr>
          <a:xfrm rot="0">
            <a:off x="621665" y="3867785"/>
            <a:ext cx="189166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NanumGothic" charset="0"/>
                <a:ea typeface="NanumGothic" charset="0"/>
                <a:sym typeface="나눔고딕" charset="0"/>
              </a:rPr>
              <a:t>대표</a:t>
            </a:r>
            <a:r>
              <a:rPr sz="1450" b="0">
                <a:solidFill>
                  <a:srgbClr val="22364B"/>
                </a:solidFill>
                <a:latin typeface="Poppins" charset="0"/>
                <a:ea typeface="Poppins" charset="0"/>
                <a:sym typeface="나눔고딕" charset="0"/>
              </a:rPr>
              <a:t> </a:t>
            </a:r>
            <a:r>
              <a:rPr sz="1450" b="0">
                <a:solidFill>
                  <a:srgbClr val="22364B"/>
                </a:solidFill>
                <a:latin typeface="NanumGothic" charset="0"/>
                <a:ea typeface="NanumGothic" charset="0"/>
                <a:sym typeface="나눔고딕" charset="0"/>
              </a:rPr>
              <a:t>호스트</a:t>
            </a:r>
            <a:endParaRPr lang="ko-KR" altLang="en-US" sz="1450" b="0">
              <a:solidFill>
                <a:srgbClr val="22364B"/>
              </a:solidFill>
              <a:latin typeface="NanumGothic" charset="0"/>
              <a:ea typeface="NanumGothic" charset="0"/>
              <a:sym typeface="나눔고딕" charset="0"/>
            </a:endParaRPr>
          </a:p>
        </p:txBody>
      </p:sp>
      <p:sp>
        <p:nvSpPr>
          <p:cNvPr id="50" name="Rect 0"/>
          <p:cNvSpPr>
            <a:spLocks/>
          </p:cNvSpPr>
          <p:nvPr/>
        </p:nvSpPr>
        <p:spPr>
          <a:xfrm rot="0">
            <a:off x="2622550" y="3767455"/>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1" name="Rect 0"/>
          <p:cNvSpPr txBox="1">
            <a:spLocks/>
          </p:cNvSpPr>
          <p:nvPr/>
        </p:nvSpPr>
        <p:spPr>
          <a:xfrm rot="0">
            <a:off x="2741295" y="3867785"/>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Cortex-M55 / M7</a:t>
            </a:r>
            <a:endParaRPr lang="ko-KR" altLang="en-US" sz="1450" b="0">
              <a:solidFill>
                <a:srgbClr val="22364B"/>
              </a:solidFill>
              <a:latin typeface="Poppins" charset="0"/>
              <a:ea typeface="Poppins" charset="0"/>
              <a:sym typeface="나눔고딕" charset="0"/>
            </a:endParaRPr>
          </a:p>
        </p:txBody>
      </p:sp>
      <p:sp>
        <p:nvSpPr>
          <p:cNvPr id="52" name="Rect 0"/>
          <p:cNvSpPr>
            <a:spLocks/>
          </p:cNvSpPr>
          <p:nvPr/>
        </p:nvSpPr>
        <p:spPr>
          <a:xfrm rot="0">
            <a:off x="5243830" y="3767455"/>
            <a:ext cx="2621915"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3" name="Rect 0"/>
          <p:cNvSpPr txBox="1">
            <a:spLocks/>
          </p:cNvSpPr>
          <p:nvPr/>
        </p:nvSpPr>
        <p:spPr>
          <a:xfrm rot="0">
            <a:off x="5363210" y="3867785"/>
            <a:ext cx="2393315"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Cortex-M55 / M7</a:t>
            </a:r>
            <a:endParaRPr lang="ko-KR" altLang="en-US" sz="1450" b="0">
              <a:solidFill>
                <a:srgbClr val="22364B"/>
              </a:solidFill>
              <a:latin typeface="Poppins" charset="0"/>
              <a:ea typeface="Poppins" charset="0"/>
              <a:sym typeface="나눔고딕" charset="0"/>
            </a:endParaRPr>
          </a:p>
        </p:txBody>
      </p:sp>
      <p:sp>
        <p:nvSpPr>
          <p:cNvPr id="54" name="Rect 0"/>
          <p:cNvSpPr>
            <a:spLocks/>
          </p:cNvSpPr>
          <p:nvPr/>
        </p:nvSpPr>
        <p:spPr>
          <a:xfrm rot="0">
            <a:off x="7865745" y="3767455"/>
            <a:ext cx="3793490" cy="39370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5" name="Rect 0"/>
          <p:cNvSpPr txBox="1">
            <a:spLocks/>
          </p:cNvSpPr>
          <p:nvPr/>
        </p:nvSpPr>
        <p:spPr>
          <a:xfrm rot="0">
            <a:off x="7984490" y="3867785"/>
            <a:ext cx="3564890" cy="274955"/>
          </a:xfrm>
          <a:prstGeom prst="rect"/>
          <a:noFill/>
        </p:spPr>
        <p:txBody>
          <a:bodyPr wrap="square" lIns="0" tIns="0" rIns="0" bIns="0" vert="horz" anchor="t">
            <a:spAutoFit/>
          </a:bodyPr>
          <a:lstStyle/>
          <a:p>
            <a:pPr marL="0" indent="0" rtl="0" algn="l" defTabSz="914400" eaLnBrk="1" latinLnBrk="0" hangingPunct="1">
              <a:buFontTx/>
              <a:buNone/>
            </a:pPr>
            <a:r>
              <a:rPr sz="1450" b="0">
                <a:solidFill>
                  <a:srgbClr val="22364B"/>
                </a:solidFill>
                <a:latin typeface="Poppins" charset="0"/>
                <a:ea typeface="Poppins" charset="0"/>
                <a:sym typeface="나눔고딕" charset="0"/>
              </a:rPr>
              <a:t>Cortex-M85 (+ Cortex-A)</a:t>
            </a:r>
            <a:endParaRPr lang="ko-KR" altLang="en-US" sz="1450" b="0">
              <a:solidFill>
                <a:srgbClr val="22364B"/>
              </a:solidFill>
              <a:latin typeface="Poppins" charset="0"/>
              <a:ea typeface="Poppins" charset="0"/>
              <a:sym typeface="나눔고딕" charset="0"/>
            </a:endParaRPr>
          </a:p>
        </p:txBody>
      </p:sp>
      <p:sp>
        <p:nvSpPr>
          <p:cNvPr id="56" name="Rect 0"/>
          <p:cNvSpPr txBox="1">
            <a:spLocks/>
          </p:cNvSpPr>
          <p:nvPr/>
        </p:nvSpPr>
        <p:spPr>
          <a:xfrm>
            <a:off x="612775" y="4215130"/>
            <a:ext cx="10974070" cy="193040"/>
          </a:xfrm>
          <a:prstGeom prst="rect"/>
          <a:noFill/>
        </p:spPr>
        <p:txBody>
          <a:bodyPr wrap="square" lIns="0" tIns="0" rIns="0" bIns="0" numCol="1" vert="horz" anchor="t">
            <a:spAutoFit/>
          </a:bodyPr>
          <a:lstStyle/>
          <a:p>
            <a:pPr marL="0" indent="0" rtl="0" algn="l" defTabSz="914400" eaLnBrk="1" latinLnBrk="0" hangingPunct="1">
              <a:buFontTx/>
              <a:buNone/>
            </a:pPr>
            <a:r>
              <a:rPr sz="1250" b="0">
                <a:solidFill>
                  <a:srgbClr val="566577"/>
                </a:solidFill>
                <a:latin typeface="Poppins" charset="0"/>
                <a:ea typeface="Poppins" charset="0"/>
              </a:rPr>
              <a:t>*</a:t>
            </a:r>
            <a:r>
              <a:rPr sz="1250" b="0">
                <a:solidFill>
                  <a:srgbClr val="566577"/>
                </a:solidFill>
                <a:latin typeface="Poppins" charset="0"/>
                <a:ea typeface="Poppins" charset="0"/>
              </a:rPr>
              <a:t>1 GHz </a:t>
            </a:r>
            <a:r>
              <a:rPr sz="1250" b="0">
                <a:solidFill>
                  <a:srgbClr val="566577"/>
                </a:solidFill>
                <a:latin typeface="NanumGothic" charset="0"/>
                <a:ea typeface="NanumGothic" charset="0"/>
              </a:rPr>
              <a:t>기</a:t>
            </a:r>
            <a:r>
              <a:rPr sz="1250" b="0">
                <a:solidFill>
                  <a:srgbClr val="566577"/>
                </a:solidFill>
                <a:latin typeface="NanumGothic" charset="0"/>
                <a:ea typeface="NanumGothic" charset="0"/>
              </a:rPr>
              <a:t>준, </a:t>
            </a:r>
            <a:r>
              <a:rPr sz="1250" b="0">
                <a:solidFill>
                  <a:srgbClr val="566577"/>
                </a:solidFill>
                <a:latin typeface="NanumGothic" charset="0"/>
                <a:ea typeface="NanumGothic" charset="0"/>
              </a:rPr>
              <a:t>ARM에서 제공하는 Product Spec</a:t>
            </a:r>
            <a:endParaRPr lang="ko-KR" altLang="en-US" sz="1250" b="0">
              <a:solidFill>
                <a:srgbClr val="566577"/>
              </a:solidFill>
              <a:latin typeface="NanumGothic" charset="0"/>
              <a:ea typeface="NanumGothic" charset="0"/>
            </a:endParaRPr>
          </a:p>
        </p:txBody>
      </p:sp>
      <p:sp>
        <p:nvSpPr>
          <p:cNvPr id="57" name="Rect 0"/>
          <p:cNvSpPr>
            <a:spLocks/>
          </p:cNvSpPr>
          <p:nvPr/>
        </p:nvSpPr>
        <p:spPr>
          <a:xfrm rot="0">
            <a:off x="502920" y="4572000"/>
            <a:ext cx="3658870" cy="106172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58" name="Rect 0"/>
          <p:cNvSpPr txBox="1">
            <a:spLocks/>
          </p:cNvSpPr>
          <p:nvPr/>
        </p:nvSpPr>
        <p:spPr>
          <a:xfrm rot="0">
            <a:off x="631190" y="4672330"/>
            <a:ext cx="3402330" cy="274955"/>
          </a:xfrm>
          <a:prstGeom prst="rect"/>
          <a:noFill/>
        </p:spPr>
        <p:txBody>
          <a:bodyPr wrap="square" lIns="0" tIns="0" rIns="0" bIns="0" vert="horz" anchor="t">
            <a:spAutoFit/>
          </a:bodyPr>
          <a:lstStyle/>
          <a:p>
            <a:pPr marL="0" indent="0" rtl="0" algn="l" defTabSz="914400" eaLnBrk="1" latinLnBrk="0" hangingPunct="1">
              <a:buFontTx/>
              <a:buNone/>
            </a:pPr>
            <a:r>
              <a:rPr sz="1700" b="1">
                <a:solidFill>
                  <a:srgbClr val="13366B"/>
                </a:solidFill>
                <a:latin typeface="NanumGothic" charset="0"/>
                <a:ea typeface="NanumGothic" charset="0"/>
                <a:sym typeface="나눔고딕" charset="0"/>
              </a:rPr>
              <a:t>데이터</a:t>
            </a:r>
            <a:r>
              <a:rPr sz="1700" b="1">
                <a:solidFill>
                  <a:srgbClr val="13366B"/>
                </a:solidFill>
                <a:latin typeface="Poppins" charset="0"/>
                <a:ea typeface="Poppins" charset="0"/>
                <a:sym typeface="나눔고딕" charset="0"/>
              </a:rPr>
              <a:t> </a:t>
            </a:r>
            <a:r>
              <a:rPr sz="1700" b="1">
                <a:solidFill>
                  <a:srgbClr val="13366B"/>
                </a:solidFill>
                <a:latin typeface="NanumGothic" charset="0"/>
                <a:ea typeface="NanumGothic" charset="0"/>
                <a:sym typeface="나눔고딕" charset="0"/>
              </a:rPr>
              <a:t>형식</a:t>
            </a:r>
            <a:endParaRPr lang="ko-KR" altLang="en-US" sz="1700" b="1">
              <a:solidFill>
                <a:srgbClr val="13366B"/>
              </a:solidFill>
              <a:latin typeface="NanumGothic" charset="0"/>
              <a:ea typeface="NanumGothic" charset="0"/>
              <a:sym typeface="나눔고딕" charset="0"/>
            </a:endParaRPr>
          </a:p>
        </p:txBody>
      </p:sp>
      <p:sp>
        <p:nvSpPr>
          <p:cNvPr id="59" name="Rect 0"/>
          <p:cNvSpPr txBox="1">
            <a:spLocks/>
          </p:cNvSpPr>
          <p:nvPr/>
        </p:nvSpPr>
        <p:spPr>
          <a:xfrm>
            <a:off x="631190" y="5020310"/>
            <a:ext cx="3402965" cy="577850"/>
          </a:xfrm>
          <a:prstGeom prst="rect"/>
          <a:noFill/>
        </p:spPr>
        <p:txBody>
          <a:bodyPr wrap="square" lIns="0" tIns="0" rIns="0" bIns="0" numCol="1" vert="horz" anchor="t">
            <a:spAutoFit/>
          </a:bodyPr>
          <a:lstStyle/>
          <a:p>
            <a:pPr marL="0" indent="0" rtl="0" algn="l" defTabSz="914400" eaLnBrk="1" latinLnBrk="0" hangingPunct="1">
              <a:buFontTx/>
              <a:buNone/>
            </a:pPr>
            <a:r>
              <a:rPr sz="1250" b="0">
                <a:solidFill>
                  <a:srgbClr val="22364B"/>
                </a:solidFill>
                <a:latin typeface="Poppins" charset="0"/>
                <a:ea typeface="Poppins" charset="0"/>
              </a:rPr>
              <a:t>INT8</a:t>
            </a:r>
            <a:r>
              <a:rPr sz="1250" b="0">
                <a:solidFill>
                  <a:srgbClr val="22364B"/>
                </a:solidFill>
                <a:latin typeface="Poppins" charset="0"/>
                <a:ea typeface="Poppins" charset="0"/>
              </a:rPr>
              <a:t>/INT16</a:t>
            </a:r>
            <a:r>
              <a:rPr sz="1250" b="0">
                <a:solidFill>
                  <a:srgbClr val="22364B"/>
                </a:solidFill>
                <a:latin typeface="Poppins" charset="0"/>
                <a:ea typeface="Poppins" charset="0"/>
              </a:rPr>
              <a:t> 정수형 Format 지원</a:t>
            </a:r>
            <a:endParaRPr lang="ko-KR" altLang="en-US" sz="1250" b="0">
              <a:solidFill>
                <a:srgbClr val="22364B"/>
              </a:solidFill>
              <a:latin typeface="NanumGothic" charset="0"/>
              <a:ea typeface="NanumGothic" charset="0"/>
            </a:endParaRPr>
          </a:p>
          <a:p>
            <a:pPr marL="0" indent="0" rtl="0" algn="l" defTabSz="914400" eaLnBrk="1" latinLnBrk="0" hangingPunct="1">
              <a:buFontTx/>
              <a:buNone/>
            </a:pPr>
            <a:r>
              <a:rPr sz="1250" b="0">
                <a:solidFill>
                  <a:srgbClr val="22364B"/>
                </a:solidFill>
                <a:latin typeface="NanumGothic" charset="0"/>
                <a:ea typeface="NanumGothic" charset="0"/>
              </a:rPr>
              <a:t>전용 ML Compiler에서 명령어 및 가중치 Compile</a:t>
            </a:r>
            <a:endParaRPr lang="ko-KR" altLang="en-US" sz="1250" b="0">
              <a:solidFill>
                <a:srgbClr val="22364B"/>
              </a:solidFill>
              <a:latin typeface="NanumGothic" charset="0"/>
              <a:ea typeface="NanumGothic" charset="0"/>
            </a:endParaRPr>
          </a:p>
        </p:txBody>
      </p:sp>
      <p:sp>
        <p:nvSpPr>
          <p:cNvPr id="60" name="Rect 0"/>
          <p:cNvSpPr>
            <a:spLocks/>
          </p:cNvSpPr>
          <p:nvPr/>
        </p:nvSpPr>
        <p:spPr>
          <a:xfrm rot="0">
            <a:off x="4343400" y="4572000"/>
            <a:ext cx="3658235" cy="10610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1" name="Rect 0"/>
          <p:cNvSpPr txBox="1">
            <a:spLocks/>
          </p:cNvSpPr>
          <p:nvPr/>
        </p:nvSpPr>
        <p:spPr>
          <a:xfrm>
            <a:off x="4471670" y="4672330"/>
            <a:ext cx="3402965" cy="262255"/>
          </a:xfrm>
          <a:prstGeom prst="rect"/>
          <a:noFill/>
        </p:spPr>
        <p:txBody>
          <a:bodyPr wrap="square" lIns="0" tIns="0" rIns="0" bIns="0" numCol="1" vert="horz" anchor="t">
            <a:spAutoFit/>
          </a:bodyPr>
          <a:lstStyle/>
          <a:p>
            <a:pPr marL="0" indent="0" rtl="0" algn="l" defTabSz="914400" eaLnBrk="1" latinLnBrk="0" hangingPunct="1">
              <a:buFontTx/>
              <a:buNone/>
            </a:pPr>
            <a:r>
              <a:rPr sz="1700" b="1">
                <a:solidFill>
                  <a:srgbClr val="13366B"/>
                </a:solidFill>
                <a:latin typeface="NanumGothic" charset="0"/>
                <a:ea typeface="NanumGothic" charset="0"/>
              </a:rPr>
              <a:t>FVP에서 측정할 </a:t>
            </a:r>
            <a:r>
              <a:rPr sz="1700" b="1">
                <a:solidFill>
                  <a:srgbClr val="13366B"/>
                </a:solidFill>
                <a:latin typeface="NanumGothic" charset="0"/>
                <a:ea typeface="NanumGothic" charset="0"/>
              </a:rPr>
              <a:t>시스템</a:t>
            </a:r>
            <a:endParaRPr lang="ko-KR" altLang="en-US" sz="1700" b="1">
              <a:solidFill>
                <a:srgbClr val="13366B"/>
              </a:solidFill>
              <a:latin typeface="NanumGothic" charset="0"/>
              <a:ea typeface="NanumGothic" charset="0"/>
            </a:endParaRPr>
          </a:p>
        </p:txBody>
      </p:sp>
      <p:sp>
        <p:nvSpPr>
          <p:cNvPr id="62" name="Rect 0"/>
          <p:cNvSpPr txBox="1">
            <a:spLocks/>
          </p:cNvSpPr>
          <p:nvPr/>
        </p:nvSpPr>
        <p:spPr>
          <a:xfrm>
            <a:off x="4471670" y="5020310"/>
            <a:ext cx="3402965" cy="577850"/>
          </a:xfrm>
          <a:prstGeom prst="rect"/>
          <a:noFill/>
        </p:spPr>
        <p:txBody>
          <a:bodyPr wrap="square" lIns="0" tIns="0" rIns="0" bIns="0" numCol="1" vert="horz" anchor="t">
            <a:spAutoFit/>
          </a:bodyPr>
          <a:lstStyle/>
          <a:p>
            <a:pPr marL="0" indent="0" rtl="0" algn="l" defTabSz="914400" eaLnBrk="1" latinLnBrk="0" hangingPunct="1">
              <a:buFontTx/>
              <a:buNone/>
            </a:pPr>
            <a:r>
              <a:rPr sz="1250" b="0">
                <a:solidFill>
                  <a:srgbClr val="22364B"/>
                </a:solidFill>
                <a:latin typeface="Poppins" charset="0"/>
                <a:ea typeface="Poppins" charset="0"/>
              </a:rPr>
              <a:t>Corstone-300 / 310 / 315 / 320</a:t>
            </a:r>
            <a:endParaRPr lang="ko-KR" altLang="en-US" sz="1250" b="0">
              <a:solidFill>
                <a:srgbClr val="22364B"/>
              </a:solidFill>
              <a:latin typeface="Poppins" charset="0"/>
              <a:ea typeface="Poppins" charset="0"/>
            </a:endParaRPr>
          </a:p>
          <a:p>
            <a:pPr marL="0" indent="0" rtl="0" algn="l" defTabSz="914400" eaLnBrk="1" latinLnBrk="0" hangingPunct="1">
              <a:buFontTx/>
              <a:buNone/>
            </a:pPr>
            <a:r>
              <a:rPr sz="1250" b="0">
                <a:solidFill>
                  <a:srgbClr val="22364B"/>
                </a:solidFill>
                <a:latin typeface="Poppins" charset="0"/>
                <a:ea typeface="Poppins" charset="0"/>
              </a:rPr>
              <a:t>U55 · U65 · U85 </a:t>
            </a:r>
            <a:r>
              <a:rPr sz="1250" b="0">
                <a:solidFill>
                  <a:srgbClr val="22364B"/>
                </a:solidFill>
                <a:latin typeface="NanumGothic" charset="0"/>
                <a:ea typeface="NanumGothic" charset="0"/>
              </a:rPr>
              <a:t>구성</a:t>
            </a:r>
            <a:r>
              <a:rPr sz="1250" b="0">
                <a:solidFill>
                  <a:srgbClr val="22364B"/>
                </a:solidFill>
                <a:latin typeface="Poppins" charset="0"/>
                <a:ea typeface="Poppins" charset="0"/>
              </a:rPr>
              <a:t> </a:t>
            </a:r>
            <a:r>
              <a:rPr sz="1250" b="0">
                <a:solidFill>
                  <a:srgbClr val="22364B"/>
                </a:solidFill>
                <a:latin typeface="NanumGothic" charset="0"/>
                <a:ea typeface="NanumGothic" charset="0"/>
              </a:rPr>
              <a:t>비교</a:t>
            </a:r>
            <a:endParaRPr lang="ko-KR" altLang="en-US" sz="1250" b="0">
              <a:solidFill>
                <a:srgbClr val="22364B"/>
              </a:solidFill>
              <a:latin typeface="NanumGothic" charset="0"/>
              <a:ea typeface="NanumGothic" charset="0"/>
            </a:endParaRPr>
          </a:p>
          <a:p>
            <a:pPr marL="0" indent="0" rtl="0" algn="l" defTabSz="914400" eaLnBrk="1" latinLnBrk="0" hangingPunct="1">
              <a:buFontTx/>
              <a:buNone/>
            </a:pPr>
            <a:r>
              <a:rPr sz="1250" b="0">
                <a:solidFill>
                  <a:srgbClr val="22364B"/>
                </a:solidFill>
                <a:latin typeface="Poppins" charset="0"/>
                <a:ea typeface="Poppins" charset="0"/>
              </a:rPr>
              <a:t>Fast Models</a:t>
            </a:r>
            <a:r>
              <a:rPr sz="1250" b="0">
                <a:solidFill>
                  <a:srgbClr val="22364B"/>
                </a:solidFill>
                <a:latin typeface="Poppins" charset="0"/>
                <a:ea typeface="Poppins" charset="0"/>
              </a:rPr>
              <a:t>(Simulator)</a:t>
            </a:r>
            <a:r>
              <a:rPr sz="1250" b="0">
                <a:solidFill>
                  <a:srgbClr val="22364B"/>
                </a:solidFill>
                <a:latin typeface="Poppins" charset="0"/>
                <a:ea typeface="Poppins" charset="0"/>
              </a:rPr>
              <a:t> FVP </a:t>
            </a:r>
            <a:r>
              <a:rPr sz="1250" b="0">
                <a:solidFill>
                  <a:srgbClr val="22364B"/>
                </a:solidFill>
                <a:latin typeface="NanumGothic" charset="0"/>
                <a:ea typeface="NanumGothic" charset="0"/>
              </a:rPr>
              <a:t>기반</a:t>
            </a:r>
            <a:r>
              <a:rPr sz="1250" b="0">
                <a:solidFill>
                  <a:srgbClr val="22364B"/>
                </a:solidFill>
                <a:latin typeface="Poppins" charset="0"/>
                <a:ea typeface="Poppins" charset="0"/>
              </a:rPr>
              <a:t> </a:t>
            </a:r>
            <a:r>
              <a:rPr sz="1250" b="0">
                <a:solidFill>
                  <a:srgbClr val="22364B"/>
                </a:solidFill>
                <a:latin typeface="NanumGothic" charset="0"/>
                <a:ea typeface="NanumGothic" charset="0"/>
              </a:rPr>
              <a:t>측정</a:t>
            </a:r>
            <a:endParaRPr lang="ko-KR" altLang="en-US" sz="1250" b="0">
              <a:solidFill>
                <a:srgbClr val="22364B"/>
              </a:solidFill>
              <a:latin typeface="NanumGothic" charset="0"/>
              <a:ea typeface="NanumGothic" charset="0"/>
            </a:endParaRPr>
          </a:p>
        </p:txBody>
      </p:sp>
      <p:sp>
        <p:nvSpPr>
          <p:cNvPr id="63" name="Rect 0"/>
          <p:cNvSpPr>
            <a:spLocks/>
          </p:cNvSpPr>
          <p:nvPr/>
        </p:nvSpPr>
        <p:spPr>
          <a:xfrm rot="0">
            <a:off x="8183880" y="4572000"/>
            <a:ext cx="3475355" cy="10610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4" name="Rect 0"/>
          <p:cNvSpPr txBox="1">
            <a:spLocks/>
          </p:cNvSpPr>
          <p:nvPr/>
        </p:nvSpPr>
        <p:spPr>
          <a:xfrm>
            <a:off x="8312150" y="4672330"/>
            <a:ext cx="3220085" cy="262255"/>
          </a:xfrm>
          <a:prstGeom prst="rect"/>
          <a:noFill/>
        </p:spPr>
        <p:txBody>
          <a:bodyPr wrap="square" lIns="0" tIns="0" rIns="0" bIns="0" numCol="1" vert="horz" anchor="t">
            <a:spAutoFit/>
          </a:bodyPr>
          <a:lstStyle/>
          <a:p>
            <a:pPr marL="0" indent="0" rtl="0" algn="l" defTabSz="914400" eaLnBrk="1" latinLnBrk="0" hangingPunct="1">
              <a:buFontTx/>
              <a:buNone/>
            </a:pPr>
            <a:r>
              <a:rPr sz="1700" b="1">
                <a:solidFill>
                  <a:srgbClr val="13366B"/>
                </a:solidFill>
                <a:latin typeface="NanumGothic" charset="0"/>
                <a:ea typeface="NanumGothic" charset="0"/>
              </a:rPr>
              <a:t>적용</a:t>
            </a:r>
            <a:r>
              <a:rPr sz="1700" b="1">
                <a:solidFill>
                  <a:srgbClr val="13366B"/>
                </a:solidFill>
                <a:latin typeface="Poppins" charset="0"/>
                <a:ea typeface="Poppins" charset="0"/>
              </a:rPr>
              <a:t> </a:t>
            </a:r>
            <a:r>
              <a:rPr sz="1700" b="1">
                <a:solidFill>
                  <a:srgbClr val="13366B"/>
                </a:solidFill>
                <a:latin typeface="NanumGothic" charset="0"/>
                <a:ea typeface="NanumGothic" charset="0"/>
              </a:rPr>
              <a:t>분야</a:t>
            </a:r>
            <a:endParaRPr lang="ko-KR" altLang="en-US" sz="1700" b="1">
              <a:solidFill>
                <a:srgbClr val="13366B"/>
              </a:solidFill>
              <a:latin typeface="NanumGothic" charset="0"/>
              <a:ea typeface="NanumGothic" charset="0"/>
            </a:endParaRPr>
          </a:p>
        </p:txBody>
      </p:sp>
      <p:sp>
        <p:nvSpPr>
          <p:cNvPr id="65" name="Rect 0"/>
          <p:cNvSpPr txBox="1">
            <a:spLocks/>
          </p:cNvSpPr>
          <p:nvPr/>
        </p:nvSpPr>
        <p:spPr>
          <a:xfrm>
            <a:off x="8312150" y="5020310"/>
            <a:ext cx="3220085" cy="577850"/>
          </a:xfrm>
          <a:prstGeom prst="rect"/>
          <a:noFill/>
        </p:spPr>
        <p:txBody>
          <a:bodyPr wrap="square" lIns="0" tIns="0" rIns="0" bIns="0" numCol="1" vert="horz" anchor="t">
            <a:spAutoFit/>
          </a:bodyPr>
          <a:lstStyle/>
          <a:p>
            <a:pPr marL="0" indent="0" rtl="0" algn="l" defTabSz="914400" eaLnBrk="1" latinLnBrk="0" hangingPunct="1">
              <a:buFontTx/>
              <a:buNone/>
            </a:pPr>
            <a:r>
              <a:rPr sz="1250" b="0">
                <a:solidFill>
                  <a:srgbClr val="22364B"/>
                </a:solidFill>
                <a:latin typeface="Poppins" charset="0"/>
                <a:ea typeface="Poppins" charset="0"/>
              </a:rPr>
              <a:t>Vision: </a:t>
            </a:r>
            <a:r>
              <a:rPr sz="1250" b="0">
                <a:solidFill>
                  <a:srgbClr val="22364B"/>
                </a:solidFill>
                <a:latin typeface="NanumGothic" charset="0"/>
                <a:ea typeface="NanumGothic" charset="0"/>
              </a:rPr>
              <a:t>분류</a:t>
            </a:r>
            <a:r>
              <a:rPr sz="1250" b="0">
                <a:solidFill>
                  <a:srgbClr val="22364B"/>
                </a:solidFill>
                <a:latin typeface="Poppins" charset="0"/>
                <a:ea typeface="Poppins" charset="0"/>
              </a:rPr>
              <a:t>·</a:t>
            </a:r>
            <a:r>
              <a:rPr sz="1250" b="0">
                <a:solidFill>
                  <a:srgbClr val="22364B"/>
                </a:solidFill>
                <a:latin typeface="NanumGothic" charset="0"/>
                <a:ea typeface="NanumGothic" charset="0"/>
              </a:rPr>
              <a:t>검출</a:t>
            </a:r>
            <a:r>
              <a:rPr sz="1250" b="0">
                <a:solidFill>
                  <a:srgbClr val="22364B"/>
                </a:solidFill>
                <a:latin typeface="Poppins" charset="0"/>
                <a:ea typeface="Poppins" charset="0"/>
              </a:rPr>
              <a:t>·</a:t>
            </a:r>
            <a:r>
              <a:rPr sz="1250" b="0">
                <a:solidFill>
                  <a:srgbClr val="22364B"/>
                </a:solidFill>
                <a:latin typeface="NanumGothic" charset="0"/>
                <a:ea typeface="NanumGothic" charset="0"/>
              </a:rPr>
              <a:t>세그멘테이션</a:t>
            </a:r>
            <a:endParaRPr lang="ko-KR" altLang="en-US" sz="1250" b="0">
              <a:solidFill>
                <a:srgbClr val="22364B"/>
              </a:solidFill>
              <a:latin typeface="NanumGothic" charset="0"/>
              <a:ea typeface="NanumGothic" charset="0"/>
            </a:endParaRPr>
          </a:p>
          <a:p>
            <a:pPr marL="0" indent="0" rtl="0" algn="l" defTabSz="914400" eaLnBrk="1" latinLnBrk="0" hangingPunct="1">
              <a:buFontTx/>
              <a:buNone/>
            </a:pPr>
            <a:r>
              <a:rPr sz="1250" b="0">
                <a:solidFill>
                  <a:srgbClr val="22364B"/>
                </a:solidFill>
                <a:latin typeface="Poppins" charset="0"/>
                <a:ea typeface="Poppins" charset="0"/>
              </a:rPr>
              <a:t>Audio: KWS·</a:t>
            </a:r>
            <a:r>
              <a:rPr sz="1250" b="0">
                <a:solidFill>
                  <a:srgbClr val="22364B"/>
                </a:solidFill>
                <a:latin typeface="NanumGothic" charset="0"/>
                <a:ea typeface="NanumGothic" charset="0"/>
              </a:rPr>
              <a:t>음성</a:t>
            </a:r>
            <a:r>
              <a:rPr sz="1250" b="0">
                <a:solidFill>
                  <a:srgbClr val="22364B"/>
                </a:solidFill>
                <a:latin typeface="Poppins" charset="0"/>
                <a:ea typeface="Poppins" charset="0"/>
              </a:rPr>
              <a:t> </a:t>
            </a:r>
            <a:r>
              <a:rPr sz="1250" b="0">
                <a:solidFill>
                  <a:srgbClr val="22364B"/>
                </a:solidFill>
                <a:latin typeface="NanumGothic" charset="0"/>
                <a:ea typeface="NanumGothic" charset="0"/>
              </a:rPr>
              <a:t>인식</a:t>
            </a:r>
            <a:r>
              <a:rPr sz="1250" b="0">
                <a:solidFill>
                  <a:srgbClr val="22364B"/>
                </a:solidFill>
                <a:latin typeface="Poppins" charset="0"/>
                <a:ea typeface="Poppins" charset="0"/>
              </a:rPr>
              <a:t>·</a:t>
            </a:r>
            <a:r>
              <a:rPr sz="1250" b="0">
                <a:solidFill>
                  <a:srgbClr val="22364B"/>
                </a:solidFill>
                <a:latin typeface="NanumGothic" charset="0"/>
                <a:ea typeface="NanumGothic" charset="0"/>
              </a:rPr>
              <a:t>잡음</a:t>
            </a:r>
            <a:r>
              <a:rPr sz="1250" b="0">
                <a:solidFill>
                  <a:srgbClr val="22364B"/>
                </a:solidFill>
                <a:latin typeface="Poppins" charset="0"/>
                <a:ea typeface="Poppins" charset="0"/>
              </a:rPr>
              <a:t> </a:t>
            </a:r>
            <a:r>
              <a:rPr sz="1250" b="0">
                <a:solidFill>
                  <a:srgbClr val="22364B"/>
                </a:solidFill>
                <a:latin typeface="NanumGothic" charset="0"/>
                <a:ea typeface="NanumGothic" charset="0"/>
              </a:rPr>
              <a:t>억제</a:t>
            </a:r>
            <a:endParaRPr lang="ko-KR" altLang="en-US" sz="1250" b="0">
              <a:solidFill>
                <a:srgbClr val="22364B"/>
              </a:solidFill>
              <a:latin typeface="NanumGothic" charset="0"/>
              <a:ea typeface="NanumGothic" charset="0"/>
            </a:endParaRPr>
          </a:p>
          <a:p>
            <a:pPr marL="0" indent="0" rtl="0" algn="l" defTabSz="914400" eaLnBrk="1" latinLnBrk="0" hangingPunct="1">
              <a:buFontTx/>
              <a:buNone/>
            </a:pPr>
            <a:r>
              <a:rPr sz="1250" b="0">
                <a:solidFill>
                  <a:srgbClr val="22364B"/>
                </a:solidFill>
                <a:latin typeface="Poppins" charset="0"/>
                <a:ea typeface="Poppins" charset="0"/>
              </a:rPr>
              <a:t>TinyML </a:t>
            </a:r>
            <a:r>
              <a:rPr sz="1250" b="0">
                <a:solidFill>
                  <a:srgbClr val="22364B"/>
                </a:solidFill>
                <a:latin typeface="Poppins" charset="0"/>
                <a:ea typeface="Poppins" charset="0"/>
              </a:rPr>
              <a:t>/ </a:t>
            </a:r>
            <a:r>
              <a:rPr sz="1250" b="0">
                <a:solidFill>
                  <a:srgbClr val="22364B"/>
                </a:solidFill>
                <a:latin typeface="Poppins" charset="0"/>
                <a:ea typeface="Poppins" charset="0"/>
              </a:rPr>
              <a:t>Embedded / Edge AI</a:t>
            </a:r>
            <a:endParaRPr lang="ko-KR" altLang="en-US" sz="1250" b="0">
              <a:solidFill>
                <a:srgbClr val="22364B"/>
              </a:solidFill>
              <a:latin typeface="Poppins" charset="0"/>
              <a:ea typeface="Poppins"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Rect 0"/>
          <p:cNvSpPr txBox="1">
            <a:spLocks/>
          </p:cNvSpPr>
          <p:nvPr/>
        </p:nvSpPr>
        <p:spPr>
          <a:xfrm>
            <a:off x="438785" y="274320"/>
            <a:ext cx="10699750" cy="415925"/>
          </a:xfrm>
          <a:prstGeom prst="rect"/>
          <a:noFill/>
        </p:spPr>
        <p:txBody>
          <a:bodyPr wrap="square" lIns="0" tIns="0" rIns="0" bIns="0" numCol="1" vert="horz" anchor="t">
            <a:spAutoFit/>
          </a:bodyPr>
          <a:lstStyle/>
          <a:p>
            <a:pPr marL="0" indent="0" rtl="0" algn="l" defTabSz="914400" eaLnBrk="1" latinLnBrk="0" hangingPunct="1">
              <a:buFontTx/>
              <a:buNone/>
            </a:pPr>
            <a:r>
              <a:rPr sz="2700" b="1">
                <a:solidFill>
                  <a:srgbClr val="FFFFFF"/>
                </a:solidFill>
                <a:latin typeface="Poppins" charset="0"/>
                <a:ea typeface="Poppins" charset="0"/>
              </a:rPr>
              <a:t>Corstone-320</a:t>
            </a:r>
            <a:r>
              <a:rPr sz="2700" b="1">
                <a:solidFill>
                  <a:srgbClr val="FFFFFF"/>
                </a:solidFill>
                <a:latin typeface="Poppins" charset="0"/>
                <a:ea typeface="Poppins" charset="0"/>
              </a:rPr>
              <a:t> 기준</a:t>
            </a:r>
            <a:r>
              <a:rPr sz="2700" b="1">
                <a:solidFill>
                  <a:srgbClr val="FFFFFF"/>
                </a:solidFill>
                <a:latin typeface="Poppins" charset="0"/>
                <a:ea typeface="Poppins" charset="0"/>
              </a:rPr>
              <a:t> </a:t>
            </a:r>
            <a:r>
              <a:rPr sz="2700" b="1">
                <a:solidFill>
                  <a:srgbClr val="FFFFFF"/>
                </a:solidFill>
                <a:latin typeface="NanumGothic" charset="0"/>
                <a:ea typeface="NanumGothic" charset="0"/>
              </a:rPr>
              <a:t>시스템</a:t>
            </a:r>
            <a:r>
              <a:rPr sz="2700" b="1">
                <a:solidFill>
                  <a:srgbClr val="FFFFFF"/>
                </a:solidFill>
                <a:latin typeface="NanumGothic" charset="0"/>
                <a:ea typeface="NanumGothic" charset="0"/>
              </a:rPr>
              <a:t>구조</a:t>
            </a:r>
            <a:endParaRPr lang="ko-KR" altLang="en-US" sz="2700" b="1">
              <a:solidFill>
                <a:srgbClr val="FFFFFF"/>
              </a:solidFill>
              <a:latin typeface="NanumGothic" charset="0"/>
              <a:ea typeface="NanumGothic" charset="0"/>
            </a:endParaRPr>
          </a:p>
        </p:txBody>
      </p:sp>
      <p:sp>
        <p:nvSpPr>
          <p:cNvPr id="3" name="Rect 0"/>
          <p:cNvSpPr txBox="1">
            <a:spLocks/>
          </p:cNvSpPr>
          <p:nvPr/>
        </p:nvSpPr>
        <p:spPr>
          <a:xfrm rot="0">
            <a:off x="11000105" y="365760"/>
            <a:ext cx="732155" cy="274955"/>
          </a:xfrm>
          <a:prstGeom prst="rect"/>
          <a:noFill/>
        </p:spPr>
        <p:txBody>
          <a:bodyPr wrap="square" lIns="0" tIns="0" rIns="0" bIns="0" vert="horz" anchor="t">
            <a:spAutoFit/>
          </a:bodyPr>
          <a:lstStyle/>
          <a:p>
            <a:pPr marL="0" indent="0" rtl="0" algn="r" defTabSz="914400" eaLnBrk="1" latinLnBrk="0" hangingPunct="1">
              <a:buFontTx/>
              <a:buNone/>
            </a:pPr>
            <a:r>
              <a:rPr sz="1300" b="0">
                <a:solidFill>
                  <a:srgbClr val="FFFFFF"/>
                </a:solidFill>
                <a:latin typeface="Poppins" charset="0"/>
                <a:ea typeface="Poppins" charset="0"/>
                <a:sym typeface="나눔고딕" charset="0"/>
              </a:rPr>
              <a:t>04</a:t>
            </a:r>
            <a:endParaRPr lang="ko-KR" altLang="en-US" sz="1300" b="0">
              <a:solidFill>
                <a:srgbClr val="FFFFFF"/>
              </a:solidFill>
              <a:latin typeface="Poppins" charset="0"/>
              <a:ea typeface="Poppins" charset="0"/>
              <a:sym typeface="나눔고딕" charset="0"/>
            </a:endParaRPr>
          </a:p>
        </p:txBody>
      </p:sp>
      <p:sp>
        <p:nvSpPr>
          <p:cNvPr id="4" name="Rect 0"/>
          <p:cNvSpPr txBox="1">
            <a:spLocks/>
          </p:cNvSpPr>
          <p:nvPr/>
        </p:nvSpPr>
        <p:spPr>
          <a:xfrm rot="0">
            <a:off x="502920" y="1225550"/>
            <a:ext cx="11110595" cy="530860"/>
          </a:xfrm>
          <a:prstGeom prst="rect"/>
          <a:noFill/>
        </p:spPr>
        <p:txBody>
          <a:bodyPr wrap="square" lIns="0" tIns="0" rIns="0" bIns="0" vert="horz" anchor="t">
            <a:spAutoFit/>
          </a:bodyPr>
          <a:lstStyle/>
          <a:p>
            <a:pPr marL="0" indent="0" rtl="0" algn="l" defTabSz="914400" eaLnBrk="1" latinLnBrk="0" hangingPunct="1">
              <a:buFontTx/>
              <a:buNone/>
            </a:pPr>
            <a:r>
              <a:rPr sz="1800" b="0">
                <a:solidFill>
                  <a:srgbClr val="566577"/>
                </a:solidFill>
                <a:latin typeface="NanumGothic" charset="0"/>
                <a:ea typeface="NanumGothic" charset="0"/>
                <a:sym typeface="나눔고딕" charset="0"/>
              </a:rPr>
              <a:t>Corstone-320의 Cortex-M85 + Ethos-U85 구성 기준. U55/U65는 포트 수와 세부 구성이 다르다.</a:t>
            </a:r>
            <a:endParaRPr lang="ko-KR" altLang="en-US" sz="1800" b="0">
              <a:solidFill>
                <a:srgbClr val="566577"/>
              </a:solidFill>
              <a:latin typeface="Poppins" charset="0"/>
              <a:ea typeface="Poppins" charset="0"/>
              <a:sym typeface="나눔고딕" charset="0"/>
            </a:endParaRPr>
          </a:p>
        </p:txBody>
      </p:sp>
      <p:sp>
        <p:nvSpPr>
          <p:cNvPr id="8" name="Rect 0"/>
          <p:cNvSpPr txBox="1">
            <a:spLocks/>
          </p:cNvSpPr>
          <p:nvPr/>
        </p:nvSpPr>
        <p:spPr>
          <a:xfrm rot="0">
            <a:off x="575945" y="1885950"/>
            <a:ext cx="4939030" cy="348615"/>
          </a:xfrm>
          <a:prstGeom prst="rect"/>
          <a:noFill/>
        </p:spPr>
        <p:txBody>
          <a:bodyPr wrap="square" lIns="0" tIns="0" rIns="0" bIns="0" numCol="1" vert="horz" anchor="t">
            <a:spAutoFit/>
          </a:bodyPr>
          <a:lstStyle/>
          <a:p>
            <a:pPr marL="0" indent="0" rtl="0" algn="l" defTabSz="914400" eaLnBrk="1" latinLnBrk="0" hangingPunct="1">
              <a:buFontTx/>
              <a:buNone/>
            </a:pPr>
            <a:r>
              <a:rPr sz="2200" b="1">
                <a:solidFill>
                  <a:srgbClr val="13366B"/>
                </a:solidFill>
                <a:latin typeface="NanumGothic" charset="0"/>
                <a:ea typeface="NanumGothic" charset="0"/>
              </a:rPr>
              <a:t>시스템</a:t>
            </a:r>
            <a:r>
              <a:rPr sz="2200" b="1">
                <a:solidFill>
                  <a:srgbClr val="13366B"/>
                </a:solidFill>
                <a:latin typeface="Poppins" charset="0"/>
                <a:ea typeface="Poppins" charset="0"/>
              </a:rPr>
              <a:t> </a:t>
            </a:r>
            <a:r>
              <a:rPr sz="2200" b="1">
                <a:solidFill>
                  <a:srgbClr val="13366B"/>
                </a:solidFill>
                <a:latin typeface="NanumGothic" charset="0"/>
                <a:ea typeface="NanumGothic" charset="0"/>
              </a:rPr>
              <a:t>연결</a:t>
            </a:r>
            <a:endParaRPr lang="ko-KR" altLang="en-US" sz="2200" b="1">
              <a:solidFill>
                <a:srgbClr val="13366B"/>
              </a:solidFill>
              <a:latin typeface="NanumGothic" charset="0"/>
              <a:ea typeface="NanumGothic" charset="0"/>
            </a:endParaRPr>
          </a:p>
        </p:txBody>
      </p:sp>
      <p:sp>
        <p:nvSpPr>
          <p:cNvPr id="9" name="Rect 0"/>
          <p:cNvSpPr>
            <a:spLocks/>
          </p:cNvSpPr>
          <p:nvPr/>
        </p:nvSpPr>
        <p:spPr>
          <a:xfrm rot="0">
            <a:off x="594360" y="2540635"/>
            <a:ext cx="2241550" cy="54102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0" name="Rect 0"/>
          <p:cNvSpPr txBox="1">
            <a:spLocks/>
          </p:cNvSpPr>
          <p:nvPr/>
        </p:nvSpPr>
        <p:spPr>
          <a:xfrm rot="0">
            <a:off x="685800" y="2668270"/>
            <a:ext cx="2058670" cy="307975"/>
          </a:xfrm>
          <a:prstGeom prst="rect"/>
          <a:noFill/>
        </p:spPr>
        <p:txBody>
          <a:bodyPr wrap="square" lIns="0" tIns="0" rIns="0" bIns="0" numCol="1" vert="horz" anchor="t">
            <a:spAutoFit/>
          </a:bodyPr>
          <a:lstStyle/>
          <a:p>
            <a:pPr marL="0" indent="0" rtl="0" algn="ctr" defTabSz="914400" eaLnBrk="1" latinLnBrk="0" hangingPunct="1">
              <a:buFontTx/>
              <a:buNone/>
            </a:pPr>
            <a:r>
              <a:rPr sz="2000" b="1">
                <a:solidFill>
                  <a:srgbClr val="13366B"/>
                </a:solidFill>
                <a:latin typeface="Poppins" charset="0"/>
                <a:ea typeface="Poppins" charset="0"/>
              </a:rPr>
              <a:t>Cortex-M</a:t>
            </a:r>
            <a:r>
              <a:rPr sz="2000" b="1">
                <a:solidFill>
                  <a:srgbClr val="13366B"/>
                </a:solidFill>
                <a:latin typeface="Poppins" charset="0"/>
                <a:ea typeface="Poppins" charset="0"/>
              </a:rPr>
              <a:t>85</a:t>
            </a:r>
            <a:endParaRPr lang="ko-KR" altLang="en-US" sz="2000" b="1">
              <a:solidFill>
                <a:srgbClr val="13366B"/>
              </a:solidFill>
              <a:latin typeface="Poppins" charset="0"/>
              <a:ea typeface="Poppins" charset="0"/>
            </a:endParaRPr>
          </a:p>
        </p:txBody>
      </p:sp>
      <p:sp>
        <p:nvSpPr>
          <p:cNvPr id="11" name="Rect 0"/>
          <p:cNvSpPr>
            <a:spLocks/>
          </p:cNvSpPr>
          <p:nvPr/>
        </p:nvSpPr>
        <p:spPr>
          <a:xfrm rot="0">
            <a:off x="3246120" y="2540635"/>
            <a:ext cx="2241550" cy="54102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2" name="Rect 0"/>
          <p:cNvSpPr txBox="1">
            <a:spLocks/>
          </p:cNvSpPr>
          <p:nvPr/>
        </p:nvSpPr>
        <p:spPr>
          <a:xfrm rot="0">
            <a:off x="3337560" y="2668270"/>
            <a:ext cx="2058670" cy="312420"/>
          </a:xfrm>
          <a:prstGeom prst="rect"/>
          <a:noFill/>
        </p:spPr>
        <p:txBody>
          <a:bodyPr wrap="square" lIns="0" tIns="0" rIns="0" bIns="0" numCol="1" vert="horz" anchor="t">
            <a:spAutoFit/>
          </a:bodyPr>
          <a:lstStyle/>
          <a:p>
            <a:pPr marL="0" indent="0" rtl="0" algn="ctr" defTabSz="914400" eaLnBrk="1" latinLnBrk="0" hangingPunct="1">
              <a:buFontTx/>
              <a:buNone/>
            </a:pPr>
            <a:r>
              <a:rPr sz="2000" b="1">
                <a:solidFill>
                  <a:srgbClr val="13366B"/>
                </a:solidFill>
                <a:latin typeface="Poppins" charset="0"/>
                <a:ea typeface="Poppins" charset="0"/>
              </a:rPr>
              <a:t>Ethos-U85</a:t>
            </a:r>
            <a:endParaRPr lang="ko-KR" altLang="en-US" sz="2000" b="1">
              <a:solidFill>
                <a:srgbClr val="13366B"/>
              </a:solidFill>
              <a:latin typeface="Poppins" charset="0"/>
              <a:ea typeface="Poppins" charset="0"/>
            </a:endParaRPr>
          </a:p>
        </p:txBody>
      </p:sp>
      <p:sp>
        <p:nvSpPr>
          <p:cNvPr id="13" name="Rect 0"/>
          <p:cNvSpPr>
            <a:spLocks/>
          </p:cNvSpPr>
          <p:nvPr/>
        </p:nvSpPr>
        <p:spPr>
          <a:xfrm rot="0">
            <a:off x="594360" y="3455035"/>
            <a:ext cx="4893310" cy="53149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4" name="Rect 0"/>
          <p:cNvSpPr txBox="1">
            <a:spLocks/>
          </p:cNvSpPr>
          <p:nvPr/>
        </p:nvSpPr>
        <p:spPr>
          <a:xfrm rot="0">
            <a:off x="731520" y="3592195"/>
            <a:ext cx="4618990" cy="307975"/>
          </a:xfrm>
          <a:prstGeom prst="rect"/>
          <a:noFill/>
        </p:spPr>
        <p:txBody>
          <a:bodyPr wrap="square" lIns="0" tIns="0" rIns="0" bIns="0" numCol="1" vert="horz" anchor="t">
            <a:spAutoFit/>
          </a:bodyPr>
          <a:lstStyle/>
          <a:p>
            <a:pPr marL="0" indent="0" rtl="0" algn="ctr" defTabSz="914400" eaLnBrk="1" latinLnBrk="0" hangingPunct="1">
              <a:buFontTx/>
              <a:buNone/>
            </a:pPr>
            <a:r>
              <a:rPr sz="2000" b="1">
                <a:solidFill>
                  <a:srgbClr val="FFFFFF"/>
                </a:solidFill>
                <a:latin typeface="Poppins" charset="0"/>
                <a:ea typeface="Poppins" charset="0"/>
              </a:rPr>
              <a:t>Interconnect</a:t>
            </a:r>
            <a:r>
              <a:rPr sz="2000" b="1">
                <a:solidFill>
                  <a:srgbClr val="FFFFFF"/>
                </a:solidFill>
                <a:latin typeface="Poppins" charset="0"/>
                <a:ea typeface="Poppins" charset="0"/>
              </a:rPr>
              <a:t>(NIC-NoC)</a:t>
            </a:r>
            <a:r>
              <a:rPr sz="2000" b="1">
                <a:solidFill>
                  <a:srgbClr val="FFFFFF"/>
                </a:solidFill>
                <a:latin typeface="Poppins" charset="0"/>
                <a:ea typeface="Poppins" charset="0"/>
              </a:rPr>
              <a:t> / AXI</a:t>
            </a:r>
            <a:r>
              <a:rPr sz="2000" b="1">
                <a:solidFill>
                  <a:srgbClr val="FFFFFF"/>
                </a:solidFill>
                <a:latin typeface="Poppins" charset="0"/>
                <a:ea typeface="Poppins" charset="0"/>
              </a:rPr>
              <a:t>(BUS)</a:t>
            </a:r>
            <a:endParaRPr lang="ko-KR" altLang="en-US" sz="2000" b="1">
              <a:solidFill>
                <a:srgbClr val="FFFFFF"/>
              </a:solidFill>
              <a:latin typeface="Poppins" charset="0"/>
              <a:ea typeface="Poppins" charset="0"/>
            </a:endParaRPr>
          </a:p>
        </p:txBody>
      </p:sp>
      <p:sp>
        <p:nvSpPr>
          <p:cNvPr id="15" name="Rect 0"/>
          <p:cNvSpPr txBox="1">
            <a:spLocks/>
          </p:cNvSpPr>
          <p:nvPr/>
        </p:nvSpPr>
        <p:spPr>
          <a:xfrm rot="0">
            <a:off x="1499870" y="3052445"/>
            <a:ext cx="412750" cy="412750"/>
          </a:xfrm>
          <a:prstGeom prst="rect"/>
          <a:noFill/>
        </p:spPr>
        <p:txBody>
          <a:bodyPr wrap="square" lIns="0" tIns="0" rIns="0" bIns="0" numCol="1" vert="horz" anchor="t">
            <a:spAutoFit/>
          </a:bodyPr>
          <a:lstStyle/>
          <a:p>
            <a:pPr marL="0" indent="0" rtl="0" algn="ctr" defTabSz="914400" eaLnBrk="1" latinLnBrk="0" hangingPunct="1">
              <a:buFontTx/>
              <a:buNone/>
            </a:pPr>
            <a:r>
              <a:rPr sz="2500" b="0">
                <a:solidFill>
                  <a:srgbClr val="13366B"/>
                </a:solidFill>
                <a:latin typeface="NanumGothic" charset="0"/>
                <a:ea typeface="NanumGothic" charset="0"/>
              </a:rPr>
              <a:t>↓</a:t>
            </a:r>
            <a:endParaRPr lang="ko-KR" altLang="en-US" sz="2500" b="0">
              <a:solidFill>
                <a:srgbClr val="13366B"/>
              </a:solidFill>
              <a:latin typeface="NanumGothic" charset="0"/>
              <a:ea typeface="NanumGothic" charset="0"/>
            </a:endParaRPr>
          </a:p>
        </p:txBody>
      </p:sp>
      <p:sp>
        <p:nvSpPr>
          <p:cNvPr id="16" name="Rect 0"/>
          <p:cNvSpPr txBox="1">
            <a:spLocks/>
          </p:cNvSpPr>
          <p:nvPr/>
        </p:nvSpPr>
        <p:spPr>
          <a:xfrm rot="0">
            <a:off x="4114800" y="3052445"/>
            <a:ext cx="412750" cy="412750"/>
          </a:xfrm>
          <a:prstGeom prst="rect"/>
          <a:noFill/>
        </p:spPr>
        <p:txBody>
          <a:bodyPr wrap="square" lIns="0" tIns="0" rIns="0" bIns="0" numCol="1" vert="horz" anchor="t">
            <a:spAutoFit/>
          </a:bodyPr>
          <a:lstStyle/>
          <a:p>
            <a:pPr marL="0" indent="0" rtl="0" algn="ctr" defTabSz="914400" eaLnBrk="1" latinLnBrk="0" hangingPunct="1">
              <a:buFontTx/>
              <a:buNone/>
            </a:pPr>
            <a:r>
              <a:rPr sz="2500" b="0">
                <a:solidFill>
                  <a:srgbClr val="13366B"/>
                </a:solidFill>
                <a:latin typeface="NanumGothic" charset="0"/>
                <a:ea typeface="NanumGothic" charset="0"/>
              </a:rPr>
              <a:t>↓</a:t>
            </a:r>
            <a:endParaRPr lang="ko-KR" altLang="en-US" sz="2500" b="0">
              <a:solidFill>
                <a:srgbClr val="13366B"/>
              </a:solidFill>
              <a:latin typeface="NanumGothic" charset="0"/>
              <a:ea typeface="NanumGothic" charset="0"/>
            </a:endParaRPr>
          </a:p>
        </p:txBody>
      </p:sp>
      <p:sp>
        <p:nvSpPr>
          <p:cNvPr id="17" name="Rect 0"/>
          <p:cNvSpPr>
            <a:spLocks/>
          </p:cNvSpPr>
          <p:nvPr/>
        </p:nvSpPr>
        <p:spPr>
          <a:xfrm rot="0">
            <a:off x="594360" y="4424045"/>
            <a:ext cx="2241550" cy="53149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8" name="Rect 0"/>
          <p:cNvSpPr txBox="1">
            <a:spLocks/>
          </p:cNvSpPr>
          <p:nvPr/>
        </p:nvSpPr>
        <p:spPr>
          <a:xfrm rot="0">
            <a:off x="658495" y="4561205"/>
            <a:ext cx="2113280" cy="294005"/>
          </a:xfrm>
          <a:prstGeom prst="rect"/>
          <a:noFill/>
        </p:spPr>
        <p:txBody>
          <a:bodyPr wrap="square" lIns="0" tIns="0" rIns="0" bIns="0" numCol="1" vert="horz" anchor="t">
            <a:spAutoFit/>
          </a:bodyPr>
          <a:lstStyle/>
          <a:p>
            <a:pPr marL="0" indent="0" rtl="0" algn="ctr" defTabSz="914400" eaLnBrk="1" latinLnBrk="0" hangingPunct="1">
              <a:buFontTx/>
              <a:buNone/>
            </a:pPr>
            <a:r>
              <a:rPr sz="1900" b="1">
                <a:solidFill>
                  <a:srgbClr val="13366B"/>
                </a:solidFill>
                <a:latin typeface="Poppins" charset="0"/>
                <a:ea typeface="Poppins" charset="0"/>
              </a:rPr>
              <a:t>On-chip SRAM</a:t>
            </a:r>
            <a:endParaRPr lang="ko-KR" altLang="en-US" sz="1900" b="1">
              <a:solidFill>
                <a:srgbClr val="13366B"/>
              </a:solidFill>
              <a:latin typeface="Poppins" charset="0"/>
              <a:ea typeface="Poppins" charset="0"/>
            </a:endParaRPr>
          </a:p>
        </p:txBody>
      </p:sp>
      <p:sp>
        <p:nvSpPr>
          <p:cNvPr id="19" name="Rect 0"/>
          <p:cNvSpPr>
            <a:spLocks/>
          </p:cNvSpPr>
          <p:nvPr/>
        </p:nvSpPr>
        <p:spPr>
          <a:xfrm rot="0">
            <a:off x="3246120" y="4424045"/>
            <a:ext cx="2241550" cy="53149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0" name="Rect 0"/>
          <p:cNvSpPr txBox="1">
            <a:spLocks/>
          </p:cNvSpPr>
          <p:nvPr/>
        </p:nvSpPr>
        <p:spPr>
          <a:xfrm rot="0">
            <a:off x="3310255" y="4561205"/>
            <a:ext cx="2113280" cy="294005"/>
          </a:xfrm>
          <a:prstGeom prst="rect"/>
          <a:noFill/>
        </p:spPr>
        <p:txBody>
          <a:bodyPr wrap="square" lIns="0" tIns="0" rIns="0" bIns="0" numCol="1" vert="horz" anchor="t">
            <a:spAutoFit/>
          </a:bodyPr>
          <a:lstStyle/>
          <a:p>
            <a:pPr marL="0" indent="0" rtl="0" algn="ctr" defTabSz="914400" eaLnBrk="1" latinLnBrk="0" hangingPunct="1">
              <a:buFontTx/>
              <a:buNone/>
            </a:pPr>
            <a:r>
              <a:rPr sz="1900" b="1">
                <a:solidFill>
                  <a:srgbClr val="13366B"/>
                </a:solidFill>
                <a:latin typeface="Poppins" charset="0"/>
                <a:ea typeface="Poppins" charset="0"/>
              </a:rPr>
              <a:t>DRAM / Flash</a:t>
            </a:r>
            <a:endParaRPr lang="ko-KR" altLang="en-US" sz="1900" b="1">
              <a:solidFill>
                <a:srgbClr val="13366B"/>
              </a:solidFill>
              <a:latin typeface="Poppins" charset="0"/>
              <a:ea typeface="Poppins" charset="0"/>
            </a:endParaRPr>
          </a:p>
        </p:txBody>
      </p:sp>
      <p:sp>
        <p:nvSpPr>
          <p:cNvPr id="21" name="Rect 0"/>
          <p:cNvSpPr txBox="1">
            <a:spLocks/>
          </p:cNvSpPr>
          <p:nvPr/>
        </p:nvSpPr>
        <p:spPr>
          <a:xfrm rot="0">
            <a:off x="1499870" y="3985260"/>
            <a:ext cx="412750" cy="412750"/>
          </a:xfrm>
          <a:prstGeom prst="rect"/>
          <a:noFill/>
        </p:spPr>
        <p:txBody>
          <a:bodyPr wrap="square" lIns="0" tIns="0" rIns="0" bIns="0" numCol="1" vert="horz" anchor="t">
            <a:spAutoFit/>
          </a:bodyPr>
          <a:lstStyle/>
          <a:p>
            <a:pPr marL="0" indent="0" rtl="0" algn="ctr" defTabSz="914400" eaLnBrk="1" latinLnBrk="0" hangingPunct="1">
              <a:buFontTx/>
              <a:buNone/>
            </a:pPr>
            <a:r>
              <a:rPr sz="2500" b="0">
                <a:solidFill>
                  <a:srgbClr val="13366B"/>
                </a:solidFill>
                <a:latin typeface="NanumGothic" charset="0"/>
                <a:ea typeface="NanumGothic" charset="0"/>
              </a:rPr>
              <a:t>↕</a:t>
            </a:r>
            <a:endParaRPr lang="ko-KR" altLang="en-US" sz="2500" b="0">
              <a:solidFill>
                <a:srgbClr val="13366B"/>
              </a:solidFill>
              <a:latin typeface="NanumGothic" charset="0"/>
              <a:ea typeface="NanumGothic" charset="0"/>
            </a:endParaRPr>
          </a:p>
        </p:txBody>
      </p:sp>
      <p:sp>
        <p:nvSpPr>
          <p:cNvPr id="22" name="Rect 0"/>
          <p:cNvSpPr txBox="1">
            <a:spLocks/>
          </p:cNvSpPr>
          <p:nvPr/>
        </p:nvSpPr>
        <p:spPr>
          <a:xfrm rot="0">
            <a:off x="4114800" y="3985260"/>
            <a:ext cx="412750" cy="412750"/>
          </a:xfrm>
          <a:prstGeom prst="rect"/>
          <a:noFill/>
        </p:spPr>
        <p:txBody>
          <a:bodyPr wrap="square" lIns="0" tIns="0" rIns="0" bIns="0" numCol="1" vert="horz" anchor="t">
            <a:spAutoFit/>
          </a:bodyPr>
          <a:lstStyle/>
          <a:p>
            <a:pPr marL="0" indent="0" rtl="0" algn="ctr" defTabSz="914400" eaLnBrk="1" latinLnBrk="0" hangingPunct="1">
              <a:buFontTx/>
              <a:buNone/>
            </a:pPr>
            <a:r>
              <a:rPr sz="2500" b="0">
                <a:solidFill>
                  <a:srgbClr val="13366B"/>
                </a:solidFill>
                <a:latin typeface="NanumGothic" charset="0"/>
                <a:ea typeface="NanumGothic" charset="0"/>
              </a:rPr>
              <a:t>↕</a:t>
            </a:r>
            <a:endParaRPr lang="ko-KR" altLang="en-US" sz="2500" b="0">
              <a:solidFill>
                <a:srgbClr val="13366B"/>
              </a:solidFill>
              <a:latin typeface="NanumGothic" charset="0"/>
              <a:ea typeface="NanumGothic" charset="0"/>
            </a:endParaRPr>
          </a:p>
        </p:txBody>
      </p:sp>
      <p:sp>
        <p:nvSpPr>
          <p:cNvPr id="23" name="Rect 0"/>
          <p:cNvSpPr txBox="1">
            <a:spLocks/>
          </p:cNvSpPr>
          <p:nvPr/>
        </p:nvSpPr>
        <p:spPr>
          <a:xfrm rot="0">
            <a:off x="640080" y="5247005"/>
            <a:ext cx="4847590" cy="476885"/>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566577"/>
                </a:solidFill>
                <a:latin typeface="Poppins" charset="0"/>
                <a:ea typeface="Poppins" charset="0"/>
              </a:rPr>
              <a:t>DMA</a:t>
            </a:r>
            <a:r>
              <a:rPr sz="1550" b="0">
                <a:solidFill>
                  <a:srgbClr val="566577"/>
                </a:solidFill>
                <a:latin typeface="Poppins" charset="0"/>
                <a:ea typeface="Poppins" charset="0"/>
              </a:rPr>
              <a:t>(Corelink DMA)/</a:t>
            </a:r>
            <a:r>
              <a:rPr sz="1550" b="0">
                <a:solidFill>
                  <a:srgbClr val="566577"/>
                </a:solidFill>
                <a:latin typeface="Poppins" charset="0"/>
                <a:ea typeface="Poppins" charset="0"/>
              </a:rPr>
              <a:t>ISP</a:t>
            </a:r>
            <a:r>
              <a:rPr sz="1550" b="0">
                <a:solidFill>
                  <a:srgbClr val="566577"/>
                </a:solidFill>
                <a:latin typeface="Poppins" charset="0"/>
                <a:ea typeface="Poppins" charset="0"/>
              </a:rPr>
              <a:t>(Mali Image Processor)</a:t>
            </a:r>
            <a:r>
              <a:rPr sz="1550" b="0">
                <a:solidFill>
                  <a:srgbClr val="566577"/>
                </a:solidFill>
                <a:latin typeface="Poppins" charset="0"/>
                <a:ea typeface="Poppins" charset="0"/>
              </a:rPr>
              <a:t> </a:t>
            </a:r>
            <a:r>
              <a:rPr sz="1550" b="0">
                <a:solidFill>
                  <a:srgbClr val="566577"/>
                </a:solidFill>
                <a:latin typeface="NanumGothic" charset="0"/>
                <a:ea typeface="NanumGothic" charset="0"/>
              </a:rPr>
              <a:t>등</a:t>
            </a:r>
            <a:r>
              <a:rPr sz="1550" b="0">
                <a:solidFill>
                  <a:srgbClr val="566577"/>
                </a:solidFill>
                <a:latin typeface="Poppins" charset="0"/>
                <a:ea typeface="Poppins" charset="0"/>
              </a:rPr>
              <a:t> </a:t>
            </a:r>
            <a:r>
              <a:rPr sz="1550" b="0">
                <a:solidFill>
                  <a:srgbClr val="566577"/>
                </a:solidFill>
                <a:latin typeface="NanumGothic" charset="0"/>
                <a:ea typeface="NanumGothic" charset="0"/>
              </a:rPr>
              <a:t>주변</a:t>
            </a:r>
            <a:r>
              <a:rPr sz="1550" b="0">
                <a:solidFill>
                  <a:srgbClr val="566577"/>
                </a:solidFill>
                <a:latin typeface="Poppins" charset="0"/>
                <a:ea typeface="Poppins" charset="0"/>
              </a:rPr>
              <a:t> </a:t>
            </a:r>
            <a:r>
              <a:rPr sz="1550" b="0">
                <a:solidFill>
                  <a:srgbClr val="566577"/>
                </a:solidFill>
                <a:latin typeface="Poppins" charset="0"/>
                <a:ea typeface="Poppins" charset="0"/>
              </a:rPr>
              <a:t>장치</a:t>
            </a:r>
            <a:r>
              <a:rPr sz="1550" b="0">
                <a:solidFill>
                  <a:srgbClr val="566577"/>
                </a:solidFill>
                <a:latin typeface="NanumGothic" charset="0"/>
                <a:ea typeface="NanumGothic" charset="0"/>
              </a:rPr>
              <a:t>도</a:t>
            </a:r>
            <a:r>
              <a:rPr sz="1550" b="0">
                <a:solidFill>
                  <a:srgbClr val="566577"/>
                </a:solidFill>
                <a:latin typeface="Poppins" charset="0"/>
                <a:ea typeface="Poppins" charset="0"/>
              </a:rPr>
              <a:t> </a:t>
            </a:r>
            <a:r>
              <a:rPr sz="1550" b="0">
                <a:solidFill>
                  <a:srgbClr val="566577"/>
                </a:solidFill>
                <a:latin typeface="Poppins" charset="0"/>
                <a:ea typeface="Poppins" charset="0"/>
              </a:rPr>
              <a:t>주로 Corstone </a:t>
            </a:r>
            <a:r>
              <a:rPr sz="1550" b="0">
                <a:solidFill>
                  <a:srgbClr val="566577"/>
                </a:solidFill>
                <a:latin typeface="NanumGothic" charset="0"/>
                <a:ea typeface="NanumGothic" charset="0"/>
              </a:rPr>
              <a:t>시스템에</a:t>
            </a:r>
            <a:r>
              <a:rPr sz="1550" b="0">
                <a:solidFill>
                  <a:srgbClr val="566577"/>
                </a:solidFill>
                <a:latin typeface="Poppins" charset="0"/>
                <a:ea typeface="Poppins" charset="0"/>
              </a:rPr>
              <a:t> </a:t>
            </a:r>
            <a:r>
              <a:rPr sz="1550" b="0">
                <a:solidFill>
                  <a:srgbClr val="566577"/>
                </a:solidFill>
                <a:latin typeface="NanumGothic" charset="0"/>
                <a:ea typeface="NanumGothic" charset="0"/>
              </a:rPr>
              <a:t>연결</a:t>
            </a:r>
            <a:r>
              <a:rPr sz="1550" b="0">
                <a:solidFill>
                  <a:srgbClr val="566577"/>
                </a:solidFill>
                <a:latin typeface="NanumGothic" charset="0"/>
                <a:ea typeface="NanumGothic" charset="0"/>
              </a:rPr>
              <a:t>됨</a:t>
            </a:r>
            <a:endParaRPr lang="ko-KR" altLang="en-US" sz="1550" b="0">
              <a:solidFill>
                <a:srgbClr val="566577"/>
              </a:solidFill>
              <a:latin typeface="NanumGothic" charset="0"/>
              <a:ea typeface="NanumGothic" charset="0"/>
            </a:endParaRPr>
          </a:p>
        </p:txBody>
      </p:sp>
      <p:sp>
        <p:nvSpPr>
          <p:cNvPr id="24" name="Rect 0"/>
          <p:cNvSpPr txBox="1">
            <a:spLocks/>
          </p:cNvSpPr>
          <p:nvPr/>
        </p:nvSpPr>
        <p:spPr>
          <a:xfrm rot="0">
            <a:off x="6062345" y="1885950"/>
            <a:ext cx="5487670" cy="339090"/>
          </a:xfrm>
          <a:prstGeom prst="rect"/>
          <a:noFill/>
        </p:spPr>
        <p:txBody>
          <a:bodyPr wrap="square" lIns="0" tIns="0" rIns="0" bIns="0" numCol="1" vert="horz" anchor="t">
            <a:spAutoFit/>
          </a:bodyPr>
          <a:lstStyle/>
          <a:p>
            <a:pPr marL="0" indent="0" rtl="0" algn="l" defTabSz="914400" eaLnBrk="1" latinLnBrk="0" hangingPunct="1">
              <a:buFontTx/>
              <a:buNone/>
            </a:pPr>
            <a:r>
              <a:rPr sz="2200" b="1">
                <a:solidFill>
                  <a:srgbClr val="13366B"/>
                </a:solidFill>
                <a:latin typeface="Poppins" charset="0"/>
                <a:ea typeface="Poppins" charset="0"/>
              </a:rPr>
              <a:t>NPU </a:t>
            </a:r>
            <a:r>
              <a:rPr sz="2200" b="1">
                <a:solidFill>
                  <a:srgbClr val="13366B"/>
                </a:solidFill>
                <a:latin typeface="NanumGothic" charset="0"/>
                <a:ea typeface="NanumGothic" charset="0"/>
              </a:rPr>
              <a:t>역할</a:t>
            </a:r>
            <a:endParaRPr lang="ko-KR" altLang="en-US" sz="2200" b="1">
              <a:solidFill>
                <a:srgbClr val="13366B"/>
              </a:solidFill>
              <a:latin typeface="NanumGothic" charset="0"/>
              <a:ea typeface="NanumGothic" charset="0"/>
            </a:endParaRPr>
          </a:p>
        </p:txBody>
      </p:sp>
      <p:sp>
        <p:nvSpPr>
          <p:cNvPr id="25" name="Rect 0"/>
          <p:cNvSpPr>
            <a:spLocks/>
          </p:cNvSpPr>
          <p:nvPr/>
        </p:nvSpPr>
        <p:spPr>
          <a:xfrm rot="0">
            <a:off x="6053455" y="2416810"/>
            <a:ext cx="2120900" cy="47688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6" name="Rect 0"/>
          <p:cNvSpPr txBox="1">
            <a:spLocks/>
          </p:cNvSpPr>
          <p:nvPr/>
        </p:nvSpPr>
        <p:spPr>
          <a:xfrm rot="0">
            <a:off x="6172200" y="2517140"/>
            <a:ext cx="1892300" cy="358140"/>
          </a:xfrm>
          <a:prstGeom prst="rect"/>
          <a:noFill/>
        </p:spPr>
        <p:txBody>
          <a:bodyPr wrap="square" lIns="0" tIns="0" rIns="0" bIns="0" numCol="1" vert="horz" anchor="t">
            <a:spAutoFit/>
          </a:bodyPr>
          <a:lstStyle/>
          <a:p>
            <a:pPr marL="0" indent="0" rtl="0" algn="l" defTabSz="914400" eaLnBrk="1" latinLnBrk="0" hangingPunct="1">
              <a:buFontTx/>
              <a:buNone/>
            </a:pPr>
            <a:r>
              <a:rPr sz="1550" b="1">
                <a:solidFill>
                  <a:srgbClr val="FFFFFF"/>
                </a:solidFill>
                <a:latin typeface="NanumGothic" charset="0"/>
                <a:ea typeface="NanumGothic" charset="0"/>
              </a:rPr>
              <a:t>유닛</a:t>
            </a:r>
            <a:endParaRPr lang="ko-KR" altLang="en-US" sz="1550" b="1">
              <a:solidFill>
                <a:srgbClr val="FFFFFF"/>
              </a:solidFill>
              <a:latin typeface="NanumGothic" charset="0"/>
              <a:ea typeface="NanumGothic" charset="0"/>
            </a:endParaRPr>
          </a:p>
        </p:txBody>
      </p:sp>
      <p:sp>
        <p:nvSpPr>
          <p:cNvPr id="27" name="Rect 0"/>
          <p:cNvSpPr>
            <a:spLocks/>
          </p:cNvSpPr>
          <p:nvPr/>
        </p:nvSpPr>
        <p:spPr>
          <a:xfrm rot="0">
            <a:off x="8173085" y="2416810"/>
            <a:ext cx="3459480" cy="47688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8" name="Rect 0"/>
          <p:cNvSpPr txBox="1">
            <a:spLocks/>
          </p:cNvSpPr>
          <p:nvPr/>
        </p:nvSpPr>
        <p:spPr>
          <a:xfrm rot="0">
            <a:off x="8291830" y="2517140"/>
            <a:ext cx="3230880" cy="358140"/>
          </a:xfrm>
          <a:prstGeom prst="rect"/>
          <a:noFill/>
        </p:spPr>
        <p:txBody>
          <a:bodyPr wrap="square" lIns="0" tIns="0" rIns="0" bIns="0" numCol="1" vert="horz" anchor="t">
            <a:spAutoFit/>
          </a:bodyPr>
          <a:lstStyle/>
          <a:p>
            <a:pPr marL="0" indent="0" rtl="0" algn="l" defTabSz="914400" eaLnBrk="1" latinLnBrk="0" hangingPunct="1">
              <a:buFontTx/>
              <a:buNone/>
            </a:pPr>
            <a:r>
              <a:rPr sz="1550" b="1">
                <a:solidFill>
                  <a:srgbClr val="FFFFFF"/>
                </a:solidFill>
                <a:latin typeface="NanumGothic" charset="0"/>
                <a:ea typeface="NanumGothic" charset="0"/>
              </a:rPr>
              <a:t>주요</a:t>
            </a:r>
            <a:r>
              <a:rPr sz="1550" b="1">
                <a:solidFill>
                  <a:srgbClr val="FFFFFF"/>
                </a:solidFill>
                <a:latin typeface="Poppins" charset="0"/>
                <a:ea typeface="Poppins" charset="0"/>
              </a:rPr>
              <a:t> </a:t>
            </a:r>
            <a:r>
              <a:rPr sz="1550" b="1">
                <a:solidFill>
                  <a:srgbClr val="FFFFFF"/>
                </a:solidFill>
                <a:latin typeface="NanumGothic" charset="0"/>
                <a:ea typeface="NanumGothic" charset="0"/>
              </a:rPr>
              <a:t>역할</a:t>
            </a:r>
            <a:endParaRPr lang="ko-KR" altLang="en-US" sz="1550" b="1">
              <a:solidFill>
                <a:srgbClr val="FFFFFF"/>
              </a:solidFill>
              <a:latin typeface="NanumGothic" charset="0"/>
              <a:ea typeface="NanumGothic" charset="0"/>
            </a:endParaRPr>
          </a:p>
        </p:txBody>
      </p:sp>
      <p:sp>
        <p:nvSpPr>
          <p:cNvPr id="29" name="Rect 0"/>
          <p:cNvSpPr>
            <a:spLocks/>
          </p:cNvSpPr>
          <p:nvPr/>
        </p:nvSpPr>
        <p:spPr>
          <a:xfrm rot="0">
            <a:off x="6053455" y="2891790"/>
            <a:ext cx="2120900" cy="4768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0" name="Rect 0"/>
          <p:cNvSpPr txBox="1">
            <a:spLocks/>
          </p:cNvSpPr>
          <p:nvPr/>
        </p:nvSpPr>
        <p:spPr>
          <a:xfrm rot="0">
            <a:off x="6172200" y="2999105"/>
            <a:ext cx="1892300" cy="23876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Control</a:t>
            </a:r>
            <a:r>
              <a:rPr sz="1550" b="0">
                <a:solidFill>
                  <a:srgbClr val="22364B"/>
                </a:solidFill>
                <a:latin typeface="Poppins" charset="0"/>
                <a:ea typeface="Poppins" charset="0"/>
              </a:rPr>
              <a:t>ler</a:t>
            </a:r>
            <a:endParaRPr lang="ko-KR" altLang="en-US" sz="1550" b="0">
              <a:solidFill>
                <a:srgbClr val="22364B"/>
              </a:solidFill>
              <a:latin typeface="Poppins" charset="0"/>
              <a:ea typeface="Poppins" charset="0"/>
            </a:endParaRPr>
          </a:p>
        </p:txBody>
      </p:sp>
      <p:sp>
        <p:nvSpPr>
          <p:cNvPr id="31" name="Rect 0"/>
          <p:cNvSpPr>
            <a:spLocks/>
          </p:cNvSpPr>
          <p:nvPr/>
        </p:nvSpPr>
        <p:spPr>
          <a:xfrm rot="0">
            <a:off x="8173085" y="2891790"/>
            <a:ext cx="3459480" cy="4768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2" name="Rect 0"/>
          <p:cNvSpPr txBox="1">
            <a:spLocks/>
          </p:cNvSpPr>
          <p:nvPr/>
        </p:nvSpPr>
        <p:spPr>
          <a:xfrm rot="0">
            <a:off x="8291830" y="2992755"/>
            <a:ext cx="3230880" cy="23876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NanumGothic" charset="0"/>
                <a:ea typeface="NanumGothic" charset="0"/>
              </a:rPr>
              <a:t>명령</a:t>
            </a:r>
            <a:r>
              <a:rPr sz="1550" b="0">
                <a:solidFill>
                  <a:srgbClr val="22364B"/>
                </a:solidFill>
                <a:latin typeface="Poppins" charset="0"/>
                <a:ea typeface="Poppins" charset="0"/>
              </a:rPr>
              <a:t> </a:t>
            </a:r>
            <a:r>
              <a:rPr sz="1550" b="0">
                <a:solidFill>
                  <a:srgbClr val="22364B"/>
                </a:solidFill>
                <a:latin typeface="NanumGothic" charset="0"/>
                <a:ea typeface="NanumGothic" charset="0"/>
              </a:rPr>
              <a:t>해석</a:t>
            </a:r>
            <a:r>
              <a:rPr sz="1550" b="0">
                <a:solidFill>
                  <a:srgbClr val="22364B"/>
                </a:solidFill>
                <a:latin typeface="Poppins" charset="0"/>
                <a:ea typeface="Poppins" charset="0"/>
              </a:rPr>
              <a:t>/</a:t>
            </a:r>
            <a:r>
              <a:rPr sz="1550" b="0">
                <a:solidFill>
                  <a:srgbClr val="22364B"/>
                </a:solidFill>
                <a:latin typeface="NanumGothic" charset="0"/>
                <a:ea typeface="NanumGothic" charset="0"/>
              </a:rPr>
              <a:t>작업</a:t>
            </a:r>
            <a:r>
              <a:rPr sz="1550" b="0">
                <a:solidFill>
                  <a:srgbClr val="22364B"/>
                </a:solidFill>
                <a:latin typeface="Poppins" charset="0"/>
                <a:ea typeface="Poppins" charset="0"/>
              </a:rPr>
              <a:t> </a:t>
            </a:r>
            <a:r>
              <a:rPr sz="1550" b="0">
                <a:solidFill>
                  <a:srgbClr val="22364B"/>
                </a:solidFill>
                <a:latin typeface="NanumGothic" charset="0"/>
                <a:ea typeface="NanumGothic" charset="0"/>
              </a:rPr>
              <a:t>순서</a:t>
            </a:r>
            <a:r>
              <a:rPr sz="1550" b="0">
                <a:solidFill>
                  <a:srgbClr val="22364B"/>
                </a:solidFill>
                <a:latin typeface="Poppins" charset="0"/>
                <a:ea typeface="Poppins" charset="0"/>
              </a:rPr>
              <a:t> </a:t>
            </a:r>
            <a:r>
              <a:rPr sz="1550" b="0">
                <a:solidFill>
                  <a:srgbClr val="22364B"/>
                </a:solidFill>
                <a:latin typeface="NanumGothic" charset="0"/>
                <a:ea typeface="NanumGothic" charset="0"/>
              </a:rPr>
              <a:t>관리</a:t>
            </a:r>
            <a:endParaRPr lang="ko-KR" altLang="en-US" sz="1550" b="0">
              <a:solidFill>
                <a:srgbClr val="22364B"/>
              </a:solidFill>
              <a:latin typeface="NanumGothic" charset="0"/>
              <a:ea typeface="NanumGothic" charset="0"/>
            </a:endParaRPr>
          </a:p>
        </p:txBody>
      </p:sp>
      <p:sp>
        <p:nvSpPr>
          <p:cNvPr id="33" name="Rect 0"/>
          <p:cNvSpPr>
            <a:spLocks/>
          </p:cNvSpPr>
          <p:nvPr/>
        </p:nvSpPr>
        <p:spPr>
          <a:xfrm rot="0">
            <a:off x="6053455" y="3367405"/>
            <a:ext cx="2120900" cy="4768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4" name="Rect 0"/>
          <p:cNvSpPr txBox="1">
            <a:spLocks/>
          </p:cNvSpPr>
          <p:nvPr/>
        </p:nvSpPr>
        <p:spPr>
          <a:xfrm rot="0">
            <a:off x="6172200" y="3468370"/>
            <a:ext cx="1892300" cy="35814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DMA / Decoder</a:t>
            </a:r>
            <a:endParaRPr lang="ko-KR" altLang="en-US" sz="1550" b="0">
              <a:solidFill>
                <a:srgbClr val="22364B"/>
              </a:solidFill>
              <a:latin typeface="Poppins" charset="0"/>
              <a:ea typeface="Poppins" charset="0"/>
            </a:endParaRPr>
          </a:p>
        </p:txBody>
      </p:sp>
      <p:sp>
        <p:nvSpPr>
          <p:cNvPr id="35" name="Rect 0"/>
          <p:cNvSpPr>
            <a:spLocks/>
          </p:cNvSpPr>
          <p:nvPr/>
        </p:nvSpPr>
        <p:spPr>
          <a:xfrm rot="0">
            <a:off x="8173085" y="3367405"/>
            <a:ext cx="3459480" cy="4768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6" name="Rect 0"/>
          <p:cNvSpPr txBox="1">
            <a:spLocks/>
          </p:cNvSpPr>
          <p:nvPr/>
        </p:nvSpPr>
        <p:spPr>
          <a:xfrm rot="0">
            <a:off x="8291830" y="3468370"/>
            <a:ext cx="3230880" cy="23876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NanumGothic" charset="0"/>
                <a:ea typeface="NanumGothic" charset="0"/>
              </a:rPr>
              <a:t>텐서</a:t>
            </a:r>
            <a:r>
              <a:rPr sz="1550" b="0">
                <a:solidFill>
                  <a:srgbClr val="22364B"/>
                </a:solidFill>
                <a:latin typeface="Poppins" charset="0"/>
                <a:ea typeface="Poppins" charset="0"/>
              </a:rPr>
              <a:t> </a:t>
            </a:r>
            <a:r>
              <a:rPr sz="1550" b="0">
                <a:solidFill>
                  <a:srgbClr val="22364B"/>
                </a:solidFill>
                <a:latin typeface="NanumGothic" charset="0"/>
                <a:ea typeface="NanumGothic" charset="0"/>
              </a:rPr>
              <a:t>전송</a:t>
            </a:r>
            <a:r>
              <a:rPr sz="1550" b="0">
                <a:solidFill>
                  <a:srgbClr val="22364B"/>
                </a:solidFill>
                <a:latin typeface="Poppins" charset="0"/>
                <a:ea typeface="Poppins" charset="0"/>
              </a:rPr>
              <a:t>/가중치</a:t>
            </a:r>
            <a:r>
              <a:rPr sz="1550" b="0">
                <a:solidFill>
                  <a:srgbClr val="22364B"/>
                </a:solidFill>
                <a:latin typeface="Poppins" charset="0"/>
                <a:ea typeface="Poppins" charset="0"/>
              </a:rPr>
              <a:t> </a:t>
            </a:r>
            <a:r>
              <a:rPr sz="1550" b="0">
                <a:solidFill>
                  <a:srgbClr val="22364B"/>
                </a:solidFill>
                <a:latin typeface="NanumGothic" charset="0"/>
                <a:ea typeface="NanumGothic" charset="0"/>
              </a:rPr>
              <a:t>Decode</a:t>
            </a:r>
            <a:endParaRPr lang="ko-KR" altLang="en-US" sz="1550" b="0">
              <a:solidFill>
                <a:srgbClr val="22364B"/>
              </a:solidFill>
              <a:latin typeface="NanumGothic" charset="0"/>
              <a:ea typeface="NanumGothic" charset="0"/>
            </a:endParaRPr>
          </a:p>
        </p:txBody>
      </p:sp>
      <p:sp>
        <p:nvSpPr>
          <p:cNvPr id="37" name="Rect 0"/>
          <p:cNvSpPr>
            <a:spLocks/>
          </p:cNvSpPr>
          <p:nvPr/>
        </p:nvSpPr>
        <p:spPr>
          <a:xfrm rot="0">
            <a:off x="6053455" y="3843019"/>
            <a:ext cx="2120900" cy="4768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8" name="Rect 0"/>
          <p:cNvSpPr txBox="1">
            <a:spLocks/>
          </p:cNvSpPr>
          <p:nvPr/>
        </p:nvSpPr>
        <p:spPr>
          <a:xfrm rot="0">
            <a:off x="6172200" y="3943350"/>
            <a:ext cx="1892300" cy="35814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MAC / Buffers</a:t>
            </a:r>
            <a:endParaRPr lang="ko-KR" altLang="en-US" sz="1550" b="0">
              <a:solidFill>
                <a:srgbClr val="22364B"/>
              </a:solidFill>
              <a:latin typeface="Poppins" charset="0"/>
              <a:ea typeface="Poppins" charset="0"/>
            </a:endParaRPr>
          </a:p>
        </p:txBody>
      </p:sp>
      <p:sp>
        <p:nvSpPr>
          <p:cNvPr id="39" name="Rect 0"/>
          <p:cNvSpPr>
            <a:spLocks/>
          </p:cNvSpPr>
          <p:nvPr/>
        </p:nvSpPr>
        <p:spPr>
          <a:xfrm rot="0">
            <a:off x="8173085" y="3843019"/>
            <a:ext cx="3459480" cy="4768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0" name="Rect 0"/>
          <p:cNvSpPr txBox="1">
            <a:spLocks/>
          </p:cNvSpPr>
          <p:nvPr/>
        </p:nvSpPr>
        <p:spPr>
          <a:xfrm rot="0">
            <a:off x="8291830" y="3943350"/>
            <a:ext cx="3230880" cy="238760"/>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NanumGothic" charset="0"/>
                <a:ea typeface="NanumGothic" charset="0"/>
              </a:rPr>
              <a:t>곱셈</a:t>
            </a:r>
            <a:r>
              <a:rPr sz="1550" b="0">
                <a:solidFill>
                  <a:srgbClr val="22364B"/>
                </a:solidFill>
                <a:latin typeface="Poppins" charset="0"/>
                <a:ea typeface="Poppins" charset="0"/>
              </a:rPr>
              <a:t>/</a:t>
            </a:r>
            <a:r>
              <a:rPr sz="1550" b="0">
                <a:solidFill>
                  <a:srgbClr val="22364B"/>
                </a:solidFill>
                <a:latin typeface="NanumGothic" charset="0"/>
                <a:ea typeface="NanumGothic" charset="0"/>
              </a:rPr>
              <a:t>누산</a:t>
            </a:r>
            <a:r>
              <a:rPr sz="1550" b="0">
                <a:solidFill>
                  <a:srgbClr val="22364B"/>
                </a:solidFill>
                <a:latin typeface="Poppins" charset="0"/>
                <a:ea typeface="Poppins" charset="0"/>
              </a:rPr>
              <a:t>/</a:t>
            </a:r>
            <a:r>
              <a:rPr sz="1550" b="0">
                <a:solidFill>
                  <a:srgbClr val="22364B"/>
                </a:solidFill>
                <a:latin typeface="NanumGothic" charset="0"/>
                <a:ea typeface="NanumGothic" charset="0"/>
              </a:rPr>
              <a:t>중간값</a:t>
            </a:r>
            <a:r>
              <a:rPr sz="1550" b="0">
                <a:solidFill>
                  <a:srgbClr val="22364B"/>
                </a:solidFill>
                <a:latin typeface="Poppins" charset="0"/>
                <a:ea typeface="Poppins" charset="0"/>
              </a:rPr>
              <a:t> </a:t>
            </a:r>
            <a:r>
              <a:rPr sz="1550" b="0">
                <a:solidFill>
                  <a:srgbClr val="22364B"/>
                </a:solidFill>
                <a:latin typeface="NanumGothic" charset="0"/>
                <a:ea typeface="NanumGothic" charset="0"/>
              </a:rPr>
              <a:t>재사용</a:t>
            </a:r>
            <a:endParaRPr lang="ko-KR" altLang="en-US" sz="1550" b="0">
              <a:solidFill>
                <a:srgbClr val="22364B"/>
              </a:solidFill>
              <a:latin typeface="NanumGothic" charset="0"/>
              <a:ea typeface="NanumGothic" charset="0"/>
            </a:endParaRPr>
          </a:p>
        </p:txBody>
      </p:sp>
      <p:sp>
        <p:nvSpPr>
          <p:cNvPr id="41" name="Rect 0"/>
          <p:cNvSpPr>
            <a:spLocks/>
          </p:cNvSpPr>
          <p:nvPr/>
        </p:nvSpPr>
        <p:spPr>
          <a:xfrm rot="0">
            <a:off x="6053455" y="4318635"/>
            <a:ext cx="2120900" cy="4768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2" name="Rect 0"/>
          <p:cNvSpPr txBox="1">
            <a:spLocks/>
          </p:cNvSpPr>
          <p:nvPr/>
        </p:nvSpPr>
        <p:spPr>
          <a:xfrm rot="0">
            <a:off x="6172200" y="4418965"/>
            <a:ext cx="1892300" cy="476885"/>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Activation Output</a:t>
            </a:r>
            <a:endParaRPr lang="ko-KR" altLang="en-US" sz="1550" b="0">
              <a:solidFill>
                <a:srgbClr val="22364B"/>
              </a:solidFill>
              <a:latin typeface="Poppins" charset="0"/>
              <a:ea typeface="Poppins" charset="0"/>
            </a:endParaRPr>
          </a:p>
          <a:p>
            <a:pPr marL="0" indent="0" rtl="0" algn="l" defTabSz="914400" eaLnBrk="1" latinLnBrk="0" hangingPunct="1">
              <a:buFontTx/>
              <a:buNone/>
            </a:pPr>
            <a:r>
              <a:rPr sz="1550" b="0">
                <a:solidFill>
                  <a:srgbClr val="22364B"/>
                </a:solidFill>
                <a:latin typeface="Poppins" charset="0"/>
                <a:ea typeface="Poppins" charset="0"/>
              </a:rPr>
              <a:t>(Output Unit</a:t>
            </a:r>
            <a:r>
              <a:rPr sz="1550" b="0">
                <a:solidFill>
                  <a:srgbClr val="22364B"/>
                </a:solidFill>
                <a:latin typeface="Poppins" charset="0"/>
                <a:ea typeface="Poppins" charset="0"/>
              </a:rPr>
              <a:t>)</a:t>
            </a:r>
            <a:endParaRPr lang="ko-KR" altLang="en-US" sz="1550" b="0">
              <a:solidFill>
                <a:srgbClr val="22364B"/>
              </a:solidFill>
              <a:latin typeface="Poppins" charset="0"/>
              <a:ea typeface="Poppins" charset="0"/>
            </a:endParaRPr>
          </a:p>
        </p:txBody>
      </p:sp>
      <p:sp>
        <p:nvSpPr>
          <p:cNvPr id="43" name="Rect 0"/>
          <p:cNvSpPr>
            <a:spLocks/>
          </p:cNvSpPr>
          <p:nvPr/>
        </p:nvSpPr>
        <p:spPr>
          <a:xfrm rot="0">
            <a:off x="8173085" y="4318635"/>
            <a:ext cx="3459480" cy="4768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4" name="Rect 0"/>
          <p:cNvSpPr txBox="1">
            <a:spLocks/>
          </p:cNvSpPr>
          <p:nvPr/>
        </p:nvSpPr>
        <p:spPr>
          <a:xfrm rot="0">
            <a:off x="8291830" y="4418965"/>
            <a:ext cx="3230880" cy="476885"/>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22364B"/>
                </a:solidFill>
                <a:latin typeface="Poppins" charset="0"/>
                <a:ea typeface="Poppins" charset="0"/>
              </a:rPr>
              <a:t>Rescale(to INT8)/</a:t>
            </a:r>
            <a:r>
              <a:rPr sz="1550" b="0">
                <a:solidFill>
                  <a:srgbClr val="22364B"/>
                </a:solidFill>
                <a:latin typeface="NanumGothic" charset="0"/>
                <a:ea typeface="NanumGothic" charset="0"/>
              </a:rPr>
              <a:t>연산(</a:t>
            </a:r>
            <a:r>
              <a:rPr sz="1550" b="0">
                <a:solidFill>
                  <a:srgbClr val="22364B"/>
                </a:solidFill>
                <a:latin typeface="Poppins" charset="0"/>
                <a:ea typeface="Poppins" charset="0"/>
              </a:rPr>
              <a:t>Element Wise, Activation Func</a:t>
            </a:r>
            <a:r>
              <a:rPr sz="1550" b="0">
                <a:solidFill>
                  <a:srgbClr val="22364B"/>
                </a:solidFill>
                <a:latin typeface="NanumGothic" charset="0"/>
                <a:ea typeface="NanumGothic" charset="0"/>
              </a:rPr>
              <a:t>)</a:t>
            </a:r>
            <a:endParaRPr lang="ko-KR" altLang="en-US" sz="1550" b="0">
              <a:solidFill>
                <a:srgbClr val="22364B"/>
              </a:solidFill>
              <a:latin typeface="NanumGothic" charset="0"/>
              <a:ea typeface="NanumGothic" charset="0"/>
            </a:endParaRPr>
          </a:p>
        </p:txBody>
      </p:sp>
      <p:sp>
        <p:nvSpPr>
          <p:cNvPr id="45" name="Rect 0"/>
          <p:cNvSpPr txBox="1">
            <a:spLocks/>
          </p:cNvSpPr>
          <p:nvPr/>
        </p:nvSpPr>
        <p:spPr>
          <a:xfrm rot="0">
            <a:off x="6144895" y="5068570"/>
            <a:ext cx="5469255" cy="953135"/>
          </a:xfrm>
          <a:prstGeom prst="rect"/>
          <a:noFill/>
        </p:spPr>
        <p:txBody>
          <a:bodyPr wrap="square" lIns="0" tIns="0" rIns="0" bIns="0" numCol="1" vert="horz" anchor="t">
            <a:spAutoFit/>
          </a:bodyPr>
          <a:lstStyle/>
          <a:p>
            <a:pPr marL="0" indent="0" rtl="0" algn="l" defTabSz="914400" eaLnBrk="1" latinLnBrk="0" hangingPunct="1">
              <a:buFontTx/>
              <a:buNone/>
            </a:pPr>
            <a:r>
              <a:rPr sz="1550" b="0">
                <a:solidFill>
                  <a:srgbClr val="566577"/>
                </a:solidFill>
                <a:latin typeface="Poppins" charset="0"/>
                <a:ea typeface="Poppins" charset="0"/>
              </a:rPr>
              <a:t>SRAM / </a:t>
            </a:r>
            <a:r>
              <a:rPr sz="1550" b="0">
                <a:solidFill>
                  <a:srgbClr val="566577"/>
                </a:solidFill>
                <a:latin typeface="Poppins" charset="0"/>
                <a:ea typeface="Poppins" charset="0"/>
              </a:rPr>
              <a:t>DRAM-Flash(External)</a:t>
            </a:r>
            <a:r>
              <a:rPr sz="1550" b="0">
                <a:solidFill>
                  <a:srgbClr val="566577"/>
                </a:solidFill>
                <a:latin typeface="Poppins" charset="0"/>
                <a:ea typeface="Poppins" charset="0"/>
              </a:rPr>
              <a:t> </a:t>
            </a:r>
            <a:r>
              <a:rPr sz="1550" b="0">
                <a:solidFill>
                  <a:srgbClr val="566577"/>
                </a:solidFill>
                <a:latin typeface="Poppins" charset="0"/>
                <a:ea typeface="Poppins" charset="0"/>
              </a:rPr>
              <a:t>인터페이스</a:t>
            </a:r>
            <a:r>
              <a:rPr sz="1550" b="0">
                <a:solidFill>
                  <a:srgbClr val="566577"/>
                </a:solidFill>
                <a:latin typeface="Poppins" charset="0"/>
                <a:ea typeface="Poppins" charset="0"/>
              </a:rPr>
              <a:t> 수</a:t>
            </a:r>
            <a:endParaRPr lang="ko-KR" altLang="en-US" sz="1550" b="0">
              <a:solidFill>
                <a:srgbClr val="566577"/>
              </a:solidFill>
              <a:latin typeface="Poppins" charset="0"/>
              <a:ea typeface="Poppins" charset="0"/>
            </a:endParaRPr>
          </a:p>
          <a:p>
            <a:pPr marL="0" indent="0" rtl="0" algn="l" defTabSz="914400" eaLnBrk="1" latinLnBrk="0" hangingPunct="1">
              <a:buFontTx/>
              <a:buNone/>
            </a:pPr>
            <a:r>
              <a:rPr sz="1550" b="0">
                <a:solidFill>
                  <a:srgbClr val="566577"/>
                </a:solidFill>
                <a:latin typeface="Poppins" charset="0"/>
                <a:ea typeface="Poppins" charset="0"/>
              </a:rPr>
              <a:t>Ethos-U85</a:t>
            </a:r>
            <a:r>
              <a:rPr sz="1550" b="0">
                <a:solidFill>
                  <a:srgbClr val="566577"/>
                </a:solidFill>
                <a:latin typeface="Poppins" charset="0"/>
                <a:ea typeface="Poppins" charset="0"/>
              </a:rPr>
              <a:t>기준</a:t>
            </a:r>
            <a:r>
              <a:rPr sz="1550" b="0">
                <a:solidFill>
                  <a:srgbClr val="566577"/>
                </a:solidFill>
                <a:latin typeface="Poppins" charset="0"/>
                <a:ea typeface="Poppins" charset="0"/>
              </a:rPr>
              <a:t>:</a:t>
            </a:r>
            <a:endParaRPr lang="ko-KR" altLang="en-US" sz="1550" b="0">
              <a:solidFill>
                <a:srgbClr val="566577"/>
              </a:solidFill>
              <a:latin typeface="Poppins" charset="0"/>
              <a:ea typeface="Poppins" charset="0"/>
            </a:endParaRPr>
          </a:p>
          <a:p>
            <a:pPr marL="0" indent="0" rtl="0" algn="l" defTabSz="914400" eaLnBrk="1" latinLnBrk="0" hangingPunct="1">
              <a:buFontTx/>
              <a:buNone/>
            </a:pPr>
            <a:r>
              <a:rPr sz="1550" b="0">
                <a:solidFill>
                  <a:srgbClr val="566577"/>
                </a:solidFill>
                <a:latin typeface="Poppins" charset="0"/>
                <a:ea typeface="Poppins" charset="0"/>
              </a:rPr>
              <a:t>128–512 MAC = </a:t>
            </a:r>
            <a:r>
              <a:rPr sz="1550" b="0">
                <a:solidFill>
                  <a:srgbClr val="566577"/>
                </a:solidFill>
                <a:latin typeface="Poppins" charset="0"/>
                <a:ea typeface="Poppins" charset="0"/>
              </a:rPr>
              <a:t>2 (SRAM) </a:t>
            </a:r>
            <a:r>
              <a:rPr sz="1550" b="0">
                <a:solidFill>
                  <a:srgbClr val="566577"/>
                </a:solidFill>
                <a:latin typeface="Poppins" charset="0"/>
                <a:ea typeface="Poppins" charset="0"/>
              </a:rPr>
              <a:t>/</a:t>
            </a:r>
            <a:r>
              <a:rPr sz="1550" b="0">
                <a:solidFill>
                  <a:srgbClr val="566577"/>
                </a:solidFill>
                <a:latin typeface="Poppins" charset="0"/>
                <a:ea typeface="Poppins" charset="0"/>
              </a:rPr>
              <a:t> 1 (External)</a:t>
            </a:r>
            <a:endParaRPr lang="ko-KR" altLang="en-US" sz="1550" b="0">
              <a:solidFill>
                <a:srgbClr val="566577"/>
              </a:solidFill>
              <a:latin typeface="Poppins" charset="0"/>
              <a:ea typeface="Poppins" charset="0"/>
            </a:endParaRPr>
          </a:p>
          <a:p>
            <a:pPr marL="0" indent="0" algn="l">
              <a:buFontTx/>
              <a:buNone/>
            </a:pPr>
            <a:r>
              <a:rPr sz="1550" b="0">
                <a:solidFill>
                  <a:srgbClr val="566577"/>
                </a:solidFill>
                <a:latin typeface="Poppins" charset="0"/>
                <a:ea typeface="Poppins" charset="0"/>
              </a:rPr>
              <a:t>1024 MAC = 2/2 · 2048 MAC = 4/2</a:t>
            </a:r>
            <a:endParaRPr lang="ko-KR" altLang="en-US" sz="1550" b="0">
              <a:solidFill>
                <a:srgbClr val="566577"/>
              </a:solidFill>
              <a:latin typeface="Poppins" charset="0"/>
              <a:ea typeface="Poppins"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15925"/>
          </a:xfrm>
          <a:prstGeom prst="rect">
            <a:avLst/>
          </a:prstGeom>
          <a:noFill/>
        </p:spPr>
        <p:txBody>
          <a:bodyPr wrap="square" lIns="0" tIns="0" rIns="0" bIns="0" numCol="1" vert="horz" anchor="t">
            <a:spAutoFit/>
          </a:bodyPr>
          <a:lstStyle/>
          <a:p>
            <a:pPr marL="0" indent="0">
              <a:spcAft>
                <a:spcPts val="500"/>
              </a:spcAft>
              <a:buFontTx/>
              <a:buNone/>
            </a:pPr>
            <a:r>
              <a:rPr lang="en-US" sz="2700" b="1">
                <a:solidFill>
                  <a:srgbClr val="FFFFFF"/>
                </a:solidFill>
                <a:latin typeface="Poppins" charset="0"/>
                <a:ea typeface="Poppins" charset="0"/>
                <a:cs typeface="Poppins" charset="0"/>
              </a:rPr>
              <a:t>Corstone </a:t>
            </a:r>
            <a:r>
              <a:rPr lang="ko-KR" sz="2700" b="1">
                <a:solidFill>
                  <a:srgbClr val="FFFFFF"/>
                </a:solidFill>
                <a:latin typeface="NanumGothic" charset="0"/>
                <a:ea typeface="NanumGothic" charset="0"/>
                <a:cs typeface="NanumGothic" charset="0"/>
              </a:rPr>
              <a:t>플랫폼</a:t>
            </a:r>
            <a:endParaRPr lang="ko-KR" altLang="en-US" sz="2700" b="1">
              <a:solidFill>
                <a:srgbClr val="FFFFFF"/>
              </a:solidFill>
              <a:latin typeface="NanumGothic" charset="0"/>
              <a:ea typeface="NanumGothic" charset="0"/>
              <a:cs typeface="NanumGothic" charset="0"/>
            </a:endParaRPr>
          </a:p>
        </p:txBody>
      </p:sp>
      <p:sp>
        <p:nvSpPr>
          <p:cNvPr id="3" name="TextBox 2"/>
          <p:cNvSpPr txBox="1"/>
          <p:nvPr/>
        </p:nvSpPr>
        <p:spPr>
          <a:xfrm>
            <a:off x="11064240" y="365760"/>
            <a:ext cx="658495" cy="274320"/>
          </a:xfrm>
          <a:prstGeom prst="rect">
            <a:avLst/>
          </a:prstGeom>
          <a:noFill/>
        </p:spPr>
        <p:txBody>
          <a:bodyPr wrap="square" lIns="0" rIns="0" tIns="0" bIns="0">
            <a:spAutoFit/>
          </a:bodyPr>
          <a:lstStyle/>
          <a:p>
            <a:pPr algn="r">
              <a:spcAft>
                <a:spcPts val="500"/>
              </a:spcAft>
            </a:pPr>
            <a:r>
              <a:rPr sz="1300" b="0" lang="en-US">
                <a:solidFill>
                  <a:srgbClr val="FFFFFF"/>
                </a:solidFill>
                <a:latin typeface="Poppins"/>
                <a:ea typeface="Poppins"/>
                <a:cs typeface="Poppins"/>
              </a:rPr>
              <a:t>05</a:t>
            </a:r>
          </a:p>
        </p:txBody>
      </p:sp>
      <p:sp>
        <p:nvSpPr>
          <p:cNvPr id="4" name="TextBox 3"/>
          <p:cNvSpPr txBox="1"/>
          <p:nvPr/>
        </p:nvSpPr>
        <p:spPr>
          <a:xfrm>
            <a:off x="502920" y="1243330"/>
            <a:ext cx="11065510" cy="292735"/>
          </a:xfrm>
          <a:prstGeom prst="rect">
            <a:avLst/>
          </a:prstGeom>
          <a:noFill/>
        </p:spPr>
        <p:txBody>
          <a:bodyPr wrap="square" lIns="0" tIns="0" rIns="0" bIns="0" numCol="1" vert="horz" anchor="t">
            <a:spAutoFit/>
          </a:bodyPr>
          <a:lstStyle/>
          <a:p>
            <a:pPr marL="0" indent="0">
              <a:spcAft>
                <a:spcPts val="500"/>
              </a:spcAft>
              <a:buFontTx/>
              <a:buNone/>
            </a:pPr>
            <a:r>
              <a:rPr lang="ko-KR" sz="1900" b="0">
                <a:solidFill>
                  <a:srgbClr val="566577"/>
                </a:solidFill>
                <a:latin typeface="NanumGothic" charset="0"/>
                <a:ea typeface="NanumGothic" charset="0"/>
                <a:cs typeface="NanumGothic" charset="0"/>
              </a:rPr>
              <a:t>플랫폼별로 지원하는 NPU와 실험한 MAC 구성</a:t>
            </a:r>
            <a:endParaRPr lang="ko-KR" altLang="en-US" sz="1900" b="0">
              <a:solidFill>
                <a:srgbClr val="566577"/>
              </a:solidFill>
              <a:latin typeface="Poppins" charset="0"/>
              <a:ea typeface="Poppins" charset="0"/>
              <a:cs typeface="Poppins" charset="0"/>
            </a:endParaRPr>
          </a:p>
        </p:txBody>
      </p:sp>
      <p:sp>
        <p:nvSpPr>
          <p:cNvPr id="8" name="Rectangle 7"/>
          <p:cNvSpPr>
            <a:spLocks/>
          </p:cNvSpPr>
          <p:nvPr/>
        </p:nvSpPr>
        <p:spPr>
          <a:xfrm rot="0">
            <a:off x="502920" y="1955800"/>
            <a:ext cx="2232025" cy="54927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9" name="TextBox 8"/>
          <p:cNvSpPr txBox="1">
            <a:spLocks/>
          </p:cNvSpPr>
          <p:nvPr/>
        </p:nvSpPr>
        <p:spPr>
          <a:xfrm rot="0">
            <a:off x="621665" y="2056765"/>
            <a:ext cx="2012314" cy="439420"/>
          </a:xfrm>
          <a:prstGeom prst="rect"/>
          <a:noFill/>
        </p:spPr>
        <p:txBody>
          <a:bodyPr wrap="square" lIns="0" tIns="0" rIns="0" bIns="0" numCol="1" vert="horz" anchor="t">
            <a:spAutoFit/>
          </a:bodyPr>
          <a:lstStyle/>
          <a:p>
            <a:pPr marL="0" indent="0">
              <a:spcAft>
                <a:spcPts val="500"/>
              </a:spcAft>
              <a:buFontTx/>
              <a:buNone/>
            </a:pPr>
            <a:r>
              <a:rPr lang="ko-KR" sz="1700" b="1">
                <a:solidFill>
                  <a:srgbClr val="FFFFFF"/>
                </a:solidFill>
                <a:latin typeface="NanumGothic" charset="0"/>
                <a:ea typeface="NanumGothic" charset="0"/>
                <a:cs typeface="NanumGothic" charset="0"/>
              </a:rPr>
              <a:t>플랫폼</a:t>
            </a:r>
            <a:endParaRPr lang="ko-KR" altLang="en-US" sz="1700" b="1">
              <a:solidFill>
                <a:srgbClr val="FFFFFF"/>
              </a:solidFill>
              <a:latin typeface="NanumGothic" charset="0"/>
              <a:ea typeface="NanumGothic" charset="0"/>
              <a:cs typeface="NanumGothic" charset="0"/>
            </a:endParaRPr>
          </a:p>
        </p:txBody>
      </p:sp>
      <p:sp>
        <p:nvSpPr>
          <p:cNvPr id="10" name="Rectangle 9"/>
          <p:cNvSpPr>
            <a:spLocks/>
          </p:cNvSpPr>
          <p:nvPr/>
        </p:nvSpPr>
        <p:spPr>
          <a:xfrm rot="0">
            <a:off x="2734310" y="1955800"/>
            <a:ext cx="2120265" cy="54927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1" name="TextBox 10"/>
          <p:cNvSpPr txBox="1">
            <a:spLocks/>
          </p:cNvSpPr>
          <p:nvPr/>
        </p:nvSpPr>
        <p:spPr>
          <a:xfrm rot="0">
            <a:off x="2853055" y="2056765"/>
            <a:ext cx="1900554" cy="439420"/>
          </a:xfrm>
          <a:prstGeom prst="rect"/>
          <a:noFill/>
        </p:spPr>
        <p:txBody>
          <a:bodyPr wrap="square" lIns="0" tIns="0" rIns="0" bIns="0" numCol="1" vert="horz" anchor="t">
            <a:spAutoFit/>
          </a:bodyPr>
          <a:lstStyle/>
          <a:p>
            <a:pPr marL="0" indent="0">
              <a:spcAft>
                <a:spcPts val="500"/>
              </a:spcAft>
              <a:buFontTx/>
              <a:buNone/>
            </a:pPr>
            <a:r>
              <a:rPr lang="en-US" sz="1700" b="1">
                <a:solidFill>
                  <a:srgbClr val="FFFFFF"/>
                </a:solidFill>
                <a:latin typeface="Poppins" charset="0"/>
                <a:ea typeface="Poppins" charset="0"/>
                <a:cs typeface="Poppins" charset="0"/>
              </a:rPr>
              <a:t>CPU</a:t>
            </a:r>
            <a:endParaRPr lang="ko-KR" altLang="en-US" sz="1700" b="1">
              <a:solidFill>
                <a:srgbClr val="FFFFFF"/>
              </a:solidFill>
              <a:latin typeface="Poppins" charset="0"/>
              <a:ea typeface="Poppins" charset="0"/>
              <a:cs typeface="Poppins" charset="0"/>
            </a:endParaRPr>
          </a:p>
        </p:txBody>
      </p:sp>
      <p:sp>
        <p:nvSpPr>
          <p:cNvPr id="12" name="Rectangle 11"/>
          <p:cNvSpPr>
            <a:spLocks/>
          </p:cNvSpPr>
          <p:nvPr/>
        </p:nvSpPr>
        <p:spPr>
          <a:xfrm rot="0">
            <a:off x="4853940" y="1955800"/>
            <a:ext cx="2789555" cy="54927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3" name="TextBox 12"/>
          <p:cNvSpPr txBox="1">
            <a:spLocks/>
          </p:cNvSpPr>
          <p:nvPr/>
        </p:nvSpPr>
        <p:spPr>
          <a:xfrm rot="0">
            <a:off x="4972685" y="2056765"/>
            <a:ext cx="2570480" cy="262890"/>
          </a:xfrm>
          <a:prstGeom prst="rect"/>
          <a:noFill/>
        </p:spPr>
        <p:txBody>
          <a:bodyPr wrap="square" lIns="0" tIns="0" rIns="0" bIns="0" numCol="1" vert="horz" anchor="t">
            <a:spAutoFit/>
          </a:bodyPr>
          <a:lstStyle/>
          <a:p>
            <a:pPr marL="0" indent="0">
              <a:spcAft>
                <a:spcPts val="500"/>
              </a:spcAft>
              <a:buFontTx/>
              <a:buNone/>
            </a:pPr>
            <a:r>
              <a:rPr lang="en-US" sz="1700" b="1">
                <a:solidFill>
                  <a:srgbClr val="FFFFFF"/>
                </a:solidFill>
                <a:latin typeface="Poppins" charset="0"/>
                <a:ea typeface="Poppins" charset="0"/>
                <a:cs typeface="Poppins" charset="0"/>
              </a:rPr>
              <a:t>지원하는 NPU</a:t>
            </a:r>
            <a:endParaRPr lang="ko-KR" altLang="en-US" sz="1700" b="1">
              <a:solidFill>
                <a:srgbClr val="FFFFFF"/>
              </a:solidFill>
              <a:latin typeface="Poppins" charset="0"/>
              <a:ea typeface="Poppins" charset="0"/>
              <a:cs typeface="Poppins" charset="0"/>
            </a:endParaRPr>
          </a:p>
        </p:txBody>
      </p:sp>
      <p:sp>
        <p:nvSpPr>
          <p:cNvPr id="14" name="Rectangle 13"/>
          <p:cNvSpPr>
            <a:spLocks/>
          </p:cNvSpPr>
          <p:nvPr/>
        </p:nvSpPr>
        <p:spPr>
          <a:xfrm rot="0">
            <a:off x="7642859" y="1955800"/>
            <a:ext cx="4016374" cy="54927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5" name="TextBox 14"/>
          <p:cNvSpPr txBox="1">
            <a:spLocks/>
          </p:cNvSpPr>
          <p:nvPr/>
        </p:nvSpPr>
        <p:spPr>
          <a:xfrm rot="0">
            <a:off x="7761604" y="2056765"/>
            <a:ext cx="3797300" cy="439420"/>
          </a:xfrm>
          <a:prstGeom prst="rect"/>
          <a:noFill/>
        </p:spPr>
        <p:txBody>
          <a:bodyPr wrap="square" lIns="0" tIns="0" rIns="0" bIns="0" numCol="1" vert="horz" anchor="t">
            <a:spAutoFit/>
          </a:bodyPr>
          <a:lstStyle/>
          <a:p>
            <a:pPr marL="0" indent="0">
              <a:spcAft>
                <a:spcPts val="500"/>
              </a:spcAft>
              <a:buFontTx/>
              <a:buNone/>
            </a:pPr>
            <a:r>
              <a:rPr lang="ko-KR" sz="1700" b="1">
                <a:solidFill>
                  <a:srgbClr val="FFFFFF"/>
                </a:solidFill>
                <a:latin typeface="NanumGothic" charset="0"/>
                <a:ea typeface="NanumGothic" charset="0"/>
                <a:cs typeface="NanumGothic" charset="0"/>
              </a:rPr>
              <a:t>실험</a:t>
            </a:r>
            <a:r>
              <a:rPr lang="en-US" sz="1700" b="1">
                <a:solidFill>
                  <a:srgbClr val="FFFFFF"/>
                </a:solidFill>
                <a:latin typeface="Poppins" charset="0"/>
                <a:ea typeface="Poppins" charset="0"/>
                <a:cs typeface="Poppins" charset="0"/>
              </a:rPr>
              <a:t> MAC </a:t>
            </a:r>
            <a:r>
              <a:rPr lang="ko-KR" sz="1700" b="1">
                <a:solidFill>
                  <a:srgbClr val="FFFFFF"/>
                </a:solidFill>
                <a:latin typeface="NanumGothic" charset="0"/>
                <a:ea typeface="NanumGothic" charset="0"/>
                <a:cs typeface="NanumGothic" charset="0"/>
              </a:rPr>
              <a:t>범위</a:t>
            </a:r>
            <a:endParaRPr lang="ko-KR" altLang="en-US" sz="1700" b="1">
              <a:solidFill>
                <a:srgbClr val="FFFFFF"/>
              </a:solidFill>
              <a:latin typeface="NanumGothic" charset="0"/>
              <a:ea typeface="NanumGothic" charset="0"/>
              <a:cs typeface="NanumGothic" charset="0"/>
            </a:endParaRPr>
          </a:p>
        </p:txBody>
      </p:sp>
      <p:sp>
        <p:nvSpPr>
          <p:cNvPr id="16" name="Rectangle 15"/>
          <p:cNvSpPr>
            <a:spLocks/>
          </p:cNvSpPr>
          <p:nvPr/>
        </p:nvSpPr>
        <p:spPr>
          <a:xfrm rot="0">
            <a:off x="502920" y="2504440"/>
            <a:ext cx="223202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7" name="TextBox 16"/>
          <p:cNvSpPr txBox="1">
            <a:spLocks/>
          </p:cNvSpPr>
          <p:nvPr/>
        </p:nvSpPr>
        <p:spPr>
          <a:xfrm rot="0">
            <a:off x="621665" y="2605405"/>
            <a:ext cx="2012314" cy="439420"/>
          </a:xfrm>
          <a:prstGeom prst="rect"/>
          <a:noFill/>
        </p:spPr>
        <p:txBody>
          <a:bodyPr wrap="square" lIns="0" tIns="0" rIns="0" bIns="0" numCol="1" vert="horz" anchor="t">
            <a:spAutoFit/>
          </a:bodyPr>
          <a:lstStyle/>
          <a:p>
            <a:pPr marL="0" indent="0">
              <a:spcAft>
                <a:spcPts val="500"/>
              </a:spcAft>
              <a:buFontTx/>
              <a:buNone/>
            </a:pPr>
            <a:r>
              <a:rPr lang="en-US" sz="1800" b="1">
                <a:solidFill>
                  <a:srgbClr val="22364B"/>
                </a:solidFill>
                <a:latin typeface="Poppins" charset="0"/>
                <a:ea typeface="Poppins" charset="0"/>
                <a:cs typeface="Poppins" charset="0"/>
              </a:rPr>
              <a:t>Corstone-300</a:t>
            </a:r>
            <a:endParaRPr lang="ko-KR" altLang="en-US" sz="1800" b="1">
              <a:solidFill>
                <a:srgbClr val="22364B"/>
              </a:solidFill>
              <a:latin typeface="Poppins" charset="0"/>
              <a:ea typeface="Poppins" charset="0"/>
              <a:cs typeface="Poppins" charset="0"/>
            </a:endParaRPr>
          </a:p>
        </p:txBody>
      </p:sp>
      <p:sp>
        <p:nvSpPr>
          <p:cNvPr id="18" name="Rectangle 17"/>
          <p:cNvSpPr>
            <a:spLocks/>
          </p:cNvSpPr>
          <p:nvPr/>
        </p:nvSpPr>
        <p:spPr>
          <a:xfrm rot="0">
            <a:off x="2734310" y="2504440"/>
            <a:ext cx="212026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9" name="TextBox 18"/>
          <p:cNvSpPr txBox="1">
            <a:spLocks/>
          </p:cNvSpPr>
          <p:nvPr/>
        </p:nvSpPr>
        <p:spPr>
          <a:xfrm rot="0">
            <a:off x="2853055" y="2605405"/>
            <a:ext cx="1900554"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Cortex-M55</a:t>
            </a:r>
            <a:endParaRPr lang="ko-KR" altLang="en-US" sz="1800" b="0">
              <a:solidFill>
                <a:srgbClr val="22364B"/>
              </a:solidFill>
              <a:latin typeface="Poppins" charset="0"/>
              <a:ea typeface="Poppins" charset="0"/>
              <a:cs typeface="Poppins" charset="0"/>
            </a:endParaRPr>
          </a:p>
        </p:txBody>
      </p:sp>
      <p:sp>
        <p:nvSpPr>
          <p:cNvPr id="20" name="Rectangle 19"/>
          <p:cNvSpPr>
            <a:spLocks/>
          </p:cNvSpPr>
          <p:nvPr/>
        </p:nvSpPr>
        <p:spPr>
          <a:xfrm rot="0">
            <a:off x="4853940" y="2504440"/>
            <a:ext cx="278955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1" name="TextBox 20"/>
          <p:cNvSpPr txBox="1">
            <a:spLocks/>
          </p:cNvSpPr>
          <p:nvPr/>
        </p:nvSpPr>
        <p:spPr>
          <a:xfrm rot="0">
            <a:off x="4972685" y="2605405"/>
            <a:ext cx="2570480"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U55/U65</a:t>
            </a:r>
            <a:endParaRPr lang="ko-KR" altLang="en-US" sz="1800" b="0">
              <a:solidFill>
                <a:srgbClr val="22364B"/>
              </a:solidFill>
              <a:latin typeface="Poppins" charset="0"/>
              <a:ea typeface="Poppins" charset="0"/>
              <a:cs typeface="Poppins" charset="0"/>
            </a:endParaRPr>
          </a:p>
        </p:txBody>
      </p:sp>
      <p:sp>
        <p:nvSpPr>
          <p:cNvPr id="22" name="Rectangle 21"/>
          <p:cNvSpPr>
            <a:spLocks/>
          </p:cNvSpPr>
          <p:nvPr/>
        </p:nvSpPr>
        <p:spPr>
          <a:xfrm rot="0">
            <a:off x="7642859" y="2504440"/>
            <a:ext cx="4016374"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3" name="TextBox 22"/>
          <p:cNvSpPr txBox="1">
            <a:spLocks/>
          </p:cNvSpPr>
          <p:nvPr/>
        </p:nvSpPr>
        <p:spPr>
          <a:xfrm rot="0">
            <a:off x="7761604" y="2605405"/>
            <a:ext cx="3797934"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U55: 32–256 · U65: 256 / 512</a:t>
            </a:r>
            <a:endParaRPr lang="ko-KR" altLang="en-US" sz="1800" b="0">
              <a:solidFill>
                <a:srgbClr val="22364B"/>
              </a:solidFill>
              <a:latin typeface="Poppins" charset="0"/>
              <a:ea typeface="Poppins" charset="0"/>
              <a:cs typeface="Poppins" charset="0"/>
            </a:endParaRPr>
          </a:p>
        </p:txBody>
      </p:sp>
      <p:sp>
        <p:nvSpPr>
          <p:cNvPr id="24" name="Rectangle 23"/>
          <p:cNvSpPr>
            <a:spLocks/>
          </p:cNvSpPr>
          <p:nvPr/>
        </p:nvSpPr>
        <p:spPr>
          <a:xfrm rot="0">
            <a:off x="502920" y="3053080"/>
            <a:ext cx="223202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5" name="TextBox 24"/>
          <p:cNvSpPr txBox="1">
            <a:spLocks/>
          </p:cNvSpPr>
          <p:nvPr/>
        </p:nvSpPr>
        <p:spPr>
          <a:xfrm rot="0">
            <a:off x="621665" y="3154045"/>
            <a:ext cx="2012314" cy="439420"/>
          </a:xfrm>
          <a:prstGeom prst="rect"/>
          <a:noFill/>
        </p:spPr>
        <p:txBody>
          <a:bodyPr wrap="square" lIns="0" tIns="0" rIns="0" bIns="0" numCol="1" vert="horz" anchor="t">
            <a:spAutoFit/>
          </a:bodyPr>
          <a:lstStyle/>
          <a:p>
            <a:pPr marL="0" indent="0">
              <a:spcAft>
                <a:spcPts val="500"/>
              </a:spcAft>
              <a:buFontTx/>
              <a:buNone/>
            </a:pPr>
            <a:r>
              <a:rPr lang="en-US" sz="1800" b="1">
                <a:solidFill>
                  <a:srgbClr val="22364B"/>
                </a:solidFill>
                <a:latin typeface="Poppins" charset="0"/>
                <a:ea typeface="Poppins" charset="0"/>
                <a:cs typeface="Poppins" charset="0"/>
              </a:rPr>
              <a:t>Corstone-310</a:t>
            </a:r>
            <a:endParaRPr lang="ko-KR" altLang="en-US" sz="1800" b="1">
              <a:solidFill>
                <a:srgbClr val="22364B"/>
              </a:solidFill>
              <a:latin typeface="Poppins" charset="0"/>
              <a:ea typeface="Poppins" charset="0"/>
              <a:cs typeface="Poppins" charset="0"/>
            </a:endParaRPr>
          </a:p>
        </p:txBody>
      </p:sp>
      <p:sp>
        <p:nvSpPr>
          <p:cNvPr id="26" name="Rectangle 25"/>
          <p:cNvSpPr>
            <a:spLocks/>
          </p:cNvSpPr>
          <p:nvPr/>
        </p:nvSpPr>
        <p:spPr>
          <a:xfrm rot="0">
            <a:off x="2734310" y="3053080"/>
            <a:ext cx="212026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7" name="TextBox 26"/>
          <p:cNvSpPr txBox="1">
            <a:spLocks/>
          </p:cNvSpPr>
          <p:nvPr/>
        </p:nvSpPr>
        <p:spPr>
          <a:xfrm rot="0">
            <a:off x="2853055" y="3154045"/>
            <a:ext cx="1900554"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Cortex-M85</a:t>
            </a:r>
            <a:endParaRPr lang="ko-KR" altLang="en-US" sz="1800" b="0">
              <a:solidFill>
                <a:srgbClr val="22364B"/>
              </a:solidFill>
              <a:latin typeface="Poppins" charset="0"/>
              <a:ea typeface="Poppins" charset="0"/>
              <a:cs typeface="Poppins" charset="0"/>
            </a:endParaRPr>
          </a:p>
        </p:txBody>
      </p:sp>
      <p:sp>
        <p:nvSpPr>
          <p:cNvPr id="28" name="Rectangle 27"/>
          <p:cNvSpPr>
            <a:spLocks/>
          </p:cNvSpPr>
          <p:nvPr/>
        </p:nvSpPr>
        <p:spPr>
          <a:xfrm rot="0">
            <a:off x="4853940" y="3053080"/>
            <a:ext cx="278955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29" name="TextBox 28"/>
          <p:cNvSpPr txBox="1">
            <a:spLocks/>
          </p:cNvSpPr>
          <p:nvPr/>
        </p:nvSpPr>
        <p:spPr>
          <a:xfrm rot="0">
            <a:off x="4972685" y="3154045"/>
            <a:ext cx="2570480"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U55/U65</a:t>
            </a:r>
            <a:endParaRPr lang="ko-KR" altLang="en-US" sz="1800" b="0">
              <a:solidFill>
                <a:srgbClr val="22364B"/>
              </a:solidFill>
              <a:latin typeface="Poppins" charset="0"/>
              <a:ea typeface="Poppins" charset="0"/>
              <a:cs typeface="Poppins" charset="0"/>
            </a:endParaRPr>
          </a:p>
        </p:txBody>
      </p:sp>
      <p:sp>
        <p:nvSpPr>
          <p:cNvPr id="30" name="Rectangle 29"/>
          <p:cNvSpPr>
            <a:spLocks/>
          </p:cNvSpPr>
          <p:nvPr/>
        </p:nvSpPr>
        <p:spPr>
          <a:xfrm rot="0">
            <a:off x="7642859" y="3053080"/>
            <a:ext cx="4016374"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1" name="TextBox 30"/>
          <p:cNvSpPr txBox="1">
            <a:spLocks/>
          </p:cNvSpPr>
          <p:nvPr/>
        </p:nvSpPr>
        <p:spPr>
          <a:xfrm rot="0">
            <a:off x="7761604" y="3154045"/>
            <a:ext cx="3797934"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U55: 32–256 · U65: 256 / 512</a:t>
            </a:r>
            <a:endParaRPr lang="ko-KR" altLang="en-US" sz="1800" b="0">
              <a:solidFill>
                <a:srgbClr val="22364B"/>
              </a:solidFill>
              <a:latin typeface="Poppins" charset="0"/>
              <a:ea typeface="Poppins" charset="0"/>
              <a:cs typeface="Poppins" charset="0"/>
            </a:endParaRPr>
          </a:p>
        </p:txBody>
      </p:sp>
      <p:sp>
        <p:nvSpPr>
          <p:cNvPr id="32" name="Rectangle 31"/>
          <p:cNvSpPr>
            <a:spLocks/>
          </p:cNvSpPr>
          <p:nvPr/>
        </p:nvSpPr>
        <p:spPr>
          <a:xfrm rot="0">
            <a:off x="502920" y="3601720"/>
            <a:ext cx="223202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3" name="TextBox 32"/>
          <p:cNvSpPr txBox="1">
            <a:spLocks/>
          </p:cNvSpPr>
          <p:nvPr/>
        </p:nvSpPr>
        <p:spPr>
          <a:xfrm rot="0">
            <a:off x="621665" y="3702685"/>
            <a:ext cx="2012314" cy="439420"/>
          </a:xfrm>
          <a:prstGeom prst="rect"/>
          <a:noFill/>
        </p:spPr>
        <p:txBody>
          <a:bodyPr wrap="square" lIns="0" tIns="0" rIns="0" bIns="0" numCol="1" vert="horz" anchor="t">
            <a:spAutoFit/>
          </a:bodyPr>
          <a:lstStyle/>
          <a:p>
            <a:pPr marL="0" indent="0">
              <a:spcAft>
                <a:spcPts val="500"/>
              </a:spcAft>
              <a:buFontTx/>
              <a:buNone/>
            </a:pPr>
            <a:r>
              <a:rPr lang="en-US" sz="1800" b="1">
                <a:solidFill>
                  <a:srgbClr val="22364B"/>
                </a:solidFill>
                <a:latin typeface="Poppins" charset="0"/>
                <a:ea typeface="Poppins" charset="0"/>
                <a:cs typeface="Poppins" charset="0"/>
              </a:rPr>
              <a:t>Corstone-315</a:t>
            </a:r>
            <a:endParaRPr lang="ko-KR" altLang="en-US" sz="1800" b="1">
              <a:solidFill>
                <a:srgbClr val="22364B"/>
              </a:solidFill>
              <a:latin typeface="Poppins" charset="0"/>
              <a:ea typeface="Poppins" charset="0"/>
              <a:cs typeface="Poppins" charset="0"/>
            </a:endParaRPr>
          </a:p>
        </p:txBody>
      </p:sp>
      <p:sp>
        <p:nvSpPr>
          <p:cNvPr id="34" name="Rectangle 33"/>
          <p:cNvSpPr>
            <a:spLocks/>
          </p:cNvSpPr>
          <p:nvPr/>
        </p:nvSpPr>
        <p:spPr>
          <a:xfrm rot="0">
            <a:off x="2734310" y="3601720"/>
            <a:ext cx="212026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5" name="TextBox 34"/>
          <p:cNvSpPr txBox="1">
            <a:spLocks/>
          </p:cNvSpPr>
          <p:nvPr/>
        </p:nvSpPr>
        <p:spPr>
          <a:xfrm rot="0">
            <a:off x="2853055" y="3702685"/>
            <a:ext cx="1900554"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Cortex-M85</a:t>
            </a:r>
            <a:endParaRPr lang="ko-KR" altLang="en-US" sz="1800" b="0">
              <a:solidFill>
                <a:srgbClr val="22364B"/>
              </a:solidFill>
              <a:latin typeface="Poppins" charset="0"/>
              <a:ea typeface="Poppins" charset="0"/>
              <a:cs typeface="Poppins" charset="0"/>
            </a:endParaRPr>
          </a:p>
        </p:txBody>
      </p:sp>
      <p:sp>
        <p:nvSpPr>
          <p:cNvPr id="36" name="Rectangle 35"/>
          <p:cNvSpPr>
            <a:spLocks/>
          </p:cNvSpPr>
          <p:nvPr/>
        </p:nvSpPr>
        <p:spPr>
          <a:xfrm rot="0">
            <a:off x="4853940" y="3601720"/>
            <a:ext cx="2789555"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7" name="TextBox 36"/>
          <p:cNvSpPr txBox="1">
            <a:spLocks/>
          </p:cNvSpPr>
          <p:nvPr/>
        </p:nvSpPr>
        <p:spPr>
          <a:xfrm rot="0">
            <a:off x="4972685" y="3702685"/>
            <a:ext cx="2570480"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U65</a:t>
            </a:r>
            <a:endParaRPr lang="ko-KR" altLang="en-US" sz="1800" b="0">
              <a:solidFill>
                <a:srgbClr val="22364B"/>
              </a:solidFill>
              <a:latin typeface="Poppins" charset="0"/>
              <a:ea typeface="Poppins" charset="0"/>
              <a:cs typeface="Poppins" charset="0"/>
            </a:endParaRPr>
          </a:p>
        </p:txBody>
      </p:sp>
      <p:sp>
        <p:nvSpPr>
          <p:cNvPr id="38" name="Rectangle 37"/>
          <p:cNvSpPr>
            <a:spLocks/>
          </p:cNvSpPr>
          <p:nvPr/>
        </p:nvSpPr>
        <p:spPr>
          <a:xfrm rot="0">
            <a:off x="7642859" y="3601720"/>
            <a:ext cx="4016374" cy="54927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39" name="TextBox 38"/>
          <p:cNvSpPr txBox="1">
            <a:spLocks/>
          </p:cNvSpPr>
          <p:nvPr/>
        </p:nvSpPr>
        <p:spPr>
          <a:xfrm rot="0">
            <a:off x="7761604" y="3702685"/>
            <a:ext cx="3797300"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256 / 512</a:t>
            </a:r>
            <a:endParaRPr lang="ko-KR" altLang="en-US" sz="1800" b="0">
              <a:solidFill>
                <a:srgbClr val="22364B"/>
              </a:solidFill>
              <a:latin typeface="Poppins" charset="0"/>
              <a:ea typeface="Poppins" charset="0"/>
              <a:cs typeface="Poppins" charset="0"/>
            </a:endParaRPr>
          </a:p>
        </p:txBody>
      </p:sp>
      <p:sp>
        <p:nvSpPr>
          <p:cNvPr id="40" name="Rectangle 39"/>
          <p:cNvSpPr>
            <a:spLocks/>
          </p:cNvSpPr>
          <p:nvPr/>
        </p:nvSpPr>
        <p:spPr>
          <a:xfrm rot="0">
            <a:off x="502920" y="4150360"/>
            <a:ext cx="223202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1" name="TextBox 40"/>
          <p:cNvSpPr txBox="1">
            <a:spLocks/>
          </p:cNvSpPr>
          <p:nvPr/>
        </p:nvSpPr>
        <p:spPr>
          <a:xfrm rot="0">
            <a:off x="621665" y="4251325"/>
            <a:ext cx="2012314" cy="439420"/>
          </a:xfrm>
          <a:prstGeom prst="rect"/>
          <a:noFill/>
        </p:spPr>
        <p:txBody>
          <a:bodyPr wrap="square" lIns="0" tIns="0" rIns="0" bIns="0" numCol="1" vert="horz" anchor="t">
            <a:spAutoFit/>
          </a:bodyPr>
          <a:lstStyle/>
          <a:p>
            <a:pPr marL="0" indent="0">
              <a:spcAft>
                <a:spcPts val="500"/>
              </a:spcAft>
              <a:buFontTx/>
              <a:buNone/>
            </a:pPr>
            <a:r>
              <a:rPr lang="en-US" sz="1800" b="1">
                <a:solidFill>
                  <a:srgbClr val="22364B"/>
                </a:solidFill>
                <a:latin typeface="Poppins" charset="0"/>
                <a:ea typeface="Poppins" charset="0"/>
                <a:cs typeface="Poppins" charset="0"/>
              </a:rPr>
              <a:t>Corstone-320</a:t>
            </a:r>
            <a:endParaRPr lang="ko-KR" altLang="en-US" sz="1800" b="1">
              <a:solidFill>
                <a:srgbClr val="22364B"/>
              </a:solidFill>
              <a:latin typeface="Poppins" charset="0"/>
              <a:ea typeface="Poppins" charset="0"/>
              <a:cs typeface="Poppins" charset="0"/>
            </a:endParaRPr>
          </a:p>
        </p:txBody>
      </p:sp>
      <p:sp>
        <p:nvSpPr>
          <p:cNvPr id="42" name="Rectangle 41"/>
          <p:cNvSpPr>
            <a:spLocks/>
          </p:cNvSpPr>
          <p:nvPr/>
        </p:nvSpPr>
        <p:spPr>
          <a:xfrm rot="0">
            <a:off x="2734310" y="4150360"/>
            <a:ext cx="212026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3" name="TextBox 42"/>
          <p:cNvSpPr txBox="1">
            <a:spLocks/>
          </p:cNvSpPr>
          <p:nvPr/>
        </p:nvSpPr>
        <p:spPr>
          <a:xfrm rot="0">
            <a:off x="2853055" y="4251325"/>
            <a:ext cx="1900554"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Cortex-M85</a:t>
            </a:r>
            <a:endParaRPr lang="ko-KR" altLang="en-US" sz="1800" b="0">
              <a:solidFill>
                <a:srgbClr val="22364B"/>
              </a:solidFill>
              <a:latin typeface="Poppins" charset="0"/>
              <a:ea typeface="Poppins" charset="0"/>
              <a:cs typeface="Poppins" charset="0"/>
            </a:endParaRPr>
          </a:p>
        </p:txBody>
      </p:sp>
      <p:sp>
        <p:nvSpPr>
          <p:cNvPr id="44" name="Rectangle 43"/>
          <p:cNvSpPr>
            <a:spLocks/>
          </p:cNvSpPr>
          <p:nvPr/>
        </p:nvSpPr>
        <p:spPr>
          <a:xfrm rot="0">
            <a:off x="4853940" y="4150360"/>
            <a:ext cx="2789555"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5" name="TextBox 44"/>
          <p:cNvSpPr txBox="1">
            <a:spLocks/>
          </p:cNvSpPr>
          <p:nvPr/>
        </p:nvSpPr>
        <p:spPr>
          <a:xfrm rot="0">
            <a:off x="4972685" y="4251325"/>
            <a:ext cx="2570480" cy="27813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U85</a:t>
            </a:r>
            <a:endParaRPr lang="ko-KR" altLang="en-US" sz="1800" b="0">
              <a:solidFill>
                <a:srgbClr val="22364B"/>
              </a:solidFill>
              <a:latin typeface="Poppins" charset="0"/>
              <a:ea typeface="Poppins" charset="0"/>
              <a:cs typeface="Poppins" charset="0"/>
            </a:endParaRPr>
          </a:p>
        </p:txBody>
      </p:sp>
      <p:sp>
        <p:nvSpPr>
          <p:cNvPr id="46" name="Rectangle 45"/>
          <p:cNvSpPr>
            <a:spLocks/>
          </p:cNvSpPr>
          <p:nvPr/>
        </p:nvSpPr>
        <p:spPr>
          <a:xfrm rot="0">
            <a:off x="7642859" y="4150360"/>
            <a:ext cx="4016374" cy="54927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7" name="TextBox 46"/>
          <p:cNvSpPr txBox="1">
            <a:spLocks/>
          </p:cNvSpPr>
          <p:nvPr/>
        </p:nvSpPr>
        <p:spPr>
          <a:xfrm rot="0">
            <a:off x="7761604" y="4251325"/>
            <a:ext cx="3797300" cy="439420"/>
          </a:xfrm>
          <a:prstGeom prst="rect"/>
          <a:noFill/>
        </p:spPr>
        <p:txBody>
          <a:bodyPr wrap="square" lIns="0" tIns="0" rIns="0" bIns="0" numCol="1" vert="horz" anchor="t">
            <a:spAutoFit/>
          </a:bodyPr>
          <a:lstStyle/>
          <a:p>
            <a:pPr marL="0" indent="0">
              <a:spcAft>
                <a:spcPts val="500"/>
              </a:spcAft>
              <a:buFontTx/>
              <a:buNone/>
            </a:pPr>
            <a:r>
              <a:rPr lang="en-US" sz="1800" b="0">
                <a:solidFill>
                  <a:srgbClr val="22364B"/>
                </a:solidFill>
                <a:latin typeface="Poppins" charset="0"/>
                <a:ea typeface="Poppins" charset="0"/>
                <a:cs typeface="Poppins" charset="0"/>
              </a:rPr>
              <a:t>128 / 256 / 512 / 1024 / 2048</a:t>
            </a:r>
            <a:endParaRPr lang="ko-KR" altLang="en-US" sz="1800" b="0">
              <a:solidFill>
                <a:srgbClr val="22364B"/>
              </a:solidFill>
              <a:latin typeface="Poppins" charset="0"/>
              <a:ea typeface="Poppins" charset="0"/>
              <a:cs typeface="Poppins" charset="0"/>
            </a:endParaRPr>
          </a:p>
        </p:txBody>
      </p:sp>
      <p:sp>
        <p:nvSpPr>
          <p:cNvPr id="48" name="Rectangle 47"/>
          <p:cNvSpPr>
            <a:spLocks/>
          </p:cNvSpPr>
          <p:nvPr/>
        </p:nvSpPr>
        <p:spPr>
          <a:xfrm rot="0">
            <a:off x="640080" y="5170805"/>
            <a:ext cx="3063875" cy="47625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49" name="TextBox 48"/>
          <p:cNvSpPr txBox="1">
            <a:spLocks/>
          </p:cNvSpPr>
          <p:nvPr/>
        </p:nvSpPr>
        <p:spPr>
          <a:xfrm rot="0">
            <a:off x="731520" y="5271135"/>
            <a:ext cx="2880995" cy="277495"/>
          </a:xfrm>
          <a:prstGeom prst="rect"/>
          <a:noFill/>
        </p:spPr>
        <p:txBody>
          <a:bodyPr wrap="square" lIns="0" tIns="0" rIns="0" bIns="0" numCol="1" vert="horz" anchor="t">
            <a:spAutoFit/>
          </a:bodyPr>
          <a:lstStyle/>
          <a:p>
            <a:pPr marL="0" indent="0" algn="ctr">
              <a:spcAft>
                <a:spcPts val="500"/>
              </a:spcAft>
              <a:buFontTx/>
              <a:buNone/>
            </a:pPr>
            <a:r>
              <a:rPr lang="en-US" sz="1800" b="1">
                <a:solidFill>
                  <a:srgbClr val="13366B"/>
                </a:solidFill>
                <a:latin typeface="Poppins" charset="0"/>
                <a:ea typeface="Poppins" charset="0"/>
                <a:cs typeface="Poppins" charset="0"/>
              </a:rPr>
              <a:t>CPU </a:t>
            </a:r>
            <a:r>
              <a:rPr lang="en-US" sz="1800" b="1">
                <a:solidFill>
                  <a:srgbClr val="13366B"/>
                </a:solidFill>
                <a:latin typeface="Poppins" charset="0"/>
                <a:ea typeface="Poppins" charset="0"/>
                <a:cs typeface="Poppins" charset="0"/>
              </a:rPr>
              <a:t>-</a:t>
            </a:r>
            <a:r>
              <a:rPr lang="ko-KR" sz="1800" b="1">
                <a:solidFill>
                  <a:srgbClr val="13366B"/>
                </a:solidFill>
                <a:latin typeface="NanumGothic" charset="0"/>
                <a:ea typeface="NanumGothic" charset="0"/>
                <a:cs typeface="NanumGothic" charset="0"/>
              </a:rPr>
              <a:t>런타임</a:t>
            </a:r>
            <a:r>
              <a:rPr lang="en-US" sz="1800" b="1">
                <a:solidFill>
                  <a:srgbClr val="13366B"/>
                </a:solidFill>
                <a:latin typeface="Poppins" charset="0"/>
                <a:ea typeface="Poppins" charset="0"/>
                <a:cs typeface="Poppins" charset="0"/>
              </a:rPr>
              <a:t> / </a:t>
            </a:r>
            <a:r>
              <a:rPr lang="ko-KR" sz="1800" b="1">
                <a:solidFill>
                  <a:srgbClr val="13366B"/>
                </a:solidFill>
                <a:latin typeface="NanumGothic" charset="0"/>
                <a:ea typeface="NanumGothic" charset="0"/>
                <a:cs typeface="NanumGothic" charset="0"/>
              </a:rPr>
              <a:t>드라이버</a:t>
            </a:r>
            <a:endParaRPr lang="ko-KR" altLang="en-US" sz="1800" b="1">
              <a:solidFill>
                <a:srgbClr val="13366B"/>
              </a:solidFill>
              <a:latin typeface="NanumGothic" charset="0"/>
              <a:ea typeface="NanumGothic" charset="0"/>
              <a:cs typeface="NanumGothic" charset="0"/>
            </a:endParaRPr>
          </a:p>
        </p:txBody>
      </p:sp>
      <p:sp>
        <p:nvSpPr>
          <p:cNvPr id="50" name="Rectangle 49"/>
          <p:cNvSpPr>
            <a:spLocks/>
          </p:cNvSpPr>
          <p:nvPr/>
        </p:nvSpPr>
        <p:spPr>
          <a:xfrm rot="0">
            <a:off x="4572000" y="5170805"/>
            <a:ext cx="2972435" cy="47625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51" name="TextBox 50"/>
          <p:cNvSpPr txBox="1">
            <a:spLocks/>
          </p:cNvSpPr>
          <p:nvPr/>
        </p:nvSpPr>
        <p:spPr>
          <a:xfrm rot="0">
            <a:off x="4663440" y="5271135"/>
            <a:ext cx="2789555" cy="277495"/>
          </a:xfrm>
          <a:prstGeom prst="rect"/>
          <a:noFill/>
        </p:spPr>
        <p:txBody>
          <a:bodyPr wrap="square" lIns="0" tIns="0" rIns="0" bIns="0" numCol="1" vert="horz" anchor="t">
            <a:spAutoFit/>
          </a:bodyPr>
          <a:lstStyle/>
          <a:p>
            <a:pPr marL="0" indent="0" algn="ctr">
              <a:spcAft>
                <a:spcPts val="500"/>
              </a:spcAft>
              <a:buFontTx/>
              <a:buNone/>
            </a:pPr>
            <a:r>
              <a:rPr lang="en-US" sz="1800" b="1">
                <a:solidFill>
                  <a:srgbClr val="13366B"/>
                </a:solidFill>
                <a:latin typeface="Poppins" charset="0"/>
                <a:ea typeface="Poppins" charset="0"/>
                <a:cs typeface="Poppins" charset="0"/>
              </a:rPr>
              <a:t>NPU </a:t>
            </a:r>
            <a:r>
              <a:rPr lang="en-US" sz="1800" b="1">
                <a:solidFill>
                  <a:srgbClr val="13366B"/>
                </a:solidFill>
                <a:latin typeface="Poppins" charset="0"/>
                <a:ea typeface="Poppins" charset="0"/>
                <a:cs typeface="Poppins" charset="0"/>
              </a:rPr>
              <a:t>-</a:t>
            </a:r>
            <a:r>
              <a:rPr lang="en-US" sz="1800" b="1">
                <a:solidFill>
                  <a:srgbClr val="13366B"/>
                </a:solidFill>
                <a:latin typeface="Poppins" charset="0"/>
                <a:ea typeface="Poppins" charset="0"/>
                <a:cs typeface="Poppins" charset="0"/>
              </a:rPr>
              <a:t> </a:t>
            </a:r>
            <a:r>
              <a:rPr lang="ko-KR" sz="1800" b="1">
                <a:solidFill>
                  <a:srgbClr val="13366B"/>
                </a:solidFill>
                <a:latin typeface="NanumGothic" charset="0"/>
                <a:ea typeface="NanumGothic" charset="0"/>
                <a:cs typeface="NanumGothic" charset="0"/>
              </a:rPr>
              <a:t>연산</a:t>
            </a:r>
            <a:r>
              <a:rPr lang="en-US" sz="1800" b="1">
                <a:solidFill>
                  <a:srgbClr val="13366B"/>
                </a:solidFill>
                <a:latin typeface="Poppins" charset="0"/>
                <a:ea typeface="Poppins" charset="0"/>
                <a:cs typeface="Poppins" charset="0"/>
              </a:rPr>
              <a:t> / DMA</a:t>
            </a:r>
            <a:endParaRPr lang="ko-KR" altLang="en-US" sz="1800" b="1">
              <a:solidFill>
                <a:srgbClr val="13366B"/>
              </a:solidFill>
              <a:latin typeface="Poppins" charset="0"/>
              <a:ea typeface="Poppins" charset="0"/>
              <a:cs typeface="Poppins" charset="0"/>
            </a:endParaRPr>
          </a:p>
        </p:txBody>
      </p:sp>
      <p:sp>
        <p:nvSpPr>
          <p:cNvPr id="52" name="Rectangle 51"/>
          <p:cNvSpPr>
            <a:spLocks/>
          </p:cNvSpPr>
          <p:nvPr/>
        </p:nvSpPr>
        <p:spPr>
          <a:xfrm rot="0">
            <a:off x="8412480" y="5170805"/>
            <a:ext cx="3109595" cy="47625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53" name="TextBox 52"/>
          <p:cNvSpPr txBox="1">
            <a:spLocks/>
          </p:cNvSpPr>
          <p:nvPr/>
        </p:nvSpPr>
        <p:spPr>
          <a:xfrm rot="0">
            <a:off x="8503920" y="5271135"/>
            <a:ext cx="2926715" cy="274955"/>
          </a:xfrm>
          <a:prstGeom prst="rect"/>
          <a:noFill/>
        </p:spPr>
        <p:txBody>
          <a:bodyPr wrap="square" lIns="0" tIns="0" rIns="0" bIns="0" numCol="1" vert="horz" anchor="t">
            <a:spAutoFit/>
          </a:bodyPr>
          <a:lstStyle/>
          <a:p>
            <a:pPr marL="0" indent="0" algn="ctr">
              <a:spcAft>
                <a:spcPts val="500"/>
              </a:spcAft>
              <a:buFontTx/>
              <a:buNone/>
            </a:pPr>
            <a:r>
              <a:rPr lang="en-US" sz="1800" b="1">
                <a:solidFill>
                  <a:srgbClr val="13366B"/>
                </a:solidFill>
                <a:latin typeface="Poppins" charset="0"/>
                <a:ea typeface="Poppins" charset="0"/>
                <a:cs typeface="Poppins" charset="0"/>
              </a:rPr>
              <a:t>SRAM / </a:t>
            </a:r>
            <a:r>
              <a:rPr lang="ko-KR" sz="1800" b="1">
                <a:solidFill>
                  <a:srgbClr val="13366B"/>
                </a:solidFill>
                <a:latin typeface="NanumGothic" charset="0"/>
                <a:ea typeface="NanumGothic" charset="0"/>
                <a:cs typeface="NanumGothic" charset="0"/>
              </a:rPr>
              <a:t>외부</a:t>
            </a:r>
            <a:r>
              <a:rPr lang="en-US" sz="1800" b="1">
                <a:solidFill>
                  <a:srgbClr val="13366B"/>
                </a:solidFill>
                <a:latin typeface="Poppins" charset="0"/>
                <a:ea typeface="Poppins" charset="0"/>
                <a:cs typeface="Poppins" charset="0"/>
              </a:rPr>
              <a:t> </a:t>
            </a:r>
            <a:r>
              <a:rPr lang="ko-KR" sz="1800" b="1">
                <a:solidFill>
                  <a:srgbClr val="13366B"/>
                </a:solidFill>
                <a:latin typeface="NanumGothic" charset="0"/>
                <a:ea typeface="NanumGothic" charset="0"/>
                <a:cs typeface="NanumGothic" charset="0"/>
              </a:rPr>
              <a:t>메모리</a:t>
            </a:r>
            <a:endParaRPr lang="ko-KR" altLang="en-US" sz="1800" b="1">
              <a:solidFill>
                <a:srgbClr val="13366B"/>
              </a:solidFill>
              <a:latin typeface="NanumGothic" charset="0"/>
              <a:ea typeface="NanumGothic" charset="0"/>
              <a:cs typeface="NanumGothic" charset="0"/>
            </a:endParaRPr>
          </a:p>
        </p:txBody>
      </p:sp>
      <p:sp>
        <p:nvSpPr>
          <p:cNvPr id="54" name="TextBox 53"/>
          <p:cNvSpPr txBox="1">
            <a:spLocks/>
          </p:cNvSpPr>
          <p:nvPr/>
        </p:nvSpPr>
        <p:spPr>
          <a:xfrm rot="0">
            <a:off x="3886200" y="5179695"/>
            <a:ext cx="457835" cy="457835"/>
          </a:xfrm>
          <a:prstGeom prst="rect"/>
          <a:noFill/>
        </p:spPr>
        <p:txBody>
          <a:bodyPr wrap="square" lIns="0" tIns="0" rIns="0" bIns="0" numCol="1" vert="horz" anchor="t">
            <a:spAutoFit/>
          </a:bodyPr>
          <a:lstStyle/>
          <a:p>
            <a:pPr marL="0" indent="0">
              <a:spcAft>
                <a:spcPts val="500"/>
              </a:spcAft>
              <a:buFontTx/>
              <a:buNone/>
            </a:pPr>
            <a:r>
              <a:rPr lang="ko-KR" sz="2700" b="0">
                <a:solidFill>
                  <a:srgbClr val="13366B"/>
                </a:solidFill>
                <a:latin typeface="NanumGothic" charset="0"/>
                <a:ea typeface="NanumGothic" charset="0"/>
                <a:cs typeface="NanumGothic" charset="0"/>
              </a:rPr>
              <a:t>→</a:t>
            </a:r>
            <a:endParaRPr lang="ko-KR" altLang="en-US" sz="2700" b="0">
              <a:solidFill>
                <a:srgbClr val="13366B"/>
              </a:solidFill>
              <a:latin typeface="NanumGothic" charset="0"/>
              <a:ea typeface="NanumGothic" charset="0"/>
              <a:cs typeface="NanumGothic" charset="0"/>
            </a:endParaRPr>
          </a:p>
        </p:txBody>
      </p:sp>
      <p:sp>
        <p:nvSpPr>
          <p:cNvPr id="55" name="TextBox 54"/>
          <p:cNvSpPr txBox="1">
            <a:spLocks/>
          </p:cNvSpPr>
          <p:nvPr/>
        </p:nvSpPr>
        <p:spPr>
          <a:xfrm rot="0">
            <a:off x="7772400" y="5179695"/>
            <a:ext cx="457835" cy="457835"/>
          </a:xfrm>
          <a:prstGeom prst="rect"/>
          <a:noFill/>
        </p:spPr>
        <p:txBody>
          <a:bodyPr wrap="square" lIns="0" tIns="0" rIns="0" bIns="0" numCol="1" vert="horz" anchor="t">
            <a:spAutoFit/>
          </a:bodyPr>
          <a:lstStyle/>
          <a:p>
            <a:pPr marL="0" indent="0">
              <a:spcAft>
                <a:spcPts val="500"/>
              </a:spcAft>
              <a:buFontTx/>
              <a:buNone/>
            </a:pPr>
            <a:r>
              <a:rPr lang="ko-KR" sz="2700" b="0">
                <a:solidFill>
                  <a:srgbClr val="13366B"/>
                </a:solidFill>
                <a:latin typeface="NanumGothic" charset="0"/>
                <a:ea typeface="NanumGothic" charset="0"/>
                <a:cs typeface="NanumGothic" charset="0"/>
              </a:rPr>
              <a:t>↔</a:t>
            </a:r>
            <a:endParaRPr lang="ko-KR" altLang="en-US" sz="2700" b="0">
              <a:solidFill>
                <a:srgbClr val="13366B"/>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상자 6"/>
          <p:cNvSpPr txBox="1">
            <a:spLocks/>
          </p:cNvSpPr>
          <p:nvPr/>
        </p:nvSpPr>
        <p:spPr>
          <a:xfrm rot="0">
            <a:off x="773430" y="3038475"/>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2. 실험구성과 조건</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8480" cy="548640"/>
          </a:xfrm>
          <a:prstGeom prst="rect">
            <a:avLst/>
          </a:prstGeom>
          <a:noFill/>
        </p:spPr>
        <p:txBody>
          <a:bodyPr wrap="square" lIns="0" rIns="0" tIns="0" bIns="0">
            <a:spAutoFit/>
          </a:bodyPr>
          <a:lstStyle/>
          <a:p>
            <a:pPr>
              <a:spcAft>
                <a:spcPts val="500"/>
              </a:spcAft>
            </a:pPr>
            <a:r>
              <a:rPr sz="2700" b="1" lang="ko-KR">
                <a:solidFill>
                  <a:srgbClr val="FFFFFF"/>
                </a:solidFill>
                <a:latin typeface="NanumGothic"/>
                <a:ea typeface="NanumGothic"/>
                <a:cs typeface="NanumGothic"/>
              </a:rPr>
              <a:t>실험 절차와 측정 범위</a:t>
            </a:r>
          </a:p>
        </p:txBody>
      </p:sp>
      <p:sp>
        <p:nvSpPr>
          <p:cNvPr id="3" name="TextBox 2"/>
          <p:cNvSpPr txBox="1"/>
          <p:nvPr/>
        </p:nvSpPr>
        <p:spPr>
          <a:xfrm>
            <a:off x="11064240" y="365760"/>
            <a:ext cx="658495" cy="274320"/>
          </a:xfrm>
          <a:prstGeom prst="rect">
            <a:avLst/>
          </a:prstGeom>
          <a:noFill/>
        </p:spPr>
        <p:txBody>
          <a:bodyPr wrap="square" lIns="0" rIns="0" tIns="0" bIns="0">
            <a:spAutoFit/>
          </a:bodyPr>
          <a:lstStyle/>
          <a:p>
            <a:pPr algn="r">
              <a:spcAft>
                <a:spcPts val="500"/>
              </a:spcAft>
            </a:pPr>
            <a:r>
              <a:rPr sz="1300" b="0" lang="en-US">
                <a:solidFill>
                  <a:srgbClr val="FFFFFF"/>
                </a:solidFill>
                <a:latin typeface="Poppins"/>
                <a:ea typeface="Poppins"/>
                <a:cs typeface="Poppins"/>
              </a:rPr>
              <a:t>08</a:t>
            </a:r>
          </a:p>
        </p:txBody>
      </p:sp>
      <p:sp>
        <p:nvSpPr>
          <p:cNvPr id="4" name="TextBox 3"/>
          <p:cNvSpPr txBox="1"/>
          <p:nvPr/>
        </p:nvSpPr>
        <p:spPr>
          <a:xfrm>
            <a:off x="502920" y="1243330"/>
            <a:ext cx="11064875" cy="292735"/>
          </a:xfrm>
          <a:prstGeom prst="rect">
            <a:avLst/>
          </a:prstGeom>
          <a:noFill/>
        </p:spPr>
        <p:txBody>
          <a:bodyPr wrap="square" lIns="0" tIns="0" rIns="0" bIns="0" numCol="1" vert="horz" anchor="t">
            <a:spAutoFit/>
          </a:bodyPr>
          <a:lstStyle/>
          <a:p>
            <a:pPr marL="0" indent="0">
              <a:spcAft>
                <a:spcPts val="500"/>
              </a:spcAft>
              <a:buFontTx/>
              <a:buNone/>
            </a:pPr>
            <a:r>
              <a:rPr lang="ko-KR" sz="1900" b="0">
                <a:solidFill>
                  <a:srgbClr val="566577"/>
                </a:solidFill>
                <a:latin typeface="NanumGothic" charset="0"/>
                <a:ea typeface="NanumGothic" charset="0"/>
                <a:cs typeface="NanumGothic" charset="0"/>
              </a:rPr>
              <a:t>컴파일</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a:t>
            </a:r>
            <a:r>
              <a:rPr lang="en-US" sz="1900" b="0">
                <a:solidFill>
                  <a:srgbClr val="566577"/>
                </a:solidFill>
                <a:latin typeface="Poppins" charset="0"/>
                <a:ea typeface="Poppins" charset="0"/>
                <a:cs typeface="Poppins" charset="0"/>
              </a:rPr>
              <a:t> FVP </a:t>
            </a:r>
            <a:r>
              <a:rPr lang="ko-KR" sz="1900" b="0">
                <a:solidFill>
                  <a:srgbClr val="566577"/>
                </a:solidFill>
                <a:latin typeface="NanumGothic" charset="0"/>
                <a:ea typeface="NanumGothic" charset="0"/>
                <a:cs typeface="NanumGothic" charset="0"/>
              </a:rPr>
              <a:t>실행</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전체</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모델</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계측</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Operator</a:t>
            </a:r>
            <a:r>
              <a:rPr lang="en-US" sz="1900" b="0">
                <a:solidFill>
                  <a:srgbClr val="566577"/>
                </a:solidFill>
                <a:latin typeface="Poppins" charset="0"/>
                <a:ea typeface="Poppins" charset="0"/>
                <a:cs typeface="Poppins" charset="0"/>
              </a:rPr>
              <a:t> </a:t>
            </a:r>
            <a:r>
              <a:rPr lang="ko-KR" sz="1900" b="0">
                <a:solidFill>
                  <a:srgbClr val="566577"/>
                </a:solidFill>
                <a:latin typeface="NanumGothic" charset="0"/>
                <a:ea typeface="NanumGothic" charset="0"/>
                <a:cs typeface="NanumGothic" charset="0"/>
              </a:rPr>
              <a:t>분석</a:t>
            </a:r>
            <a:endParaRPr lang="ko-KR" altLang="en-US" sz="1900" b="0">
              <a:solidFill>
                <a:srgbClr val="566577"/>
              </a:solidFill>
              <a:latin typeface="NanumGothic" charset="0"/>
              <a:ea typeface="NanumGothic" charset="0"/>
              <a:cs typeface="NanumGothic" charset="0"/>
            </a:endParaRPr>
          </a:p>
        </p:txBody>
      </p:sp>
      <p:sp>
        <p:nvSpPr>
          <p:cNvPr id="8" name="Rectangle 7"/>
          <p:cNvSpPr>
            <a:spLocks/>
          </p:cNvSpPr>
          <p:nvPr/>
        </p:nvSpPr>
        <p:spPr>
          <a:xfrm rot="0">
            <a:off x="594360" y="2199005"/>
            <a:ext cx="2240915" cy="686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9" name="TextBox 8"/>
          <p:cNvSpPr txBox="1">
            <a:spLocks/>
          </p:cNvSpPr>
          <p:nvPr/>
        </p:nvSpPr>
        <p:spPr>
          <a:xfrm rot="0">
            <a:off x="704215" y="2381885"/>
            <a:ext cx="2021205" cy="347980"/>
          </a:xfrm>
          <a:prstGeom prst="rect"/>
          <a:noFill/>
        </p:spPr>
        <p:txBody>
          <a:bodyPr wrap="square" lIns="0" tIns="0" rIns="0" bIns="0" numCol="1" vert="horz" anchor="t">
            <a:spAutoFit/>
          </a:bodyPr>
          <a:lstStyle/>
          <a:p>
            <a:pPr marL="0" indent="0" algn="ctr">
              <a:spcAft>
                <a:spcPts val="500"/>
              </a:spcAft>
              <a:buFontTx/>
              <a:buNone/>
            </a:pPr>
            <a:r>
              <a:rPr lang="en-US" sz="2300" b="1">
                <a:solidFill>
                  <a:srgbClr val="13366B"/>
                </a:solidFill>
                <a:latin typeface="Poppins" charset="0"/>
                <a:ea typeface="Poppins" charset="0"/>
                <a:cs typeface="Poppins" charset="0"/>
              </a:rPr>
              <a:t>INT8 </a:t>
            </a:r>
            <a:r>
              <a:rPr lang="ko-KR" sz="2300" b="1">
                <a:solidFill>
                  <a:srgbClr val="13366B"/>
                </a:solidFill>
                <a:latin typeface="NanumGothic" charset="0"/>
                <a:ea typeface="NanumGothic" charset="0"/>
                <a:cs typeface="NanumGothic" charset="0"/>
              </a:rPr>
              <a:t>모델</a:t>
            </a:r>
            <a:endParaRPr lang="ko-KR" altLang="en-US" sz="2300" b="1">
              <a:solidFill>
                <a:srgbClr val="13366B"/>
              </a:solidFill>
              <a:latin typeface="NanumGothic" charset="0"/>
              <a:ea typeface="NanumGothic" charset="0"/>
              <a:cs typeface="NanumGothic" charset="0"/>
            </a:endParaRPr>
          </a:p>
        </p:txBody>
      </p:sp>
      <p:sp>
        <p:nvSpPr>
          <p:cNvPr id="10" name="Rectangle 9"/>
          <p:cNvSpPr>
            <a:spLocks/>
          </p:cNvSpPr>
          <p:nvPr/>
        </p:nvSpPr>
        <p:spPr>
          <a:xfrm rot="0">
            <a:off x="3474720" y="2199005"/>
            <a:ext cx="2286635" cy="686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1" name="TextBox 10"/>
          <p:cNvSpPr txBox="1">
            <a:spLocks/>
          </p:cNvSpPr>
          <p:nvPr/>
        </p:nvSpPr>
        <p:spPr>
          <a:xfrm rot="0">
            <a:off x="3584575" y="2381885"/>
            <a:ext cx="2066924" cy="347980"/>
          </a:xfrm>
          <a:prstGeom prst="rect"/>
          <a:noFill/>
        </p:spPr>
        <p:txBody>
          <a:bodyPr wrap="square" lIns="0" tIns="0" rIns="0" bIns="0" numCol="1" vert="horz" anchor="t">
            <a:spAutoFit/>
          </a:bodyPr>
          <a:lstStyle/>
          <a:p>
            <a:pPr marL="0" indent="0" algn="ctr">
              <a:spcAft>
                <a:spcPts val="500"/>
              </a:spcAft>
              <a:buFontTx/>
              <a:buNone/>
            </a:pPr>
            <a:r>
              <a:rPr lang="en-US" sz="2300" b="1">
                <a:solidFill>
                  <a:srgbClr val="13366B"/>
                </a:solidFill>
                <a:latin typeface="Poppins" charset="0"/>
                <a:ea typeface="Poppins" charset="0"/>
                <a:cs typeface="Poppins" charset="0"/>
              </a:rPr>
              <a:t>Vela </a:t>
            </a:r>
            <a:r>
              <a:rPr lang="ko-KR" sz="2300" b="1">
                <a:solidFill>
                  <a:srgbClr val="13366B"/>
                </a:solidFill>
                <a:latin typeface="NanumGothic" charset="0"/>
                <a:ea typeface="NanumGothic" charset="0"/>
                <a:cs typeface="NanumGothic" charset="0"/>
              </a:rPr>
              <a:t>컴파일</a:t>
            </a:r>
            <a:endParaRPr lang="ko-KR" altLang="en-US" sz="2300" b="1">
              <a:solidFill>
                <a:srgbClr val="13366B"/>
              </a:solidFill>
              <a:latin typeface="NanumGothic" charset="0"/>
              <a:ea typeface="NanumGothic" charset="0"/>
              <a:cs typeface="NanumGothic" charset="0"/>
            </a:endParaRPr>
          </a:p>
        </p:txBody>
      </p:sp>
      <p:sp>
        <p:nvSpPr>
          <p:cNvPr id="12" name="Rectangle 11"/>
          <p:cNvSpPr>
            <a:spLocks/>
          </p:cNvSpPr>
          <p:nvPr/>
        </p:nvSpPr>
        <p:spPr>
          <a:xfrm rot="0">
            <a:off x="6400800" y="2199005"/>
            <a:ext cx="2240915" cy="686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3" name="TextBox 12"/>
          <p:cNvSpPr txBox="1">
            <a:spLocks/>
          </p:cNvSpPr>
          <p:nvPr/>
        </p:nvSpPr>
        <p:spPr>
          <a:xfrm rot="0">
            <a:off x="6510655" y="2381885"/>
            <a:ext cx="2021205" cy="347980"/>
          </a:xfrm>
          <a:prstGeom prst="rect"/>
          <a:noFill/>
        </p:spPr>
        <p:txBody>
          <a:bodyPr wrap="square" lIns="0" tIns="0" rIns="0" bIns="0" numCol="1" vert="horz" anchor="t">
            <a:spAutoFit/>
          </a:bodyPr>
          <a:lstStyle/>
          <a:p>
            <a:pPr marL="0" indent="0" algn="ctr">
              <a:spcAft>
                <a:spcPts val="500"/>
              </a:spcAft>
              <a:buFontTx/>
              <a:buNone/>
            </a:pPr>
            <a:r>
              <a:rPr lang="en-US" sz="2300" b="1">
                <a:solidFill>
                  <a:srgbClr val="13366B"/>
                </a:solidFill>
                <a:latin typeface="Poppins" charset="0"/>
                <a:ea typeface="Poppins" charset="0"/>
                <a:cs typeface="Poppins" charset="0"/>
              </a:rPr>
              <a:t>FVP </a:t>
            </a:r>
            <a:r>
              <a:rPr lang="ko-KR" sz="2300" b="1">
                <a:solidFill>
                  <a:srgbClr val="13366B"/>
                </a:solidFill>
                <a:latin typeface="NanumGothic" charset="0"/>
                <a:ea typeface="NanumGothic" charset="0"/>
                <a:cs typeface="NanumGothic" charset="0"/>
              </a:rPr>
              <a:t>실행</a:t>
            </a:r>
            <a:endParaRPr lang="ko-KR" altLang="en-US" sz="2300" b="1">
              <a:solidFill>
                <a:srgbClr val="13366B"/>
              </a:solidFill>
              <a:latin typeface="NanumGothic" charset="0"/>
              <a:ea typeface="NanumGothic" charset="0"/>
              <a:cs typeface="NanumGothic" charset="0"/>
            </a:endParaRPr>
          </a:p>
        </p:txBody>
      </p:sp>
      <p:sp>
        <p:nvSpPr>
          <p:cNvPr id="14" name="Rectangle 13"/>
          <p:cNvSpPr>
            <a:spLocks/>
          </p:cNvSpPr>
          <p:nvPr/>
        </p:nvSpPr>
        <p:spPr>
          <a:xfrm rot="0">
            <a:off x="9235440" y="2199005"/>
            <a:ext cx="2332355" cy="6864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algn="ctr">
              <a:buFontTx/>
              <a:buNone/>
            </a:pPr>
            <a:endParaRPr lang="ko-KR" altLang="en-US" sz="1800">
              <a:solidFill>
                <a:schemeClr val="tx1"/>
              </a:solidFill>
              <a:latin typeface="Poppins" charset="0"/>
              <a:ea typeface="NanumGothic" charset="0"/>
              <a:cs typeface="Poppins" charset="0"/>
            </a:endParaRPr>
          </a:p>
        </p:txBody>
      </p:sp>
      <p:sp>
        <p:nvSpPr>
          <p:cNvPr id="15" name="TextBox 14"/>
          <p:cNvSpPr txBox="1">
            <a:spLocks/>
          </p:cNvSpPr>
          <p:nvPr/>
        </p:nvSpPr>
        <p:spPr>
          <a:xfrm rot="0">
            <a:off x="9345295" y="2381885"/>
            <a:ext cx="2112645" cy="347980"/>
          </a:xfrm>
          <a:prstGeom prst="rect"/>
          <a:noFill/>
        </p:spPr>
        <p:txBody>
          <a:bodyPr wrap="square" lIns="0" tIns="0" rIns="0" bIns="0" numCol="1" vert="horz" anchor="t">
            <a:spAutoFit/>
          </a:bodyPr>
          <a:lstStyle/>
          <a:p>
            <a:pPr marL="0" indent="0" algn="ctr">
              <a:spcAft>
                <a:spcPts val="500"/>
              </a:spcAft>
              <a:buFontTx/>
              <a:buNone/>
            </a:pPr>
            <a:r>
              <a:rPr lang="en-US" sz="2300" b="1">
                <a:solidFill>
                  <a:srgbClr val="13366B"/>
                </a:solidFill>
                <a:latin typeface="Poppins" charset="0"/>
                <a:ea typeface="Poppins" charset="0"/>
                <a:cs typeface="Poppins" charset="0"/>
              </a:rPr>
              <a:t>PMU </a:t>
            </a:r>
            <a:r>
              <a:rPr lang="ko-KR" sz="2300" b="1">
                <a:solidFill>
                  <a:srgbClr val="13366B"/>
                </a:solidFill>
                <a:latin typeface="NanumGothic" charset="0"/>
                <a:ea typeface="NanumGothic" charset="0"/>
                <a:cs typeface="NanumGothic" charset="0"/>
              </a:rPr>
              <a:t>수집</a:t>
            </a:r>
            <a:endParaRPr lang="ko-KR" altLang="en-US" sz="2300" b="1">
              <a:solidFill>
                <a:srgbClr val="13366B"/>
              </a:solidFill>
              <a:latin typeface="NanumGothic" charset="0"/>
              <a:ea typeface="NanumGothic" charset="0"/>
              <a:cs typeface="NanumGothic" charset="0"/>
            </a:endParaRPr>
          </a:p>
        </p:txBody>
      </p:sp>
      <p:sp>
        <p:nvSpPr>
          <p:cNvPr id="16" name="TextBox 15"/>
          <p:cNvSpPr txBox="1">
            <a:spLocks/>
          </p:cNvSpPr>
          <p:nvPr/>
        </p:nvSpPr>
        <p:spPr>
          <a:xfrm rot="0">
            <a:off x="2971800" y="2327275"/>
            <a:ext cx="366395" cy="366395"/>
          </a:xfrm>
          <a:prstGeom prst="rect"/>
          <a:noFill/>
        </p:spPr>
        <p:txBody>
          <a:bodyPr wrap="square" lIns="0" tIns="0" rIns="0" bIns="0" numCol="1" vert="horz" anchor="t">
            <a:spAutoFit/>
          </a:bodyPr>
          <a:lstStyle/>
          <a:p>
            <a:pPr marL="0" indent="0">
              <a:spcAft>
                <a:spcPts val="500"/>
              </a:spcAft>
              <a:buFontTx/>
              <a:buNone/>
            </a:pPr>
            <a:r>
              <a:rPr lang="ko-KR" sz="2600" b="0">
                <a:solidFill>
                  <a:srgbClr val="13366B"/>
                </a:solidFill>
                <a:latin typeface="NanumGothic" charset="0"/>
                <a:ea typeface="NanumGothic" charset="0"/>
                <a:cs typeface="NanumGothic" charset="0"/>
              </a:rPr>
              <a:t>→</a:t>
            </a:r>
            <a:endParaRPr lang="ko-KR" altLang="en-US" sz="2600" b="0">
              <a:solidFill>
                <a:srgbClr val="13366B"/>
              </a:solidFill>
              <a:latin typeface="NanumGothic" charset="0"/>
              <a:ea typeface="NanumGothic" charset="0"/>
              <a:cs typeface="NanumGothic" charset="0"/>
            </a:endParaRPr>
          </a:p>
        </p:txBody>
      </p:sp>
      <p:sp>
        <p:nvSpPr>
          <p:cNvPr id="17" name="TextBox 16"/>
          <p:cNvSpPr txBox="1">
            <a:spLocks/>
          </p:cNvSpPr>
          <p:nvPr/>
        </p:nvSpPr>
        <p:spPr>
          <a:xfrm rot="0">
            <a:off x="5897880" y="2327275"/>
            <a:ext cx="366395" cy="366395"/>
          </a:xfrm>
          <a:prstGeom prst="rect"/>
          <a:noFill/>
        </p:spPr>
        <p:txBody>
          <a:bodyPr wrap="square" lIns="0" tIns="0" rIns="0" bIns="0" numCol="1" vert="horz" anchor="t">
            <a:spAutoFit/>
          </a:bodyPr>
          <a:lstStyle/>
          <a:p>
            <a:pPr marL="0" indent="0">
              <a:spcAft>
                <a:spcPts val="500"/>
              </a:spcAft>
              <a:buFontTx/>
              <a:buNone/>
            </a:pPr>
            <a:r>
              <a:rPr lang="ko-KR" sz="2600" b="0">
                <a:solidFill>
                  <a:srgbClr val="13366B"/>
                </a:solidFill>
                <a:latin typeface="NanumGothic" charset="0"/>
                <a:ea typeface="NanumGothic" charset="0"/>
                <a:cs typeface="NanumGothic" charset="0"/>
              </a:rPr>
              <a:t>→</a:t>
            </a:r>
            <a:endParaRPr lang="ko-KR" altLang="en-US" sz="2600" b="0">
              <a:solidFill>
                <a:srgbClr val="13366B"/>
              </a:solidFill>
              <a:latin typeface="NanumGothic" charset="0"/>
              <a:ea typeface="NanumGothic" charset="0"/>
              <a:cs typeface="NanumGothic" charset="0"/>
            </a:endParaRPr>
          </a:p>
        </p:txBody>
      </p:sp>
      <p:sp>
        <p:nvSpPr>
          <p:cNvPr id="18" name="TextBox 17"/>
          <p:cNvSpPr txBox="1">
            <a:spLocks/>
          </p:cNvSpPr>
          <p:nvPr/>
        </p:nvSpPr>
        <p:spPr>
          <a:xfrm rot="0">
            <a:off x="8705215" y="2327275"/>
            <a:ext cx="366395" cy="366395"/>
          </a:xfrm>
          <a:prstGeom prst="rect"/>
          <a:noFill/>
        </p:spPr>
        <p:txBody>
          <a:bodyPr wrap="square" lIns="0" tIns="0" rIns="0" bIns="0" numCol="1" vert="horz" anchor="t">
            <a:spAutoFit/>
          </a:bodyPr>
          <a:lstStyle/>
          <a:p>
            <a:pPr marL="0" indent="0">
              <a:spcAft>
                <a:spcPts val="500"/>
              </a:spcAft>
              <a:buFontTx/>
              <a:buNone/>
            </a:pPr>
            <a:r>
              <a:rPr lang="ko-KR" sz="2600" b="0">
                <a:solidFill>
                  <a:srgbClr val="13366B"/>
                </a:solidFill>
                <a:latin typeface="NanumGothic" charset="0"/>
                <a:ea typeface="NanumGothic" charset="0"/>
                <a:cs typeface="NanumGothic" charset="0"/>
              </a:rPr>
              <a:t>→</a:t>
            </a:r>
            <a:endParaRPr lang="ko-KR" altLang="en-US" sz="2600" b="0">
              <a:solidFill>
                <a:srgbClr val="13366B"/>
              </a:solidFill>
              <a:latin typeface="NanumGothic" charset="0"/>
              <a:ea typeface="NanumGothic" charset="0"/>
              <a:cs typeface="NanumGothic" charset="0"/>
            </a:endParaRPr>
          </a:p>
        </p:txBody>
      </p:sp>
      <p:sp>
        <p:nvSpPr>
          <p:cNvPr id="19" name="TextBox 18"/>
          <p:cNvSpPr txBox="1">
            <a:spLocks/>
          </p:cNvSpPr>
          <p:nvPr/>
        </p:nvSpPr>
        <p:spPr>
          <a:xfrm rot="0">
            <a:off x="640080" y="3451860"/>
            <a:ext cx="3338195" cy="439420"/>
          </a:xfrm>
          <a:prstGeom prst="rect"/>
          <a:noFill/>
        </p:spPr>
        <p:txBody>
          <a:bodyPr wrap="square" lIns="0" tIns="0" rIns="0" bIns="0" numCol="1" vert="horz" anchor="t">
            <a:spAutoFit/>
          </a:bodyPr>
          <a:lstStyle/>
          <a:p>
            <a:pPr marL="0" indent="0">
              <a:spcAft>
                <a:spcPts val="500"/>
              </a:spcAft>
              <a:buFontTx/>
              <a:buNone/>
            </a:pPr>
            <a:r>
              <a:rPr lang="ko-KR" sz="2400" b="1">
                <a:solidFill>
                  <a:srgbClr val="13366B"/>
                </a:solidFill>
                <a:latin typeface="NanumGothic" charset="0"/>
                <a:ea typeface="NanumGothic" charset="0"/>
                <a:cs typeface="NanumGothic" charset="0"/>
              </a:rPr>
              <a:t>전체</a:t>
            </a:r>
            <a:r>
              <a:rPr lang="en-US" sz="2400" b="1">
                <a:solidFill>
                  <a:srgbClr val="13366B"/>
                </a:solidFill>
                <a:latin typeface="Poppins" charset="0"/>
                <a:ea typeface="Poppins" charset="0"/>
                <a:cs typeface="Poppins" charset="0"/>
              </a:rPr>
              <a:t> </a:t>
            </a:r>
            <a:r>
              <a:rPr lang="ko-KR" sz="2400" b="1">
                <a:solidFill>
                  <a:srgbClr val="13366B"/>
                </a:solidFill>
                <a:latin typeface="NanumGothic" charset="0"/>
                <a:ea typeface="NanumGothic" charset="0"/>
                <a:cs typeface="NanumGothic" charset="0"/>
              </a:rPr>
              <a:t>모델</a:t>
            </a:r>
            <a:endParaRPr lang="ko-KR" altLang="en-US" sz="2400" b="1">
              <a:solidFill>
                <a:srgbClr val="13366B"/>
              </a:solidFill>
              <a:latin typeface="NanumGothic" charset="0"/>
              <a:ea typeface="NanumGothic" charset="0"/>
              <a:cs typeface="NanumGothic" charset="0"/>
            </a:endParaRPr>
          </a:p>
        </p:txBody>
      </p:sp>
      <p:sp>
        <p:nvSpPr>
          <p:cNvPr id="20" name="TextBox 19"/>
          <p:cNvSpPr txBox="1">
            <a:spLocks/>
          </p:cNvSpPr>
          <p:nvPr/>
        </p:nvSpPr>
        <p:spPr>
          <a:xfrm rot="0">
            <a:off x="640080" y="4110354"/>
            <a:ext cx="3338195" cy="1232535"/>
          </a:xfrm>
          <a:prstGeom prst="rect"/>
          <a:noFill/>
        </p:spPr>
        <p:txBody>
          <a:bodyPr wrap="square" lIns="0" tIns="0" rIns="0" bIns="0" numCol="1" vert="horz" anchor="t">
            <a:spAutoFit/>
          </a:bodyPr>
          <a:lstStyle/>
          <a:p>
            <a:pPr marL="0" indent="0">
              <a:spcAft>
                <a:spcPts val="500"/>
              </a:spcAft>
              <a:buFontTx/>
              <a:buNone/>
            </a:pPr>
            <a:r>
              <a:rPr lang="en-US" sz="1900" b="0">
                <a:solidFill>
                  <a:srgbClr val="22364B"/>
                </a:solidFill>
                <a:latin typeface="Poppins" charset="0"/>
                <a:ea typeface="Poppins" charset="0"/>
                <a:cs typeface="Poppins" charset="0"/>
              </a:rPr>
              <a:t>total cycles </a:t>
            </a:r>
            <a:r>
              <a:rPr lang="en-US" sz="1900" b="0">
                <a:solidFill>
                  <a:srgbClr val="22364B"/>
                </a:solidFill>
                <a:latin typeface="Poppins" charset="0"/>
                <a:ea typeface="Poppins" charset="0"/>
                <a:cs typeface="Poppins" charset="0"/>
              </a:rPr>
              <a:t>/</a:t>
            </a:r>
            <a:r>
              <a:rPr lang="en-US" sz="1900" b="0">
                <a:solidFill>
                  <a:srgbClr val="22364B"/>
                </a:solidFill>
                <a:latin typeface="Poppins" charset="0"/>
                <a:ea typeface="Poppins" charset="0"/>
                <a:cs typeface="Poppins" charset="0"/>
              </a:rPr>
              <a:t> active cycles</a:t>
            </a:r>
            <a:endParaRPr lang="ko-KR" altLang="en-US" sz="1900" b="0">
              <a:solidFill>
                <a:srgbClr val="22364B"/>
              </a:solidFill>
              <a:latin typeface="Poppins" charset="0"/>
              <a:ea typeface="Poppins" charset="0"/>
              <a:cs typeface="Poppins" charset="0"/>
            </a:endParaRPr>
          </a:p>
          <a:p>
            <a:pPr marL="0" indent="0">
              <a:buFontTx/>
              <a:buNone/>
            </a:pPr>
            <a:r>
              <a:rPr lang="en-US" sz="1900" b="0">
                <a:solidFill>
                  <a:srgbClr val="22364B"/>
                </a:solidFill>
                <a:latin typeface="Poppins" charset="0"/>
                <a:ea typeface="Poppins" charset="0"/>
                <a:cs typeface="Poppins" charset="0"/>
              </a:rPr>
              <a:t>메모리 read/write beats</a:t>
            </a:r>
            <a:endParaRPr lang="ko-KR" altLang="en-US" sz="1900" b="0">
              <a:solidFill>
                <a:srgbClr val="22364B"/>
              </a:solidFill>
              <a:latin typeface="Poppins" charset="0"/>
              <a:ea typeface="Poppins" charset="0"/>
              <a:cs typeface="Poppins" charset="0"/>
            </a:endParaRPr>
          </a:p>
          <a:p>
            <a:pPr marL="0" indent="0">
              <a:buFontTx/>
              <a:buNone/>
            </a:pPr>
            <a:r>
              <a:rPr lang="en-US" sz="1900" b="0">
                <a:solidFill>
                  <a:srgbClr val="22364B"/>
                </a:solidFill>
                <a:latin typeface="Poppins" charset="0"/>
                <a:ea typeface="Poppins" charset="0"/>
                <a:cs typeface="Poppins" charset="0"/>
              </a:rPr>
              <a:t>매회 새 프로세스 실행</a:t>
            </a:r>
            <a:r>
              <a:rPr lang="en-US" sz="1900" b="0">
                <a:solidFill>
                  <a:srgbClr val="22364B"/>
                </a:solidFill>
                <a:latin typeface="Poppins" charset="0"/>
                <a:ea typeface="Poppins" charset="0"/>
                <a:cs typeface="Poppins" charset="0"/>
              </a:rPr>
              <a:t>,</a:t>
            </a:r>
            <a:r>
              <a:rPr lang="en-US" sz="1900" b="0">
                <a:solidFill>
                  <a:srgbClr val="22364B"/>
                </a:solidFill>
                <a:latin typeface="Poppins" charset="0"/>
                <a:ea typeface="Poppins" charset="0"/>
                <a:cs typeface="Poppins" charset="0"/>
              </a:rPr>
              <a:t> 3회 반복</a:t>
            </a:r>
            <a:r>
              <a:rPr lang="en-US" sz="1900" b="0">
                <a:solidFill>
                  <a:srgbClr val="22364B"/>
                </a:solidFill>
                <a:latin typeface="Poppins" charset="0"/>
                <a:ea typeface="Poppins" charset="0"/>
                <a:cs typeface="Poppins" charset="0"/>
              </a:rPr>
              <a:t>하여 검증</a:t>
            </a:r>
            <a:endParaRPr lang="ko-KR" altLang="en-US" sz="1900" b="0">
              <a:solidFill>
                <a:srgbClr val="22364B"/>
              </a:solidFill>
              <a:latin typeface="Poppins" charset="0"/>
              <a:ea typeface="Poppins" charset="0"/>
              <a:cs typeface="Poppins" charset="0"/>
            </a:endParaRPr>
          </a:p>
        </p:txBody>
      </p:sp>
      <p:sp>
        <p:nvSpPr>
          <p:cNvPr id="21" name="TextBox 20"/>
          <p:cNvSpPr txBox="1">
            <a:spLocks/>
          </p:cNvSpPr>
          <p:nvPr/>
        </p:nvSpPr>
        <p:spPr>
          <a:xfrm rot="0">
            <a:off x="4434840" y="3451860"/>
            <a:ext cx="3338195" cy="369570"/>
          </a:xfrm>
          <a:prstGeom prst="rect"/>
          <a:noFill/>
        </p:spPr>
        <p:txBody>
          <a:bodyPr wrap="square" lIns="0" tIns="0" rIns="0" bIns="0" numCol="1" vert="horz" anchor="t">
            <a:spAutoFit/>
          </a:bodyPr>
          <a:lstStyle/>
          <a:p>
            <a:pPr marL="0" indent="0">
              <a:spcAft>
                <a:spcPts val="500"/>
              </a:spcAft>
              <a:buFontTx/>
              <a:buNone/>
            </a:pPr>
            <a:r>
              <a:rPr lang="en-US" sz="2400" b="1">
                <a:solidFill>
                  <a:srgbClr val="13366B"/>
                </a:solidFill>
                <a:latin typeface="Poppins" charset="0"/>
                <a:ea typeface="Poppins" charset="0"/>
                <a:cs typeface="Poppins" charset="0"/>
              </a:rPr>
              <a:t>Operator</a:t>
            </a:r>
            <a:endParaRPr lang="ko-KR" altLang="en-US" sz="2400" b="1">
              <a:solidFill>
                <a:srgbClr val="13366B"/>
              </a:solidFill>
              <a:latin typeface="NanumGothic" charset="0"/>
              <a:ea typeface="NanumGothic" charset="0"/>
              <a:cs typeface="NanumGothic" charset="0"/>
            </a:endParaRPr>
          </a:p>
        </p:txBody>
      </p:sp>
      <p:sp>
        <p:nvSpPr>
          <p:cNvPr id="22" name="TextBox 21"/>
          <p:cNvSpPr txBox="1">
            <a:spLocks/>
          </p:cNvSpPr>
          <p:nvPr/>
        </p:nvSpPr>
        <p:spPr>
          <a:xfrm rot="0">
            <a:off x="4434840" y="4110354"/>
            <a:ext cx="3338195" cy="1232535"/>
          </a:xfrm>
          <a:prstGeom prst="rect"/>
          <a:noFill/>
        </p:spPr>
        <p:txBody>
          <a:bodyPr wrap="square" lIns="0" tIns="0" rIns="0" bIns="0" numCol="1" vert="horz" anchor="t">
            <a:spAutoFit/>
          </a:bodyPr>
          <a:lstStyle/>
          <a:p>
            <a:pPr marL="0" indent="0">
              <a:spcAft>
                <a:spcPts val="500"/>
              </a:spcAft>
              <a:buFontTx/>
              <a:buNone/>
            </a:pPr>
            <a:r>
              <a:rPr lang="ko-KR" sz="1900" b="0">
                <a:solidFill>
                  <a:srgbClr val="22364B"/>
                </a:solidFill>
                <a:latin typeface="NanumGothic" charset="0"/>
                <a:ea typeface="NanumGothic" charset="0"/>
                <a:cs typeface="NanumGothic" charset="0"/>
              </a:rPr>
              <a:t>특정 Operator를 그룹화 하여</a:t>
            </a:r>
            <a:r>
              <a:rPr lang="ko-KR" sz="1900" b="0">
                <a:solidFill>
                  <a:srgbClr val="22364B"/>
                </a:solidFill>
                <a:latin typeface="NanumGothic" charset="0"/>
                <a:ea typeface="NanumGothic" charset="0"/>
                <a:cs typeface="NanumGothic" charset="0"/>
              </a:rPr>
              <a:t> </a:t>
            </a:r>
            <a:r>
              <a:rPr lang="ko-KR" sz="1900" b="0">
                <a:solidFill>
                  <a:srgbClr val="22364B"/>
                </a:solidFill>
                <a:latin typeface="NanumGothic" charset="0"/>
                <a:ea typeface="NanumGothic" charset="0"/>
                <a:cs typeface="NanumGothic" charset="0"/>
              </a:rPr>
              <a:t>PMU</a:t>
            </a:r>
            <a:r>
              <a:rPr lang="ko-KR" sz="1900" b="0">
                <a:solidFill>
                  <a:srgbClr val="22364B"/>
                </a:solidFill>
                <a:latin typeface="NanumGothic" charset="0"/>
                <a:ea typeface="NanumGothic" charset="0"/>
                <a:cs typeface="NanumGothic" charset="0"/>
              </a:rPr>
              <a:t> </a:t>
            </a:r>
            <a:r>
              <a:rPr lang="ko-KR" sz="1900" b="0">
                <a:solidFill>
                  <a:srgbClr val="22364B"/>
                </a:solidFill>
                <a:latin typeface="NanumGothic" charset="0"/>
                <a:ea typeface="NanumGothic" charset="0"/>
                <a:cs typeface="NanumGothic" charset="0"/>
              </a:rPr>
              <a:t>수집</a:t>
            </a:r>
            <a:endParaRPr lang="ko-KR" altLang="en-US" sz="1900" b="0">
              <a:solidFill>
                <a:srgbClr val="22364B"/>
              </a:solidFill>
              <a:latin typeface="NanumGothic" charset="0"/>
              <a:ea typeface="NanumGothic" charset="0"/>
              <a:cs typeface="NanumGothic" charset="0"/>
            </a:endParaRPr>
          </a:p>
          <a:p>
            <a:pPr marL="0" indent="0">
              <a:buFontTx/>
              <a:buNone/>
            </a:pPr>
            <a:r>
              <a:rPr lang="ko-KR" sz="1900" b="0">
                <a:solidFill>
                  <a:srgbClr val="22364B"/>
                </a:solidFill>
                <a:latin typeface="NanumGothic" charset="0"/>
                <a:ea typeface="NanumGothic" charset="0"/>
                <a:cs typeface="NanumGothic" charset="0"/>
              </a:rPr>
              <a:t>상세 분석</a:t>
            </a:r>
            <a:r>
              <a:rPr lang="ko-KR" sz="1900" b="0">
                <a:solidFill>
                  <a:srgbClr val="22364B"/>
                </a:solidFill>
                <a:latin typeface="NanumGothic" charset="0"/>
                <a:ea typeface="NanumGothic" charset="0"/>
                <a:cs typeface="NanumGothic" charset="0"/>
              </a:rPr>
              <a:t>(RNN Noise) 시</a:t>
            </a:r>
            <a:r>
              <a:rPr lang="ko-KR" sz="1900" b="0">
                <a:solidFill>
                  <a:srgbClr val="22364B"/>
                </a:solidFill>
                <a:latin typeface="NanumGothic" charset="0"/>
                <a:ea typeface="NanumGothic" charset="0"/>
                <a:cs typeface="NanumGothic" charset="0"/>
              </a:rPr>
              <a:t>에만 적용</a:t>
            </a:r>
            <a:endParaRPr lang="ko-KR" altLang="en-US" sz="1900" b="0">
              <a:solidFill>
                <a:srgbClr val="22364B"/>
              </a:solidFill>
              <a:latin typeface="NanumGothic" charset="0"/>
              <a:ea typeface="NanumGothic" charset="0"/>
              <a:cs typeface="NanumGothic" charset="0"/>
            </a:endParaRPr>
          </a:p>
        </p:txBody>
      </p:sp>
      <p:sp>
        <p:nvSpPr>
          <p:cNvPr id="23" name="TextBox 22"/>
          <p:cNvSpPr txBox="1">
            <a:spLocks/>
          </p:cNvSpPr>
          <p:nvPr/>
        </p:nvSpPr>
        <p:spPr>
          <a:xfrm rot="0">
            <a:off x="8229600" y="3451860"/>
            <a:ext cx="3338195" cy="369570"/>
          </a:xfrm>
          <a:prstGeom prst="rect"/>
          <a:noFill/>
        </p:spPr>
        <p:txBody>
          <a:bodyPr wrap="square" lIns="0" tIns="0" rIns="0" bIns="0" numCol="1" vert="horz" anchor="t">
            <a:spAutoFit/>
          </a:bodyPr>
          <a:lstStyle/>
          <a:p>
            <a:pPr marL="0" indent="0">
              <a:spcAft>
                <a:spcPts val="500"/>
              </a:spcAft>
              <a:buFontTx/>
              <a:buNone/>
            </a:pPr>
            <a:r>
              <a:rPr lang="ko-KR" sz="2400" b="1">
                <a:solidFill>
                  <a:srgbClr val="13366B"/>
                </a:solidFill>
                <a:latin typeface="NanumGothic" charset="0"/>
                <a:ea typeface="NanumGothic" charset="0"/>
                <a:cs typeface="NanumGothic" charset="0"/>
              </a:rPr>
              <a:t>비교</a:t>
            </a:r>
            <a:r>
              <a:rPr lang="ko-KR" sz="2400" b="1">
                <a:solidFill>
                  <a:srgbClr val="13366B"/>
                </a:solidFill>
                <a:latin typeface="NanumGothic" charset="0"/>
                <a:ea typeface="NanumGothic" charset="0"/>
                <a:cs typeface="NanumGothic" charset="0"/>
              </a:rPr>
              <a:t>-</a:t>
            </a:r>
            <a:r>
              <a:rPr lang="ko-KR" sz="2400" b="1">
                <a:solidFill>
                  <a:srgbClr val="13366B"/>
                </a:solidFill>
                <a:latin typeface="NanumGothic" charset="0"/>
                <a:ea typeface="NanumGothic" charset="0"/>
                <a:cs typeface="NanumGothic" charset="0"/>
              </a:rPr>
              <a:t>검증</a:t>
            </a:r>
            <a:endParaRPr lang="ko-KR" altLang="en-US" sz="2400" b="1">
              <a:solidFill>
                <a:srgbClr val="13366B"/>
              </a:solidFill>
              <a:latin typeface="NanumGothic" charset="0"/>
              <a:ea typeface="NanumGothic" charset="0"/>
              <a:cs typeface="NanumGothic" charset="0"/>
            </a:endParaRPr>
          </a:p>
        </p:txBody>
      </p:sp>
      <p:sp>
        <p:nvSpPr>
          <p:cNvPr id="24" name="TextBox 23"/>
          <p:cNvSpPr txBox="1">
            <a:spLocks/>
          </p:cNvSpPr>
          <p:nvPr/>
        </p:nvSpPr>
        <p:spPr>
          <a:xfrm rot="0">
            <a:off x="8229600" y="4110354"/>
            <a:ext cx="3338195" cy="648335"/>
          </a:xfrm>
          <a:prstGeom prst="rect"/>
          <a:noFill/>
        </p:spPr>
        <p:txBody>
          <a:bodyPr wrap="square" lIns="0" tIns="0" rIns="0" bIns="0" numCol="1" vert="horz" anchor="t">
            <a:spAutoFit/>
          </a:bodyPr>
          <a:lstStyle/>
          <a:p>
            <a:pPr marL="0" indent="0">
              <a:spcAft>
                <a:spcPts val="500"/>
              </a:spcAft>
              <a:buFontTx/>
              <a:buNone/>
            </a:pPr>
            <a:r>
              <a:rPr lang="ko-KR" sz="1900" b="0">
                <a:solidFill>
                  <a:srgbClr val="22364B"/>
                </a:solidFill>
                <a:latin typeface="NanumGothic" charset="0"/>
                <a:ea typeface="NanumGothic" charset="0"/>
                <a:cs typeface="NanumGothic" charset="0"/>
              </a:rPr>
              <a:t>모델</a:t>
            </a:r>
            <a:r>
              <a:rPr lang="en-US" sz="1900" b="0">
                <a:solidFill>
                  <a:srgbClr val="22364B"/>
                </a:solidFill>
                <a:latin typeface="Poppins" charset="0"/>
                <a:ea typeface="Poppins" charset="0"/>
                <a:cs typeface="Poppins" charset="0"/>
              </a:rPr>
              <a:t>/</a:t>
            </a:r>
            <a:r>
              <a:rPr lang="ko-KR" sz="1900" b="0">
                <a:solidFill>
                  <a:srgbClr val="22364B"/>
                </a:solidFill>
                <a:latin typeface="NanumGothic" charset="0"/>
                <a:ea typeface="NanumGothic" charset="0"/>
                <a:cs typeface="NanumGothic" charset="0"/>
              </a:rPr>
              <a:t>컴파일</a:t>
            </a:r>
            <a:r>
              <a:rPr lang="en-US" sz="1900" b="0">
                <a:solidFill>
                  <a:srgbClr val="22364B"/>
                </a:solidFill>
                <a:latin typeface="Poppins" charset="0"/>
                <a:ea typeface="Poppins" charset="0"/>
                <a:cs typeface="Poppins" charset="0"/>
              </a:rPr>
              <a:t> </a:t>
            </a:r>
            <a:r>
              <a:rPr lang="ko-KR" sz="1900" b="0">
                <a:solidFill>
                  <a:srgbClr val="22364B"/>
                </a:solidFill>
                <a:latin typeface="NanumGothic" charset="0"/>
                <a:ea typeface="NanumGothic" charset="0"/>
                <a:cs typeface="NanumGothic" charset="0"/>
              </a:rPr>
              <a:t>산출물</a:t>
            </a:r>
            <a:r>
              <a:rPr lang="en-US" sz="1900" b="0">
                <a:solidFill>
                  <a:srgbClr val="22364B"/>
                </a:solidFill>
                <a:latin typeface="Poppins" charset="0"/>
                <a:ea typeface="Poppins" charset="0"/>
                <a:cs typeface="Poppins" charset="0"/>
              </a:rPr>
              <a:t> </a:t>
            </a:r>
            <a:r>
              <a:rPr lang="ko-KR" sz="1900" b="0">
                <a:solidFill>
                  <a:srgbClr val="22364B"/>
                </a:solidFill>
                <a:latin typeface="NanumGothic" charset="0"/>
                <a:ea typeface="NanumGothic" charset="0"/>
                <a:cs typeface="NanumGothic" charset="0"/>
              </a:rPr>
              <a:t>추적</a:t>
            </a:r>
            <a:endParaRPr lang="ko-KR" altLang="en-US" sz="1900" b="0">
              <a:solidFill>
                <a:srgbClr val="22364B"/>
              </a:solidFill>
              <a:latin typeface="NanumGothic" charset="0"/>
              <a:ea typeface="NanumGothic" charset="0"/>
              <a:cs typeface="NanumGothic" charset="0"/>
            </a:endParaRPr>
          </a:p>
          <a:p>
            <a:pPr marL="0" indent="0">
              <a:spcAft>
                <a:spcPts val="500"/>
              </a:spcAft>
              <a:buFontTx/>
              <a:buNone/>
            </a:pPr>
            <a:r>
              <a:rPr lang="ko-KR" sz="1900" b="0">
                <a:solidFill>
                  <a:srgbClr val="22364B"/>
                </a:solidFill>
                <a:latin typeface="NanumGothic" charset="0"/>
                <a:ea typeface="NanumGothic" charset="0"/>
                <a:cs typeface="NanumGothic" charset="0"/>
              </a:rPr>
              <a:t>구성별</a:t>
            </a:r>
            <a:r>
              <a:rPr lang="en-US" sz="1900" b="0">
                <a:solidFill>
                  <a:srgbClr val="22364B"/>
                </a:solidFill>
                <a:latin typeface="Poppins" charset="0"/>
                <a:ea typeface="Poppins" charset="0"/>
                <a:cs typeface="Poppins" charset="0"/>
              </a:rPr>
              <a:t> </a:t>
            </a:r>
            <a:r>
              <a:rPr lang="ko-KR" sz="1900" b="0">
                <a:solidFill>
                  <a:srgbClr val="22364B"/>
                </a:solidFill>
                <a:latin typeface="NanumGothic" charset="0"/>
                <a:ea typeface="NanumGothic" charset="0"/>
                <a:cs typeface="NanumGothic" charset="0"/>
              </a:rPr>
              <a:t>정규화</a:t>
            </a:r>
            <a:r>
              <a:rPr lang="en-US" sz="1900" b="0">
                <a:solidFill>
                  <a:srgbClr val="22364B"/>
                </a:solidFill>
                <a:latin typeface="Poppins" charset="0"/>
                <a:ea typeface="Poppins" charset="0"/>
                <a:cs typeface="Poppins" charset="0"/>
              </a:rPr>
              <a:t>/</a:t>
            </a:r>
            <a:r>
              <a:rPr lang="ko-KR" sz="1900" b="0">
                <a:solidFill>
                  <a:srgbClr val="22364B"/>
                </a:solidFill>
                <a:latin typeface="NanumGothic" charset="0"/>
                <a:ea typeface="NanumGothic" charset="0"/>
                <a:cs typeface="NanumGothic" charset="0"/>
              </a:rPr>
              <a:t>순위</a:t>
            </a:r>
            <a:r>
              <a:rPr lang="en-US" sz="1900" b="0">
                <a:solidFill>
                  <a:srgbClr val="22364B"/>
                </a:solidFill>
                <a:latin typeface="Poppins" charset="0"/>
                <a:ea typeface="Poppins" charset="0"/>
                <a:cs typeface="Poppins" charset="0"/>
              </a:rPr>
              <a:t>/</a:t>
            </a:r>
            <a:r>
              <a:rPr lang="ko-KR" sz="1900" b="0">
                <a:solidFill>
                  <a:srgbClr val="22364B"/>
                </a:solidFill>
                <a:latin typeface="NanumGothic" charset="0"/>
                <a:ea typeface="NanumGothic" charset="0"/>
                <a:cs typeface="NanumGothic" charset="0"/>
              </a:rPr>
              <a:t>효율</a:t>
            </a:r>
            <a:r>
              <a:rPr lang="ko-KR" sz="1900" b="0">
                <a:solidFill>
                  <a:srgbClr val="22364B"/>
                </a:solidFill>
                <a:latin typeface="NanumGothic" charset="0"/>
                <a:ea typeface="NanumGothic" charset="0"/>
                <a:cs typeface="NanumGothic" charset="0"/>
              </a:rPr>
              <a:t>계산</a:t>
            </a:r>
            <a:endParaRPr lang="ko-KR" altLang="en-US" sz="1900" b="0">
              <a:solidFill>
                <a:srgbClr val="22364B"/>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0" tIns="0" rIns="0" bIns="0" vert="horz" anchor="t">
            <a:spAutoFit/>
          </a:bodyPr>
          <a:lstStyle/>
          <a:p>
            <a:pPr marL="0" indent="0" rtl="0" algn="l" defTabSz="914400" eaLnBrk="1" latinLnBrk="0" hangingPunct="1">
              <a:buFontTx/>
              <a:buNone/>
            </a:pPr>
            <a:r>
              <a:rPr sz="2700" b="1">
                <a:solidFill>
                  <a:srgbClr val="FFFFFF"/>
                </a:solidFill>
                <a:latin typeface="NanumGothic" charset="0"/>
                <a:ea typeface="NanumGothic" charset="0"/>
                <a:sym typeface="나눔고딕" charset="0"/>
              </a:rPr>
              <a:t>실험 변수와 수집 지표</a:t>
            </a:r>
            <a:endParaRPr lang="ko-KR" altLang="en-US" sz="2700" b="1">
              <a:solidFill>
                <a:srgbClr val="FFFFFF"/>
              </a:solidFill>
              <a:latin typeface="NanumGothic"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0" tIns="0" rIns="0" bIns="0" vert="horz" anchor="t">
            <a:spAutoFit/>
          </a:bodyPr>
          <a:lstStyle/>
          <a:p>
            <a:pPr marL="0" indent="0" rtl="0" algn="r" defTabSz="914400" eaLnBrk="1" latinLnBrk="0" hangingPunct="1">
              <a:buFontTx/>
              <a:buNone/>
            </a:pPr>
            <a:r>
              <a:rPr sz="1300" b="0">
                <a:solidFill>
                  <a:srgbClr val="FFFFFF"/>
                </a:solidFill>
                <a:latin typeface="Poppins" charset="0"/>
                <a:ea typeface="Poppins" charset="0"/>
                <a:sym typeface="나눔고딕" charset="0"/>
              </a:rPr>
              <a:t>06</a:t>
            </a:r>
            <a:endParaRPr lang="ko-KR" altLang="en-US" sz="1300" b="0">
              <a:solidFill>
                <a:srgbClr val="FFFFFF"/>
              </a:solidFill>
              <a:latin typeface="Poppins" charset="0"/>
              <a:ea typeface="Poppins" charset="0"/>
              <a:sym typeface="나눔고딕" charset="0"/>
            </a:endParaRPr>
          </a:p>
        </p:txBody>
      </p:sp>
      <p:sp>
        <p:nvSpPr>
          <p:cNvPr id="5"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a:spLocks/>
          </p:cNvSpPr>
          <p:nvPr/>
        </p:nvSpPr>
        <p:spPr>
          <a:xfrm rot="0">
            <a:off x="457200" y="5806440"/>
            <a:ext cx="41910"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 name="Rect 0"/>
          <p:cNvSpPr txBox="1">
            <a:spLocks/>
          </p:cNvSpPr>
          <p:nvPr/>
        </p:nvSpPr>
        <p:spPr>
          <a:xfrm>
            <a:off x="594360" y="5906770"/>
            <a:ext cx="10974070" cy="231140"/>
          </a:xfrm>
          <a:prstGeom prst="rect"/>
          <a:noFill/>
        </p:spPr>
        <p:txBody>
          <a:bodyPr wrap="square" lIns="0" tIns="0" rIns="0" bIns="0" numCol="1" vert="horz" anchor="t">
            <a:spAutoFit/>
          </a:bodyPr>
          <a:lstStyle/>
          <a:p>
            <a:pPr marL="0" indent="0" rtl="0" algn="l" defTabSz="914400" eaLnBrk="1" latinLnBrk="0" hangingPunct="1">
              <a:buFontTx/>
              <a:buNone/>
            </a:pPr>
            <a:r>
              <a:rPr sz="1500" b="1">
                <a:solidFill>
                  <a:srgbClr val="13366B"/>
                </a:solidFill>
                <a:latin typeface="NanumGothic" charset="0"/>
                <a:ea typeface="NanumGothic" charset="0"/>
              </a:rPr>
              <a:t>비교</a:t>
            </a:r>
            <a:r>
              <a:rPr sz="1500" b="1">
                <a:solidFill>
                  <a:srgbClr val="13366B"/>
                </a:solidFill>
                <a:latin typeface="Poppins" charset="0"/>
                <a:ea typeface="Poppins" charset="0"/>
              </a:rPr>
              <a:t> </a:t>
            </a:r>
            <a:r>
              <a:rPr sz="1500" b="1">
                <a:solidFill>
                  <a:srgbClr val="13366B"/>
                </a:solidFill>
                <a:latin typeface="NanumGothic" charset="0"/>
                <a:ea typeface="NanumGothic" charset="0"/>
              </a:rPr>
              <a:t>지표</a:t>
            </a:r>
            <a:r>
              <a:rPr sz="1500" b="1">
                <a:solidFill>
                  <a:srgbClr val="13366B"/>
                </a:solidFill>
                <a:latin typeface="Poppins" charset="0"/>
                <a:ea typeface="Poppins" charset="0"/>
              </a:rPr>
              <a:t>: </a:t>
            </a:r>
            <a:r>
              <a:rPr sz="1500" b="1">
                <a:solidFill>
                  <a:schemeClr val="accent1"/>
                </a:solidFill>
                <a:latin typeface="Poppins" charset="0"/>
                <a:ea typeface="Poppins" charset="0"/>
              </a:rPr>
              <a:t>Cycle Ratio</a:t>
            </a:r>
            <a:r>
              <a:rPr sz="1500" b="1">
                <a:solidFill>
                  <a:srgbClr val="13366B"/>
                </a:solidFill>
                <a:latin typeface="Poppins" charset="0"/>
                <a:ea typeface="Poppins" charset="0"/>
              </a:rPr>
              <a:t> = </a:t>
            </a:r>
            <a:r>
              <a:rPr sz="1500" b="1">
                <a:solidFill>
                  <a:srgbClr val="13366B"/>
                </a:solidFill>
                <a:latin typeface="NanumGothic" charset="0"/>
                <a:ea typeface="NanumGothic" charset="0"/>
              </a:rPr>
              <a:t>기준</a:t>
            </a:r>
            <a:r>
              <a:rPr sz="1500" b="1">
                <a:solidFill>
                  <a:srgbClr val="13366B"/>
                </a:solidFill>
                <a:latin typeface="Poppins" charset="0"/>
                <a:ea typeface="Poppins" charset="0"/>
              </a:rPr>
              <a:t> cycle</a:t>
            </a:r>
            <a:r>
              <a:rPr sz="1500" b="1">
                <a:solidFill>
                  <a:srgbClr val="13366B"/>
                </a:solidFill>
                <a:latin typeface="Poppins" charset="0"/>
                <a:ea typeface="Poppins" charset="0"/>
              </a:rPr>
              <a:t>(MAC Scale 변경 시)</a:t>
            </a:r>
            <a:r>
              <a:rPr sz="1500" b="1">
                <a:solidFill>
                  <a:srgbClr val="13366B"/>
                </a:solidFill>
                <a:latin typeface="Poppins" charset="0"/>
                <a:ea typeface="Poppins" charset="0"/>
              </a:rPr>
              <a:t> / </a:t>
            </a:r>
            <a:r>
              <a:rPr sz="1500" b="1">
                <a:solidFill>
                  <a:srgbClr val="13366B"/>
                </a:solidFill>
                <a:latin typeface="NanumGothic" charset="0"/>
                <a:ea typeface="NanumGothic" charset="0"/>
              </a:rPr>
              <a:t>비교</a:t>
            </a:r>
            <a:r>
              <a:rPr sz="1500" b="1">
                <a:solidFill>
                  <a:srgbClr val="13366B"/>
                </a:solidFill>
                <a:latin typeface="Poppins" charset="0"/>
                <a:ea typeface="Poppins" charset="0"/>
              </a:rPr>
              <a:t> cycle  </a:t>
            </a:r>
            <a:r>
              <a:rPr sz="1500" b="1">
                <a:solidFill>
                  <a:srgbClr val="13366B"/>
                </a:solidFill>
                <a:latin typeface="Poppins" charset="0"/>
                <a:ea typeface="Poppins" charset="0"/>
              </a:rPr>
              <a:t>,</a:t>
            </a:r>
            <a:r>
              <a:rPr sz="1500" b="1">
                <a:solidFill>
                  <a:srgbClr val="13366B"/>
                </a:solidFill>
                <a:latin typeface="Poppins" charset="0"/>
                <a:ea typeface="Poppins" charset="0"/>
              </a:rPr>
              <a:t> </a:t>
            </a:r>
            <a:r>
              <a:rPr sz="1500" b="1">
                <a:solidFill>
                  <a:srgbClr val="A40F16"/>
                </a:solidFill>
                <a:latin typeface="NanumGothic" charset="0"/>
                <a:ea typeface="NanumGothic" charset="0"/>
              </a:rPr>
              <a:t>효율성</a:t>
            </a:r>
            <a:r>
              <a:rPr sz="1500" b="1">
                <a:solidFill>
                  <a:srgbClr val="13366B"/>
                </a:solidFill>
                <a:latin typeface="Poppins" charset="0"/>
                <a:ea typeface="Poppins" charset="0"/>
              </a:rPr>
              <a:t> = </a:t>
            </a:r>
            <a:r>
              <a:rPr sz="1500" b="1">
                <a:solidFill>
                  <a:srgbClr val="13366B"/>
                </a:solidFill>
                <a:latin typeface="Poppins" charset="0"/>
                <a:ea typeface="Poppins" charset="0"/>
              </a:rPr>
              <a:t>Cycle Ratio</a:t>
            </a:r>
            <a:r>
              <a:rPr sz="1500" b="1">
                <a:solidFill>
                  <a:srgbClr val="13366B"/>
                </a:solidFill>
                <a:latin typeface="Poppins" charset="0"/>
                <a:ea typeface="Poppins" charset="0"/>
              </a:rPr>
              <a:t> / MAC </a:t>
            </a:r>
            <a:r>
              <a:rPr sz="1500" b="1">
                <a:solidFill>
                  <a:srgbClr val="13366B"/>
                </a:solidFill>
                <a:latin typeface="NanumGothic" charset="0"/>
                <a:ea typeface="NanumGothic" charset="0"/>
              </a:rPr>
              <a:t>증가</a:t>
            </a:r>
            <a:r>
              <a:rPr sz="1500" b="1">
                <a:solidFill>
                  <a:srgbClr val="13366B"/>
                </a:solidFill>
                <a:latin typeface="Poppins" charset="0"/>
                <a:ea typeface="Poppins" charset="0"/>
              </a:rPr>
              <a:t> </a:t>
            </a:r>
            <a:r>
              <a:rPr sz="1500" b="1">
                <a:solidFill>
                  <a:srgbClr val="13366B"/>
                </a:solidFill>
                <a:latin typeface="NanumGothic" charset="0"/>
                <a:ea typeface="NanumGothic" charset="0"/>
              </a:rPr>
              <a:t>배수</a:t>
            </a:r>
            <a:r>
              <a:rPr sz="1500" b="1">
                <a:solidFill>
                  <a:srgbClr val="13366B"/>
                </a:solidFill>
                <a:latin typeface="NanumGothic" charset="0"/>
                <a:ea typeface="NanumGothic" charset="0"/>
              </a:rPr>
              <a:t>(2^n)</a:t>
            </a:r>
            <a:endParaRPr lang="ko-KR" altLang="en-US" sz="1500" b="1">
              <a:solidFill>
                <a:srgbClr val="13366B"/>
              </a:solidFill>
              <a:latin typeface="NanumGothic" charset="0"/>
              <a:ea typeface="NanumGothic" charset="0"/>
            </a:endParaRPr>
          </a:p>
        </p:txBody>
      </p:sp>
      <p:sp>
        <p:nvSpPr>
          <p:cNvPr id="8" name="Rect 0"/>
          <p:cNvSpPr>
            <a:spLocks/>
          </p:cNvSpPr>
          <p:nvPr/>
        </p:nvSpPr>
        <p:spPr>
          <a:xfrm rot="0">
            <a:off x="502920" y="1762125"/>
            <a:ext cx="2232660" cy="35814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9" name="Rect 0"/>
          <p:cNvSpPr txBox="1">
            <a:spLocks/>
          </p:cNvSpPr>
          <p:nvPr/>
        </p:nvSpPr>
        <p:spPr>
          <a:xfrm rot="0">
            <a:off x="612775" y="1835150"/>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1">
                <a:solidFill>
                  <a:srgbClr val="FFFFFF"/>
                </a:solidFill>
                <a:latin typeface="NanumGothic" charset="0"/>
                <a:ea typeface="NanumGothic" charset="0"/>
              </a:rPr>
              <a:t>실험 변수</a:t>
            </a:r>
            <a:endParaRPr lang="ko-KR" altLang="en-US" sz="1350" b="1">
              <a:solidFill>
                <a:srgbClr val="FFFFFF"/>
              </a:solidFill>
              <a:latin typeface="NanumGothic" charset="0"/>
              <a:ea typeface="NanumGothic" charset="0"/>
            </a:endParaRPr>
          </a:p>
        </p:txBody>
      </p:sp>
      <p:sp>
        <p:nvSpPr>
          <p:cNvPr id="10" name="Rect 0"/>
          <p:cNvSpPr>
            <a:spLocks/>
          </p:cNvSpPr>
          <p:nvPr/>
        </p:nvSpPr>
        <p:spPr>
          <a:xfrm rot="0">
            <a:off x="2734310" y="1762125"/>
            <a:ext cx="4519295" cy="35814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1" name="Rect 0"/>
          <p:cNvSpPr txBox="1">
            <a:spLocks/>
          </p:cNvSpPr>
          <p:nvPr/>
        </p:nvSpPr>
        <p:spPr>
          <a:xfrm rot="0">
            <a:off x="2843530" y="1835150"/>
            <a:ext cx="4299585" cy="275590"/>
          </a:xfrm>
          <a:prstGeom prst="rect"/>
          <a:noFill/>
        </p:spPr>
        <p:txBody>
          <a:bodyPr wrap="square" lIns="0" tIns="0" rIns="0" bIns="0" numCol="1" vert="horz" anchor="t">
            <a:spAutoFit/>
          </a:bodyPr>
          <a:lstStyle/>
          <a:p>
            <a:pPr marL="0" indent="0" rtl="0" algn="l" defTabSz="914400" eaLnBrk="1" latinLnBrk="0" hangingPunct="1">
              <a:buFontTx/>
              <a:buNone/>
            </a:pPr>
            <a:r>
              <a:rPr sz="1350" b="1">
                <a:solidFill>
                  <a:srgbClr val="FFFFFF"/>
                </a:solidFill>
                <a:latin typeface="NanumGothic" charset="0"/>
                <a:ea typeface="NanumGothic" charset="0"/>
              </a:rPr>
              <a:t>설정</a:t>
            </a:r>
            <a:r>
              <a:rPr sz="1350" b="1">
                <a:solidFill>
                  <a:srgbClr val="FFFFFF"/>
                </a:solidFill>
                <a:latin typeface="Poppins" charset="0"/>
                <a:ea typeface="Poppins" charset="0"/>
              </a:rPr>
              <a:t> </a:t>
            </a:r>
            <a:r>
              <a:rPr sz="1350" b="1">
                <a:solidFill>
                  <a:srgbClr val="FFFFFF"/>
                </a:solidFill>
                <a:latin typeface="NanumGothic" charset="0"/>
                <a:ea typeface="NanumGothic" charset="0"/>
              </a:rPr>
              <a:t>범위</a:t>
            </a:r>
            <a:endParaRPr lang="ko-KR" altLang="en-US" sz="1350" b="1">
              <a:solidFill>
                <a:srgbClr val="FFFFFF"/>
              </a:solidFill>
              <a:latin typeface="NanumGothic" charset="0"/>
              <a:ea typeface="NanumGothic" charset="0"/>
            </a:endParaRPr>
          </a:p>
        </p:txBody>
      </p:sp>
      <p:sp>
        <p:nvSpPr>
          <p:cNvPr id="12" name="Rect 0"/>
          <p:cNvSpPr>
            <a:spLocks/>
          </p:cNvSpPr>
          <p:nvPr/>
        </p:nvSpPr>
        <p:spPr>
          <a:xfrm rot="0">
            <a:off x="7252335" y="1762125"/>
            <a:ext cx="4407535" cy="35814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3" name="Rect 0"/>
          <p:cNvSpPr txBox="1">
            <a:spLocks/>
          </p:cNvSpPr>
          <p:nvPr/>
        </p:nvSpPr>
        <p:spPr>
          <a:xfrm rot="0">
            <a:off x="7361555" y="1835150"/>
            <a:ext cx="4188460" cy="275590"/>
          </a:xfrm>
          <a:prstGeom prst="rect"/>
          <a:noFill/>
        </p:spPr>
        <p:txBody>
          <a:bodyPr wrap="square" lIns="0" tIns="0" rIns="0" bIns="0" numCol="1" vert="horz" anchor="t">
            <a:spAutoFit/>
          </a:bodyPr>
          <a:lstStyle/>
          <a:p>
            <a:pPr marL="0" indent="0" rtl="0" algn="l" defTabSz="914400" eaLnBrk="1" latinLnBrk="0" hangingPunct="1">
              <a:buFontTx/>
              <a:buNone/>
            </a:pPr>
            <a:r>
              <a:rPr sz="1350" b="1">
                <a:solidFill>
                  <a:srgbClr val="FFFFFF"/>
                </a:solidFill>
                <a:latin typeface="NanumGothic" charset="0"/>
                <a:ea typeface="NanumGothic" charset="0"/>
              </a:rPr>
              <a:t>비교에서</a:t>
            </a:r>
            <a:r>
              <a:rPr sz="1350" b="1">
                <a:solidFill>
                  <a:srgbClr val="FFFFFF"/>
                </a:solidFill>
                <a:latin typeface="Poppins" charset="0"/>
                <a:ea typeface="Poppins" charset="0"/>
              </a:rPr>
              <a:t> </a:t>
            </a:r>
            <a:r>
              <a:rPr sz="1350" b="1">
                <a:solidFill>
                  <a:srgbClr val="FFFFFF"/>
                </a:solidFill>
                <a:latin typeface="NanumGothic" charset="0"/>
                <a:ea typeface="NanumGothic" charset="0"/>
              </a:rPr>
              <a:t>달라지는</a:t>
            </a:r>
            <a:r>
              <a:rPr sz="1350" b="1">
                <a:solidFill>
                  <a:srgbClr val="FFFFFF"/>
                </a:solidFill>
                <a:latin typeface="Poppins" charset="0"/>
                <a:ea typeface="Poppins" charset="0"/>
              </a:rPr>
              <a:t> </a:t>
            </a:r>
            <a:r>
              <a:rPr sz="1350" b="1">
                <a:solidFill>
                  <a:srgbClr val="FFFFFF"/>
                </a:solidFill>
                <a:latin typeface="NanumGothic" charset="0"/>
                <a:ea typeface="NanumGothic" charset="0"/>
              </a:rPr>
              <a:t>조건</a:t>
            </a:r>
            <a:endParaRPr lang="ko-KR" altLang="en-US" sz="1350" b="1">
              <a:solidFill>
                <a:srgbClr val="FFFFFF"/>
              </a:solidFill>
              <a:latin typeface="NanumGothic" charset="0"/>
              <a:ea typeface="NanumGothic" charset="0"/>
            </a:endParaRPr>
          </a:p>
        </p:txBody>
      </p:sp>
      <p:sp>
        <p:nvSpPr>
          <p:cNvPr id="14" name="Rect 0"/>
          <p:cNvSpPr>
            <a:spLocks/>
          </p:cNvSpPr>
          <p:nvPr/>
        </p:nvSpPr>
        <p:spPr>
          <a:xfrm rot="0">
            <a:off x="502920" y="2118360"/>
            <a:ext cx="2232660"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5" name="Rect 0"/>
          <p:cNvSpPr txBox="1">
            <a:spLocks/>
          </p:cNvSpPr>
          <p:nvPr/>
        </p:nvSpPr>
        <p:spPr>
          <a:xfrm rot="0">
            <a:off x="612775" y="2191385"/>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NPU type</a:t>
            </a:r>
            <a:endParaRPr lang="ko-KR" altLang="en-US" sz="1350" b="0">
              <a:solidFill>
                <a:srgbClr val="22364B"/>
              </a:solidFill>
              <a:latin typeface="Poppins" charset="0"/>
              <a:ea typeface="Poppins" charset="0"/>
            </a:endParaRPr>
          </a:p>
        </p:txBody>
      </p:sp>
      <p:sp>
        <p:nvSpPr>
          <p:cNvPr id="16" name="Rect 0"/>
          <p:cNvSpPr>
            <a:spLocks/>
          </p:cNvSpPr>
          <p:nvPr/>
        </p:nvSpPr>
        <p:spPr>
          <a:xfrm rot="0">
            <a:off x="2734310" y="2118360"/>
            <a:ext cx="451929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7" name="Rect 0"/>
          <p:cNvSpPr txBox="1">
            <a:spLocks/>
          </p:cNvSpPr>
          <p:nvPr/>
        </p:nvSpPr>
        <p:spPr>
          <a:xfrm rot="0">
            <a:off x="2843530" y="2191385"/>
            <a:ext cx="4299585"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U55 / U65 / U85</a:t>
            </a:r>
            <a:endParaRPr lang="ko-KR" altLang="en-US" sz="1350" b="0">
              <a:solidFill>
                <a:srgbClr val="22364B"/>
              </a:solidFill>
              <a:latin typeface="Poppins" charset="0"/>
              <a:ea typeface="Poppins" charset="0"/>
            </a:endParaRPr>
          </a:p>
        </p:txBody>
      </p:sp>
      <p:sp>
        <p:nvSpPr>
          <p:cNvPr id="18" name="Rect 0"/>
          <p:cNvSpPr>
            <a:spLocks/>
          </p:cNvSpPr>
          <p:nvPr/>
        </p:nvSpPr>
        <p:spPr>
          <a:xfrm rot="0">
            <a:off x="7252335" y="2118360"/>
            <a:ext cx="440753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19" name="Rect 0"/>
          <p:cNvSpPr txBox="1">
            <a:spLocks/>
          </p:cNvSpPr>
          <p:nvPr/>
        </p:nvSpPr>
        <p:spPr>
          <a:xfrm rot="0">
            <a:off x="7361555" y="2191385"/>
            <a:ext cx="418846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NPU </a:t>
            </a:r>
            <a:r>
              <a:rPr sz="1350" b="0">
                <a:solidFill>
                  <a:srgbClr val="22364B"/>
                </a:solidFill>
                <a:latin typeface="NanumGothic" charset="0"/>
                <a:ea typeface="NanumGothic" charset="0"/>
              </a:rPr>
              <a:t>아키텍처</a:t>
            </a:r>
            <a:endParaRPr lang="ko-KR" altLang="en-US" sz="1350" b="0">
              <a:solidFill>
                <a:srgbClr val="22364B"/>
              </a:solidFill>
              <a:latin typeface="NanumGothic" charset="0"/>
              <a:ea typeface="NanumGothic" charset="0"/>
            </a:endParaRPr>
          </a:p>
        </p:txBody>
      </p:sp>
      <p:sp>
        <p:nvSpPr>
          <p:cNvPr id="20" name="Rect 0"/>
          <p:cNvSpPr>
            <a:spLocks/>
          </p:cNvSpPr>
          <p:nvPr/>
        </p:nvSpPr>
        <p:spPr>
          <a:xfrm rot="0">
            <a:off x="502920" y="2475230"/>
            <a:ext cx="2232660"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1" name="Rect 0"/>
          <p:cNvSpPr txBox="1">
            <a:spLocks/>
          </p:cNvSpPr>
          <p:nvPr/>
        </p:nvSpPr>
        <p:spPr>
          <a:xfrm rot="0">
            <a:off x="612775" y="2548255"/>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MAC configuration</a:t>
            </a:r>
            <a:endParaRPr lang="ko-KR" altLang="en-US" sz="1350" b="0">
              <a:solidFill>
                <a:srgbClr val="22364B"/>
              </a:solidFill>
              <a:latin typeface="Poppins" charset="0"/>
              <a:ea typeface="Poppins" charset="0"/>
            </a:endParaRPr>
          </a:p>
        </p:txBody>
      </p:sp>
      <p:sp>
        <p:nvSpPr>
          <p:cNvPr id="22" name="Rect 0"/>
          <p:cNvSpPr>
            <a:spLocks/>
          </p:cNvSpPr>
          <p:nvPr/>
        </p:nvSpPr>
        <p:spPr>
          <a:xfrm rot="0">
            <a:off x="2734310" y="2475230"/>
            <a:ext cx="4519295"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3" name="Rect 0"/>
          <p:cNvSpPr txBox="1">
            <a:spLocks/>
          </p:cNvSpPr>
          <p:nvPr/>
        </p:nvSpPr>
        <p:spPr>
          <a:xfrm rot="0">
            <a:off x="2843530" y="2548255"/>
            <a:ext cx="4299585"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NPU</a:t>
            </a:r>
            <a:r>
              <a:rPr sz="1350" b="0">
                <a:solidFill>
                  <a:srgbClr val="22364B"/>
                </a:solidFill>
                <a:latin typeface="NanumGothic" charset="0"/>
                <a:ea typeface="NanumGothic" charset="0"/>
              </a:rPr>
              <a:t>별</a:t>
            </a:r>
            <a:r>
              <a:rPr sz="1350" b="0">
                <a:solidFill>
                  <a:srgbClr val="22364B"/>
                </a:solidFill>
                <a:latin typeface="Poppins" charset="0"/>
                <a:ea typeface="Poppins" charset="0"/>
              </a:rPr>
              <a:t> </a:t>
            </a:r>
            <a:r>
              <a:rPr sz="1350" b="0">
                <a:solidFill>
                  <a:srgbClr val="22364B"/>
                </a:solidFill>
                <a:latin typeface="NanumGothic" charset="0"/>
                <a:ea typeface="NanumGothic" charset="0"/>
              </a:rPr>
              <a:t>지원</a:t>
            </a:r>
            <a:r>
              <a:rPr sz="1350" b="0">
                <a:solidFill>
                  <a:srgbClr val="22364B"/>
                </a:solidFill>
                <a:latin typeface="Poppins" charset="0"/>
                <a:ea typeface="Poppins" charset="0"/>
              </a:rPr>
              <a:t> MAC </a:t>
            </a:r>
            <a:r>
              <a:rPr sz="1350" b="0">
                <a:solidFill>
                  <a:srgbClr val="22364B"/>
                </a:solidFill>
                <a:latin typeface="NanumGothic" charset="0"/>
                <a:ea typeface="NanumGothic" charset="0"/>
              </a:rPr>
              <a:t>수</a:t>
            </a:r>
            <a:r>
              <a:rPr sz="1350" b="0">
                <a:solidFill>
                  <a:srgbClr val="22364B"/>
                </a:solidFill>
                <a:latin typeface="NanumGothic" charset="0"/>
                <a:ea typeface="NanumGothic" charset="0"/>
              </a:rPr>
              <a:t> (32~2048)</a:t>
            </a:r>
            <a:endParaRPr lang="ko-KR" altLang="en-US" sz="1350" b="0">
              <a:solidFill>
                <a:srgbClr val="22364B"/>
              </a:solidFill>
              <a:latin typeface="NanumGothic" charset="0"/>
              <a:ea typeface="NanumGothic" charset="0"/>
            </a:endParaRPr>
          </a:p>
        </p:txBody>
      </p:sp>
      <p:sp>
        <p:nvSpPr>
          <p:cNvPr id="24" name="Rect 0"/>
          <p:cNvSpPr>
            <a:spLocks/>
          </p:cNvSpPr>
          <p:nvPr/>
        </p:nvSpPr>
        <p:spPr>
          <a:xfrm rot="0">
            <a:off x="7252335" y="2475230"/>
            <a:ext cx="4407535"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5" name="Rect 0"/>
          <p:cNvSpPr txBox="1">
            <a:spLocks/>
          </p:cNvSpPr>
          <p:nvPr/>
        </p:nvSpPr>
        <p:spPr>
          <a:xfrm rot="0">
            <a:off x="7361555" y="2548255"/>
            <a:ext cx="418846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NanumGothic" charset="0"/>
                <a:ea typeface="NanumGothic" charset="0"/>
              </a:rPr>
              <a:t>병렬</a:t>
            </a:r>
            <a:r>
              <a:rPr sz="1350" b="0">
                <a:solidFill>
                  <a:srgbClr val="22364B"/>
                </a:solidFill>
                <a:latin typeface="Poppins" charset="0"/>
                <a:ea typeface="Poppins" charset="0"/>
              </a:rPr>
              <a:t> </a:t>
            </a:r>
            <a:r>
              <a:rPr sz="1350" b="0">
                <a:solidFill>
                  <a:srgbClr val="22364B"/>
                </a:solidFill>
                <a:latin typeface="NanumGothic" charset="0"/>
                <a:ea typeface="NanumGothic" charset="0"/>
              </a:rPr>
              <a:t>연산</a:t>
            </a:r>
            <a:r>
              <a:rPr sz="1350" b="0">
                <a:solidFill>
                  <a:srgbClr val="22364B"/>
                </a:solidFill>
                <a:latin typeface="Poppins" charset="0"/>
                <a:ea typeface="Poppins" charset="0"/>
              </a:rPr>
              <a:t> </a:t>
            </a:r>
            <a:r>
              <a:rPr sz="1350" b="0">
                <a:solidFill>
                  <a:srgbClr val="22364B"/>
                </a:solidFill>
                <a:latin typeface="NanumGothic" charset="0"/>
                <a:ea typeface="NanumGothic" charset="0"/>
              </a:rPr>
              <a:t>처리량</a:t>
            </a:r>
            <a:endParaRPr lang="ko-KR" altLang="en-US" sz="1350" b="0">
              <a:solidFill>
                <a:srgbClr val="22364B"/>
              </a:solidFill>
              <a:latin typeface="NanumGothic" charset="0"/>
              <a:ea typeface="NanumGothic" charset="0"/>
            </a:endParaRPr>
          </a:p>
        </p:txBody>
      </p:sp>
      <p:sp>
        <p:nvSpPr>
          <p:cNvPr id="26" name="Rect 0"/>
          <p:cNvSpPr>
            <a:spLocks/>
          </p:cNvSpPr>
          <p:nvPr/>
        </p:nvSpPr>
        <p:spPr>
          <a:xfrm rot="0">
            <a:off x="502920" y="2831465"/>
            <a:ext cx="2232660"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7" name="Rect 0"/>
          <p:cNvSpPr txBox="1">
            <a:spLocks/>
          </p:cNvSpPr>
          <p:nvPr/>
        </p:nvSpPr>
        <p:spPr>
          <a:xfrm rot="0">
            <a:off x="612775" y="2905125"/>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System configuration</a:t>
            </a:r>
            <a:endParaRPr lang="ko-KR" altLang="en-US" sz="1350" b="0">
              <a:solidFill>
                <a:srgbClr val="22364B"/>
              </a:solidFill>
              <a:latin typeface="Poppins" charset="0"/>
              <a:ea typeface="Poppins" charset="0"/>
            </a:endParaRPr>
          </a:p>
        </p:txBody>
      </p:sp>
      <p:sp>
        <p:nvSpPr>
          <p:cNvPr id="28" name="Rect 0"/>
          <p:cNvSpPr>
            <a:spLocks/>
          </p:cNvSpPr>
          <p:nvPr/>
        </p:nvSpPr>
        <p:spPr>
          <a:xfrm rot="0">
            <a:off x="2734310" y="2831465"/>
            <a:ext cx="451929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29" name="Rect 0"/>
          <p:cNvSpPr txBox="1">
            <a:spLocks/>
          </p:cNvSpPr>
          <p:nvPr/>
        </p:nvSpPr>
        <p:spPr>
          <a:xfrm rot="0">
            <a:off x="2843530" y="2905125"/>
            <a:ext cx="4299585"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NPU/MAC</a:t>
            </a:r>
            <a:r>
              <a:rPr sz="1350" b="0">
                <a:solidFill>
                  <a:srgbClr val="22364B"/>
                </a:solidFill>
                <a:latin typeface="NanumGothic" charset="0"/>
                <a:ea typeface="NanumGothic" charset="0"/>
              </a:rPr>
              <a:t>별</a:t>
            </a:r>
            <a:r>
              <a:rPr sz="1350" b="0">
                <a:solidFill>
                  <a:srgbClr val="22364B"/>
                </a:solidFill>
                <a:latin typeface="NanumGothic" charset="0"/>
                <a:ea typeface="NanumGothic" charset="0"/>
              </a:rPr>
              <a:t>,</a:t>
            </a:r>
            <a:r>
              <a:rPr sz="1350" b="0">
                <a:solidFill>
                  <a:srgbClr val="22364B"/>
                </a:solidFill>
                <a:latin typeface="Poppins" charset="0"/>
                <a:ea typeface="Poppins" charset="0"/>
              </a:rPr>
              <a:t> Arm</a:t>
            </a:r>
            <a:r>
              <a:rPr sz="1350" b="0">
                <a:solidFill>
                  <a:srgbClr val="22364B"/>
                </a:solidFill>
                <a:latin typeface="Poppins" charset="0"/>
                <a:ea typeface="Poppins" charset="0"/>
              </a:rPr>
              <a:t>에서</a:t>
            </a:r>
            <a:r>
              <a:rPr sz="1350" b="0">
                <a:solidFill>
                  <a:srgbClr val="22364B"/>
                </a:solidFill>
                <a:latin typeface="Poppins" charset="0"/>
                <a:ea typeface="Poppins" charset="0"/>
              </a:rPr>
              <a:t> </a:t>
            </a:r>
            <a:r>
              <a:rPr sz="1350" b="0">
                <a:solidFill>
                  <a:srgbClr val="22364B"/>
                </a:solidFill>
                <a:latin typeface="NanumGothic" charset="0"/>
                <a:ea typeface="NanumGothic" charset="0"/>
              </a:rPr>
              <a:t>기본</a:t>
            </a:r>
            <a:r>
              <a:rPr sz="1350" b="0">
                <a:solidFill>
                  <a:srgbClr val="22364B"/>
                </a:solidFill>
                <a:latin typeface="Poppins" charset="0"/>
                <a:ea typeface="Poppins" charset="0"/>
              </a:rPr>
              <a:t> </a:t>
            </a:r>
            <a:r>
              <a:rPr sz="1350" b="0">
                <a:solidFill>
                  <a:srgbClr val="22364B"/>
                </a:solidFill>
                <a:latin typeface="Poppins" charset="0"/>
                <a:ea typeface="Poppins" charset="0"/>
              </a:rPr>
              <a:t>Profile(.ini)</a:t>
            </a:r>
            <a:r>
              <a:rPr sz="1350" b="0">
                <a:solidFill>
                  <a:srgbClr val="22364B"/>
                </a:solidFill>
                <a:latin typeface="NanumGothic" charset="0"/>
                <a:ea typeface="NanumGothic" charset="0"/>
              </a:rPr>
              <a:t> 제공</a:t>
            </a:r>
            <a:endParaRPr lang="ko-KR" altLang="en-US" sz="1350" b="0">
              <a:solidFill>
                <a:srgbClr val="22364B"/>
              </a:solidFill>
              <a:latin typeface="NanumGothic" charset="0"/>
              <a:ea typeface="NanumGothic" charset="0"/>
            </a:endParaRPr>
          </a:p>
        </p:txBody>
      </p:sp>
      <p:sp>
        <p:nvSpPr>
          <p:cNvPr id="30" name="Rect 0"/>
          <p:cNvSpPr>
            <a:spLocks/>
          </p:cNvSpPr>
          <p:nvPr/>
        </p:nvSpPr>
        <p:spPr>
          <a:xfrm rot="0">
            <a:off x="7252335" y="2831465"/>
            <a:ext cx="440753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1" name="Rect 0"/>
          <p:cNvSpPr txBox="1">
            <a:spLocks/>
          </p:cNvSpPr>
          <p:nvPr/>
        </p:nvSpPr>
        <p:spPr>
          <a:xfrm rot="0">
            <a:off x="7361555" y="2905125"/>
            <a:ext cx="4188460"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NanumGothic" charset="0"/>
                <a:ea typeface="NanumGothic" charset="0"/>
              </a:rPr>
              <a:t>예상 Clock</a:t>
            </a:r>
            <a:r>
              <a:rPr sz="1350" b="0">
                <a:solidFill>
                  <a:srgbClr val="22364B"/>
                </a:solidFill>
                <a:latin typeface="Poppins" charset="0"/>
                <a:ea typeface="Poppins" charset="0"/>
              </a:rPr>
              <a:t>/예상 </a:t>
            </a:r>
            <a:r>
              <a:rPr sz="1350" b="0">
                <a:solidFill>
                  <a:srgbClr val="22364B"/>
                </a:solidFill>
                <a:latin typeface="NanumGothic" charset="0"/>
                <a:ea typeface="NanumGothic" charset="0"/>
              </a:rPr>
              <a:t>메모리</a:t>
            </a:r>
            <a:r>
              <a:rPr sz="1350" b="0">
                <a:solidFill>
                  <a:srgbClr val="22364B"/>
                </a:solidFill>
                <a:latin typeface="Poppins" charset="0"/>
                <a:ea typeface="Poppins" charset="0"/>
              </a:rPr>
              <a:t> </a:t>
            </a:r>
            <a:r>
              <a:rPr sz="1350" b="0">
                <a:solidFill>
                  <a:srgbClr val="22364B"/>
                </a:solidFill>
                <a:latin typeface="Poppins" charset="0"/>
                <a:ea typeface="Poppins" charset="0"/>
              </a:rPr>
              <a:t>Latency/예상 </a:t>
            </a:r>
            <a:r>
              <a:rPr sz="1350" b="0">
                <a:solidFill>
                  <a:srgbClr val="22364B"/>
                </a:solidFill>
                <a:latin typeface="NanumGothic" charset="0"/>
                <a:ea typeface="NanumGothic" charset="0"/>
              </a:rPr>
              <a:t>대역폭</a:t>
            </a:r>
            <a:endParaRPr lang="ko-KR" altLang="en-US" sz="1350" b="0">
              <a:solidFill>
                <a:srgbClr val="22364B"/>
              </a:solidFill>
              <a:latin typeface="NanumGothic" charset="0"/>
              <a:ea typeface="NanumGothic" charset="0"/>
            </a:endParaRPr>
          </a:p>
        </p:txBody>
      </p:sp>
      <p:sp>
        <p:nvSpPr>
          <p:cNvPr id="32" name="Rect 0"/>
          <p:cNvSpPr>
            <a:spLocks/>
          </p:cNvSpPr>
          <p:nvPr/>
        </p:nvSpPr>
        <p:spPr>
          <a:xfrm rot="0">
            <a:off x="502920" y="3188335"/>
            <a:ext cx="2232660"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3" name="Rect 0"/>
          <p:cNvSpPr txBox="1">
            <a:spLocks/>
          </p:cNvSpPr>
          <p:nvPr/>
        </p:nvSpPr>
        <p:spPr>
          <a:xfrm rot="0">
            <a:off x="612775" y="3261360"/>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Memory mode</a:t>
            </a:r>
            <a:endParaRPr lang="ko-KR" altLang="en-US" sz="1350" b="0">
              <a:solidFill>
                <a:srgbClr val="22364B"/>
              </a:solidFill>
              <a:latin typeface="Poppins" charset="0"/>
              <a:ea typeface="Poppins" charset="0"/>
            </a:endParaRPr>
          </a:p>
        </p:txBody>
      </p:sp>
      <p:sp>
        <p:nvSpPr>
          <p:cNvPr id="34" name="Rect 0"/>
          <p:cNvSpPr>
            <a:spLocks/>
          </p:cNvSpPr>
          <p:nvPr/>
        </p:nvSpPr>
        <p:spPr>
          <a:xfrm rot="0">
            <a:off x="2734310" y="3188335"/>
            <a:ext cx="4519295"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5" name="Rect 0"/>
          <p:cNvSpPr txBox="1">
            <a:spLocks/>
          </p:cNvSpPr>
          <p:nvPr/>
        </p:nvSpPr>
        <p:spPr>
          <a:xfrm rot="0">
            <a:off x="2843530" y="3261360"/>
            <a:ext cx="4299585"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Sram_Only / Shared_Sram / Dedicated_Sram</a:t>
            </a:r>
            <a:endParaRPr lang="ko-KR" altLang="en-US" sz="1350" b="0">
              <a:solidFill>
                <a:srgbClr val="22364B"/>
              </a:solidFill>
              <a:latin typeface="Poppins" charset="0"/>
              <a:ea typeface="Poppins" charset="0"/>
            </a:endParaRPr>
          </a:p>
        </p:txBody>
      </p:sp>
      <p:sp>
        <p:nvSpPr>
          <p:cNvPr id="36" name="Rect 0"/>
          <p:cNvSpPr>
            <a:spLocks/>
          </p:cNvSpPr>
          <p:nvPr/>
        </p:nvSpPr>
        <p:spPr>
          <a:xfrm rot="0">
            <a:off x="7252335" y="3188335"/>
            <a:ext cx="4407535" cy="35814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7" name="Rect 0"/>
          <p:cNvSpPr txBox="1">
            <a:spLocks/>
          </p:cNvSpPr>
          <p:nvPr/>
        </p:nvSpPr>
        <p:spPr>
          <a:xfrm rot="0">
            <a:off x="7361555" y="3261360"/>
            <a:ext cx="4188460"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Weight / Activation, Feature / C</a:t>
            </a:r>
            <a:r>
              <a:rPr sz="1350" b="0">
                <a:solidFill>
                  <a:srgbClr val="22364B"/>
                </a:solidFill>
                <a:latin typeface="Poppins" charset="0"/>
                <a:ea typeface="Poppins" charset="0"/>
              </a:rPr>
              <a:t>ache </a:t>
            </a:r>
            <a:r>
              <a:rPr sz="1350" b="0">
                <a:solidFill>
                  <a:srgbClr val="22364B"/>
                </a:solidFill>
                <a:latin typeface="NanumGothic" charset="0"/>
                <a:ea typeface="NanumGothic" charset="0"/>
              </a:rPr>
              <a:t>메모리</a:t>
            </a:r>
            <a:r>
              <a:rPr sz="1350" b="0">
                <a:solidFill>
                  <a:srgbClr val="22364B"/>
                </a:solidFill>
                <a:latin typeface="Poppins" charset="0"/>
                <a:ea typeface="Poppins" charset="0"/>
              </a:rPr>
              <a:t> </a:t>
            </a:r>
            <a:r>
              <a:rPr sz="1350" b="0">
                <a:solidFill>
                  <a:srgbClr val="22364B"/>
                </a:solidFill>
                <a:latin typeface="NanumGothic" charset="0"/>
                <a:ea typeface="NanumGothic" charset="0"/>
              </a:rPr>
              <a:t>배치</a:t>
            </a:r>
            <a:endParaRPr lang="ko-KR" altLang="en-US" sz="1350" b="0">
              <a:solidFill>
                <a:srgbClr val="22364B"/>
              </a:solidFill>
              <a:latin typeface="NanumGothic" charset="0"/>
              <a:ea typeface="NanumGothic" charset="0"/>
            </a:endParaRPr>
          </a:p>
        </p:txBody>
      </p:sp>
      <p:sp>
        <p:nvSpPr>
          <p:cNvPr id="38" name="Rect 0"/>
          <p:cNvSpPr>
            <a:spLocks/>
          </p:cNvSpPr>
          <p:nvPr/>
        </p:nvSpPr>
        <p:spPr>
          <a:xfrm rot="0">
            <a:off x="502920" y="3545205"/>
            <a:ext cx="2232660"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39" name="Rect 0"/>
          <p:cNvSpPr txBox="1">
            <a:spLocks/>
          </p:cNvSpPr>
          <p:nvPr/>
        </p:nvSpPr>
        <p:spPr>
          <a:xfrm rot="0">
            <a:off x="612775" y="3618230"/>
            <a:ext cx="201295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Memory timing</a:t>
            </a:r>
            <a:endParaRPr lang="ko-KR" altLang="en-US" sz="1350" b="0">
              <a:solidFill>
                <a:srgbClr val="22364B"/>
              </a:solidFill>
              <a:latin typeface="Poppins" charset="0"/>
              <a:ea typeface="Poppins" charset="0"/>
            </a:endParaRPr>
          </a:p>
        </p:txBody>
      </p:sp>
      <p:sp>
        <p:nvSpPr>
          <p:cNvPr id="40" name="Rect 0"/>
          <p:cNvSpPr>
            <a:spLocks/>
          </p:cNvSpPr>
          <p:nvPr/>
        </p:nvSpPr>
        <p:spPr>
          <a:xfrm rot="0">
            <a:off x="2734310" y="3545205"/>
            <a:ext cx="451929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1" name="Rect 0"/>
          <p:cNvSpPr txBox="1">
            <a:spLocks/>
          </p:cNvSpPr>
          <p:nvPr/>
        </p:nvSpPr>
        <p:spPr>
          <a:xfrm rot="0">
            <a:off x="2843530" y="3618230"/>
            <a:ext cx="4299585" cy="20828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Poppins" charset="0"/>
                <a:ea typeface="Poppins" charset="0"/>
              </a:rPr>
              <a:t>FVP SImulator 상의</a:t>
            </a:r>
            <a:r>
              <a:rPr sz="1350" b="0">
                <a:solidFill>
                  <a:srgbClr val="22364B"/>
                </a:solidFill>
                <a:latin typeface="Poppins" charset="0"/>
                <a:ea typeface="Poppins" charset="0"/>
              </a:rPr>
              <a:t> </a:t>
            </a:r>
            <a:r>
              <a:rPr sz="1350" b="0">
                <a:solidFill>
                  <a:srgbClr val="22364B"/>
                </a:solidFill>
                <a:latin typeface="Poppins" charset="0"/>
                <a:ea typeface="Poppins" charset="0"/>
              </a:rPr>
              <a:t>Latency/</a:t>
            </a:r>
            <a:r>
              <a:rPr sz="1350" b="0">
                <a:solidFill>
                  <a:srgbClr val="22364B"/>
                </a:solidFill>
                <a:latin typeface="Poppins" charset="0"/>
                <a:ea typeface="Poppins" charset="0"/>
              </a:rPr>
              <a:t>대기열</a:t>
            </a:r>
            <a:r>
              <a:rPr sz="1350" b="0">
                <a:solidFill>
                  <a:srgbClr val="22364B"/>
                </a:solidFill>
                <a:latin typeface="Poppins" charset="0"/>
                <a:ea typeface="Poppins" charset="0"/>
              </a:rPr>
              <a:t>/</a:t>
            </a:r>
            <a:r>
              <a:rPr sz="1350" b="0">
                <a:solidFill>
                  <a:srgbClr val="22364B"/>
                </a:solidFill>
                <a:latin typeface="Poppins" charset="0"/>
                <a:ea typeface="Poppins" charset="0"/>
              </a:rPr>
              <a:t>대역폭</a:t>
            </a:r>
            <a:endParaRPr lang="ko-KR" altLang="en-US" sz="1350" b="0">
              <a:solidFill>
                <a:srgbClr val="22364B"/>
              </a:solidFill>
              <a:latin typeface="Poppins" charset="0"/>
              <a:ea typeface="Poppins" charset="0"/>
            </a:endParaRPr>
          </a:p>
        </p:txBody>
      </p:sp>
      <p:sp>
        <p:nvSpPr>
          <p:cNvPr id="42" name="Rect 0"/>
          <p:cNvSpPr>
            <a:spLocks/>
          </p:cNvSpPr>
          <p:nvPr/>
        </p:nvSpPr>
        <p:spPr>
          <a:xfrm rot="0">
            <a:off x="7252335" y="3545205"/>
            <a:ext cx="4407535" cy="35814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3" name="Rect 0"/>
          <p:cNvSpPr txBox="1">
            <a:spLocks/>
          </p:cNvSpPr>
          <p:nvPr/>
        </p:nvSpPr>
        <p:spPr>
          <a:xfrm rot="0">
            <a:off x="7361555" y="3618230"/>
            <a:ext cx="4188460" cy="275590"/>
          </a:xfrm>
          <a:prstGeom prst="rect"/>
          <a:noFill/>
        </p:spPr>
        <p:txBody>
          <a:bodyPr wrap="square" lIns="0" tIns="0" rIns="0" bIns="0" numCol="1" vert="horz" anchor="t">
            <a:spAutoFit/>
          </a:bodyPr>
          <a:lstStyle/>
          <a:p>
            <a:pPr marL="0" indent="0" rtl="0" algn="l" defTabSz="914400" eaLnBrk="1" latinLnBrk="0" hangingPunct="1">
              <a:buFontTx/>
              <a:buNone/>
            </a:pPr>
            <a:r>
              <a:rPr sz="1350" b="0">
                <a:solidFill>
                  <a:srgbClr val="22364B"/>
                </a:solidFill>
                <a:latin typeface="NanumGothic" charset="0"/>
                <a:ea typeface="NanumGothic" charset="0"/>
              </a:rPr>
              <a:t>실행</a:t>
            </a:r>
            <a:r>
              <a:rPr sz="1350" b="0">
                <a:solidFill>
                  <a:srgbClr val="22364B"/>
                </a:solidFill>
                <a:latin typeface="Poppins" charset="0"/>
                <a:ea typeface="Poppins" charset="0"/>
              </a:rPr>
              <a:t> </a:t>
            </a:r>
            <a:r>
              <a:rPr sz="1350" b="0">
                <a:solidFill>
                  <a:srgbClr val="22364B"/>
                </a:solidFill>
                <a:latin typeface="NanumGothic" charset="0"/>
                <a:ea typeface="NanumGothic" charset="0"/>
              </a:rPr>
              <a:t>시</a:t>
            </a:r>
            <a:r>
              <a:rPr sz="1350" b="0">
                <a:solidFill>
                  <a:srgbClr val="22364B"/>
                </a:solidFill>
                <a:latin typeface="Poppins" charset="0"/>
                <a:ea typeface="Poppins" charset="0"/>
              </a:rPr>
              <a:t> </a:t>
            </a:r>
            <a:r>
              <a:rPr sz="1350" b="0">
                <a:solidFill>
                  <a:srgbClr val="22364B"/>
                </a:solidFill>
                <a:latin typeface="NanumGothic" charset="0"/>
                <a:ea typeface="NanumGothic" charset="0"/>
              </a:rPr>
              <a:t>메모리</a:t>
            </a:r>
            <a:r>
              <a:rPr sz="1350" b="0">
                <a:solidFill>
                  <a:srgbClr val="22364B"/>
                </a:solidFill>
                <a:latin typeface="Poppins" charset="0"/>
                <a:ea typeface="Poppins" charset="0"/>
              </a:rPr>
              <a:t> </a:t>
            </a:r>
            <a:r>
              <a:rPr sz="1350" b="0">
                <a:solidFill>
                  <a:srgbClr val="22364B"/>
                </a:solidFill>
                <a:latin typeface="NanumGothic" charset="0"/>
                <a:ea typeface="NanumGothic" charset="0"/>
              </a:rPr>
              <a:t>서비스</a:t>
            </a:r>
            <a:r>
              <a:rPr sz="1350" b="0">
                <a:solidFill>
                  <a:srgbClr val="22364B"/>
                </a:solidFill>
                <a:latin typeface="Poppins" charset="0"/>
                <a:ea typeface="Poppins" charset="0"/>
              </a:rPr>
              <a:t> </a:t>
            </a:r>
            <a:r>
              <a:rPr sz="1350" b="0">
                <a:solidFill>
                  <a:srgbClr val="22364B"/>
                </a:solidFill>
                <a:latin typeface="NanumGothic" charset="0"/>
                <a:ea typeface="NanumGothic" charset="0"/>
              </a:rPr>
              <a:t>조건</a:t>
            </a:r>
            <a:endParaRPr lang="ko-KR" altLang="en-US" sz="1350" b="0">
              <a:solidFill>
                <a:srgbClr val="22364B"/>
              </a:solidFill>
              <a:latin typeface="NanumGothic" charset="0"/>
              <a:ea typeface="NanumGothic" charset="0"/>
            </a:endParaRPr>
          </a:p>
        </p:txBody>
      </p:sp>
      <p:sp>
        <p:nvSpPr>
          <p:cNvPr id="44" name="Rect 0"/>
          <p:cNvSpPr>
            <a:spLocks/>
          </p:cNvSpPr>
          <p:nvPr/>
        </p:nvSpPr>
        <p:spPr>
          <a:xfrm rot="0">
            <a:off x="502920" y="4102099"/>
            <a:ext cx="5469890" cy="15106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5" name="Rect 0"/>
          <p:cNvSpPr txBox="1">
            <a:spLocks/>
          </p:cNvSpPr>
          <p:nvPr/>
        </p:nvSpPr>
        <p:spPr>
          <a:xfrm rot="0">
            <a:off x="648970" y="4227195"/>
            <a:ext cx="5176520" cy="292735"/>
          </a:xfrm>
          <a:prstGeom prst="rect"/>
          <a:noFill/>
        </p:spPr>
        <p:txBody>
          <a:bodyPr wrap="square" lIns="0" tIns="0" rIns="0" bIns="0" numCol="1" vert="horz" anchor="t">
            <a:spAutoFit/>
          </a:bodyPr>
          <a:lstStyle/>
          <a:p>
            <a:pPr marL="0" indent="0" rtl="0" algn="l" defTabSz="914400" eaLnBrk="1" latinLnBrk="0" hangingPunct="1">
              <a:buFontTx/>
              <a:buNone/>
            </a:pPr>
            <a:r>
              <a:rPr sz="1900" b="1">
                <a:solidFill>
                  <a:srgbClr val="13366B"/>
                </a:solidFill>
                <a:latin typeface="Poppins" charset="0"/>
                <a:ea typeface="Poppins" charset="0"/>
              </a:rPr>
              <a:t>Vela  </a:t>
            </a:r>
            <a:r>
              <a:rPr sz="1900" b="1">
                <a:solidFill>
                  <a:srgbClr val="13366B"/>
                </a:solidFill>
                <a:latin typeface="Poppins" charset="0"/>
                <a:ea typeface="Poppins" charset="0"/>
              </a:rPr>
              <a:t>-</a:t>
            </a:r>
            <a:r>
              <a:rPr sz="1900" b="1">
                <a:solidFill>
                  <a:srgbClr val="13366B"/>
                </a:solidFill>
                <a:latin typeface="Poppins" charset="0"/>
                <a:ea typeface="Poppins" charset="0"/>
              </a:rPr>
              <a:t>  </a:t>
            </a:r>
            <a:r>
              <a:rPr sz="1900" b="1">
                <a:solidFill>
                  <a:srgbClr val="13366B"/>
                </a:solidFill>
                <a:latin typeface="NanumGothic" charset="0"/>
                <a:ea typeface="NanumGothic" charset="0"/>
              </a:rPr>
              <a:t>컴파일러</a:t>
            </a:r>
            <a:r>
              <a:rPr sz="1900" b="1">
                <a:solidFill>
                  <a:srgbClr val="13366B"/>
                </a:solidFill>
                <a:latin typeface="Poppins" charset="0"/>
                <a:ea typeface="Poppins" charset="0"/>
              </a:rPr>
              <a:t> </a:t>
            </a:r>
            <a:r>
              <a:rPr sz="1900" b="1">
                <a:solidFill>
                  <a:srgbClr val="13366B"/>
                </a:solidFill>
                <a:latin typeface="Poppins" charset="0"/>
                <a:ea typeface="Poppins" charset="0"/>
              </a:rPr>
              <a:t>Output</a:t>
            </a:r>
            <a:endParaRPr lang="ko-KR" altLang="en-US" sz="1900" b="1">
              <a:solidFill>
                <a:srgbClr val="13366B"/>
              </a:solidFill>
              <a:latin typeface="NanumGothic" charset="0"/>
              <a:ea typeface="NanumGothic" charset="0"/>
            </a:endParaRPr>
          </a:p>
        </p:txBody>
      </p:sp>
      <p:sp>
        <p:nvSpPr>
          <p:cNvPr id="46" name="Rect 0"/>
          <p:cNvSpPr txBox="1">
            <a:spLocks/>
          </p:cNvSpPr>
          <p:nvPr/>
        </p:nvSpPr>
        <p:spPr>
          <a:xfrm rot="0">
            <a:off x="648970" y="4629785"/>
            <a:ext cx="5278120" cy="861695"/>
          </a:xfrm>
          <a:prstGeom prst="rect"/>
          <a:noFill/>
        </p:spPr>
        <p:txBody>
          <a:bodyPr wrap="square" lIns="0" tIns="0" rIns="0" bIns="0" numCol="1" vert="horz" anchor="t">
            <a:spAutoFit/>
          </a:bodyPr>
          <a:lstStyle/>
          <a:p>
            <a:pPr marL="0" indent="0" rtl="0" algn="l" defTabSz="914400" eaLnBrk="1" latinLnBrk="0" hangingPunct="1">
              <a:buFontTx/>
              <a:buNone/>
            </a:pPr>
            <a:r>
              <a:rPr sz="1400" b="0">
                <a:solidFill>
                  <a:srgbClr val="22364B"/>
                </a:solidFill>
                <a:latin typeface="Poppins" charset="0"/>
                <a:ea typeface="Poppins" charset="0"/>
              </a:rPr>
              <a:t>Input: INT8(TFLite) + Arm Profile Config(.ini) + Memory Mode</a:t>
            </a:r>
            <a:endParaRPr lang="ko-KR" altLang="en-US" sz="1400" b="0">
              <a:solidFill>
                <a:srgbClr val="22364B"/>
              </a:solidFill>
              <a:latin typeface="Poppins" charset="0"/>
              <a:ea typeface="Poppins" charset="0"/>
            </a:endParaRPr>
          </a:p>
          <a:p>
            <a:pPr marL="0" indent="0" algn="l">
              <a:buFontTx/>
              <a:buNone/>
            </a:pP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Output: Ethos-U Custom Operator로 변환된 TFLite Container</a:t>
            </a: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 = Operator + W</a:t>
            </a:r>
            <a:r>
              <a:rPr sz="1400" b="0">
                <a:solidFill>
                  <a:srgbClr val="22364B"/>
                </a:solidFill>
                <a:latin typeface="Poppins" charset="0"/>
                <a:ea typeface="Poppins" charset="0"/>
              </a:rPr>
              <a:t>eight </a:t>
            </a:r>
            <a:r>
              <a:rPr sz="1400" b="0">
                <a:solidFill>
                  <a:srgbClr val="22364B"/>
                </a:solidFill>
                <a:latin typeface="Poppins" charset="0"/>
                <a:ea typeface="Poppins" charset="0"/>
              </a:rPr>
              <a:t>+ Activation/Feature</a:t>
            </a:r>
            <a:endParaRPr lang="ko-KR" altLang="en-US" sz="1400" b="0">
              <a:solidFill>
                <a:srgbClr val="22364B"/>
              </a:solidFill>
              <a:latin typeface="Poppins" charset="0"/>
              <a:ea typeface="Poppins" charset="0"/>
            </a:endParaRPr>
          </a:p>
        </p:txBody>
      </p:sp>
      <p:sp>
        <p:nvSpPr>
          <p:cNvPr id="47" name="Rect 0"/>
          <p:cNvSpPr>
            <a:spLocks/>
          </p:cNvSpPr>
          <p:nvPr/>
        </p:nvSpPr>
        <p:spPr>
          <a:xfrm rot="0">
            <a:off x="6190615" y="4108450"/>
            <a:ext cx="5469255" cy="15100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numCol="1"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endParaRPr>
          </a:p>
        </p:txBody>
      </p:sp>
      <p:sp>
        <p:nvSpPr>
          <p:cNvPr id="48" name="Rect 0"/>
          <p:cNvSpPr txBox="1">
            <a:spLocks/>
          </p:cNvSpPr>
          <p:nvPr/>
        </p:nvSpPr>
        <p:spPr>
          <a:xfrm>
            <a:off x="6336665" y="4227195"/>
            <a:ext cx="5177155" cy="292735"/>
          </a:xfrm>
          <a:prstGeom prst="rect"/>
          <a:noFill/>
        </p:spPr>
        <p:txBody>
          <a:bodyPr wrap="square" lIns="0" tIns="0" rIns="0" bIns="0" numCol="1" vert="horz" anchor="t">
            <a:spAutoFit/>
          </a:bodyPr>
          <a:lstStyle/>
          <a:p>
            <a:pPr marL="0" indent="0" rtl="0" algn="l" defTabSz="914400" eaLnBrk="1" latinLnBrk="0" hangingPunct="1">
              <a:buFontTx/>
              <a:buNone/>
            </a:pPr>
            <a:r>
              <a:rPr sz="1900" b="1">
                <a:solidFill>
                  <a:srgbClr val="13366B"/>
                </a:solidFill>
                <a:latin typeface="Poppins" charset="0"/>
                <a:ea typeface="Poppins" charset="0"/>
              </a:rPr>
              <a:t>FVP PMU  -  </a:t>
            </a:r>
            <a:r>
              <a:rPr sz="1900" b="1">
                <a:solidFill>
                  <a:srgbClr val="13366B"/>
                </a:solidFill>
                <a:latin typeface="Poppins" charset="0"/>
                <a:ea typeface="Poppins" charset="0"/>
              </a:rPr>
              <a:t>NPU </a:t>
            </a:r>
            <a:r>
              <a:rPr sz="1900" b="1">
                <a:solidFill>
                  <a:srgbClr val="13366B"/>
                </a:solidFill>
                <a:latin typeface="NanumGothic" charset="0"/>
                <a:ea typeface="NanumGothic" charset="0"/>
              </a:rPr>
              <a:t>Cycle</a:t>
            </a:r>
            <a:r>
              <a:rPr sz="1900" b="1">
                <a:solidFill>
                  <a:srgbClr val="13366B"/>
                </a:solidFill>
                <a:latin typeface="Poppins" charset="0"/>
                <a:ea typeface="Poppins" charset="0"/>
              </a:rPr>
              <a:t> </a:t>
            </a:r>
            <a:r>
              <a:rPr sz="1900" b="1">
                <a:solidFill>
                  <a:srgbClr val="13366B"/>
                </a:solidFill>
                <a:latin typeface="NanumGothic" charset="0"/>
                <a:ea typeface="NanumGothic" charset="0"/>
              </a:rPr>
              <a:t>관측값</a:t>
            </a:r>
            <a:endParaRPr lang="ko-KR" altLang="en-US" sz="1900" b="1">
              <a:solidFill>
                <a:srgbClr val="13366B"/>
              </a:solidFill>
              <a:latin typeface="NanumGothic" charset="0"/>
              <a:ea typeface="NanumGothic" charset="0"/>
            </a:endParaRPr>
          </a:p>
        </p:txBody>
      </p:sp>
      <p:sp>
        <p:nvSpPr>
          <p:cNvPr id="49" name="Rect 0"/>
          <p:cNvSpPr txBox="1">
            <a:spLocks/>
          </p:cNvSpPr>
          <p:nvPr/>
        </p:nvSpPr>
        <p:spPr>
          <a:xfrm>
            <a:off x="6336665" y="4629785"/>
            <a:ext cx="5177155" cy="861695"/>
          </a:xfrm>
          <a:prstGeom prst="rect"/>
          <a:noFill/>
        </p:spPr>
        <p:txBody>
          <a:bodyPr wrap="square" lIns="0" tIns="0" rIns="0" bIns="0" numCol="1" vert="horz" anchor="t">
            <a:spAutoFit/>
          </a:bodyPr>
          <a:lstStyle/>
          <a:p>
            <a:pPr marL="0" indent="0" rtl="0" algn="l" defTabSz="914400" eaLnBrk="1" latinLnBrk="0" hangingPunct="1">
              <a:buFontTx/>
              <a:buNone/>
            </a:pPr>
            <a:r>
              <a:rPr sz="1400" b="0">
                <a:solidFill>
                  <a:srgbClr val="22364B"/>
                </a:solidFill>
                <a:latin typeface="Poppins" charset="0"/>
                <a:ea typeface="Poppins" charset="0"/>
              </a:rPr>
              <a:t>NPU </a:t>
            </a:r>
            <a:r>
              <a:rPr sz="1400" b="0">
                <a:solidFill>
                  <a:srgbClr val="22364B"/>
                </a:solidFill>
                <a:latin typeface="Poppins" charset="0"/>
                <a:ea typeface="Poppins" charset="0"/>
              </a:rPr>
              <a:t>Total / </a:t>
            </a:r>
            <a:r>
              <a:rPr sz="1400" b="0">
                <a:solidFill>
                  <a:srgbClr val="22364B"/>
                </a:solidFill>
                <a:latin typeface="Poppins" charset="0"/>
                <a:ea typeface="Poppins" charset="0"/>
              </a:rPr>
              <a:t>NPU Active</a:t>
            </a:r>
            <a:r>
              <a:rPr sz="1400" b="0">
                <a:solidFill>
                  <a:srgbClr val="22364B"/>
                </a:solidFill>
                <a:latin typeface="Poppins" charset="0"/>
                <a:ea typeface="Poppins" charset="0"/>
              </a:rPr>
              <a:t> cycles / Idle(Total − </a:t>
            </a:r>
            <a:r>
              <a:rPr sz="1400" b="0">
                <a:solidFill>
                  <a:srgbClr val="22364B"/>
                </a:solidFill>
                <a:latin typeface="Poppins" charset="0"/>
                <a:ea typeface="Poppins" charset="0"/>
              </a:rPr>
              <a:t>Active</a:t>
            </a:r>
            <a:r>
              <a:rPr sz="1400" b="0">
                <a:solidFill>
                  <a:srgbClr val="22364B"/>
                </a:solidFill>
                <a:latin typeface="Poppins" charset="0"/>
                <a:ea typeface="Poppins" charset="0"/>
              </a:rPr>
              <a:t> cycles)</a:t>
            </a: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SRAM: Read / Write beats</a:t>
            </a: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External(DRAM,Flash) memory:  Read / Write beats</a:t>
            </a:r>
            <a:endParaRPr lang="ko-KR" altLang="en-US" sz="1400" b="0">
              <a:solidFill>
                <a:srgbClr val="22364B"/>
              </a:solidFill>
              <a:latin typeface="Poppins" charset="0"/>
              <a:ea typeface="Poppins" charset="0"/>
            </a:endParaRPr>
          </a:p>
          <a:p>
            <a:pPr marL="0" indent="0" algn="l">
              <a:buFontTx/>
              <a:buNone/>
            </a:pPr>
            <a:r>
              <a:rPr sz="1400" b="0">
                <a:solidFill>
                  <a:srgbClr val="22364B"/>
                </a:solidFill>
                <a:latin typeface="Poppins" charset="0"/>
                <a:ea typeface="Poppins" charset="0"/>
              </a:rPr>
              <a:t>UART 출력으로 수집한 NPU 사이클과 메모리 Traffic </a:t>
            </a:r>
            <a:endParaRPr lang="ko-KR" altLang="en-US" sz="1400" b="0">
              <a:solidFill>
                <a:srgbClr val="22364B"/>
              </a:solidFill>
              <a:latin typeface="Poppins" charset="0"/>
              <a:ea typeface="Poppins" charset="0"/>
            </a:endParaRPr>
          </a:p>
        </p:txBody>
      </p:sp>
      <p:sp>
        <p:nvSpPr>
          <p:cNvPr id="50" name="텍스트 상자 1"/>
          <p:cNvSpPr txBox="1">
            <a:spLocks/>
          </p:cNvSpPr>
          <p:nvPr/>
        </p:nvSpPr>
        <p:spPr>
          <a:xfrm rot="0">
            <a:off x="502920" y="1243330"/>
            <a:ext cx="11066145" cy="292735"/>
          </a:xfrm>
          <a:prstGeom prst="rect"/>
          <a:noFill/>
        </p:spPr>
        <p:txBody>
          <a:bodyPr wrap="square" lIns="0" tIns="0" rIns="0" bIns="0" numCol="1" vert="horz" anchor="t">
            <a:spAutoFit/>
          </a:bodyPr>
          <a:lstStyle/>
          <a:p>
            <a:pPr marL="0" indent="0">
              <a:spcAft>
                <a:spcPts val="500"/>
              </a:spcAft>
              <a:buFontTx/>
              <a:buNone/>
            </a:pPr>
            <a:r>
              <a:rPr lang="ko-KR" sz="1900" b="0">
                <a:solidFill>
                  <a:srgbClr val="566577"/>
                </a:solidFill>
                <a:latin typeface="NanumGothic" charset="0"/>
                <a:ea typeface="NanumGothic" charset="0"/>
                <a:cs typeface="NanumGothic" charset="0"/>
              </a:rPr>
              <a:t>Vela, FVP Simulator 에서 설정 가능한 변수값</a:t>
            </a:r>
            <a:endParaRPr lang="ko-KR" altLang="en-US" sz="1900" b="0">
              <a:solidFill>
                <a:srgbClr val="566577"/>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0" tIns="0" rIns="0" bIns="0" vert="horz" anchor="t">
            <a:spAutoFit/>
          </a:bodyPr>
          <a:lstStyle/>
          <a:p>
            <a:pPr marL="0" indent="0" rtl="0" algn="l" defTabSz="914400" eaLnBrk="1" latinLnBrk="0" hangingPunct="1">
              <a:buFontTx/>
              <a:buNone/>
            </a:pPr>
            <a:r>
              <a:rPr sz="2700" b="1">
                <a:solidFill>
                  <a:srgbClr val="FFFFFF"/>
                </a:solidFill>
                <a:latin typeface="NanumGothic" charset="0"/>
                <a:ea typeface="NanumGothic" charset="0"/>
                <a:sym typeface="나눔고딕" charset="0"/>
              </a:rPr>
              <a:t>평가</a:t>
            </a:r>
            <a:r>
              <a:rPr sz="2700" b="1">
                <a:solidFill>
                  <a:srgbClr val="FFFFFF"/>
                </a:solidFill>
                <a:latin typeface="Poppins" charset="0"/>
                <a:ea typeface="Poppins" charset="0"/>
                <a:sym typeface="나눔고딕" charset="0"/>
              </a:rPr>
              <a:t> </a:t>
            </a:r>
            <a:r>
              <a:rPr sz="2700" b="1">
                <a:solidFill>
                  <a:srgbClr val="FFFFFF"/>
                </a:solidFill>
                <a:latin typeface="NanumGothic" charset="0"/>
                <a:ea typeface="NanumGothic" charset="0"/>
                <a:sym typeface="나눔고딕" charset="0"/>
              </a:rPr>
              <a:t>모델</a:t>
            </a:r>
            <a:r>
              <a:rPr sz="2700" b="1">
                <a:solidFill>
                  <a:srgbClr val="FFFFFF"/>
                </a:solidFill>
                <a:latin typeface="Poppins" charset="0"/>
                <a:ea typeface="Poppins" charset="0"/>
                <a:sym typeface="나눔고딕" charset="0"/>
              </a:rPr>
              <a:t> 7</a:t>
            </a:r>
            <a:r>
              <a:rPr sz="2700" b="1">
                <a:solidFill>
                  <a:srgbClr val="FFFFFF"/>
                </a:solidFill>
                <a:latin typeface="NanumGothic" charset="0"/>
                <a:ea typeface="NanumGothic" charset="0"/>
                <a:sym typeface="나눔고딕" charset="0"/>
              </a:rPr>
              <a:t>종</a:t>
            </a:r>
            <a:endParaRPr lang="ko-KR" altLang="en-US" sz="2700" b="1">
              <a:solidFill>
                <a:srgbClr val="FFFFFF"/>
              </a:solidFill>
              <a:latin typeface="NanumGothic"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0" tIns="0" rIns="0" bIns="0" vert="horz" anchor="t">
            <a:spAutoFit/>
          </a:bodyPr>
          <a:lstStyle/>
          <a:p>
            <a:pPr marL="0" indent="0" rtl="0" algn="r" defTabSz="914400" eaLnBrk="1" latinLnBrk="0" hangingPunct="1">
              <a:buFontTx/>
              <a:buNone/>
            </a:pPr>
            <a:r>
              <a:rPr sz="1300" b="0">
                <a:solidFill>
                  <a:srgbClr val="FFFFFF"/>
                </a:solidFill>
                <a:latin typeface="Poppins" charset="0"/>
                <a:ea typeface="Poppins" charset="0"/>
                <a:sym typeface="나눔고딕" charset="0"/>
              </a:rPr>
              <a:t>07</a:t>
            </a:r>
            <a:endParaRPr lang="ko-KR" altLang="en-US" sz="1300" b="0">
              <a:solidFill>
                <a:srgbClr val="FFFFFF"/>
              </a:solidFill>
              <a:latin typeface="Poppins" charset="0"/>
              <a:ea typeface="Poppins" charset="0"/>
              <a:sym typeface="나눔고딕" charset="0"/>
            </a:endParaRPr>
          </a:p>
        </p:txBody>
      </p:sp>
      <p:sp>
        <p:nvSpPr>
          <p:cNvPr id="4" name="Rect 0"/>
          <p:cNvSpPr txBox="1">
            <a:spLocks/>
          </p:cNvSpPr>
          <p:nvPr/>
        </p:nvSpPr>
        <p:spPr>
          <a:xfrm rot="0">
            <a:off x="496569" y="1238250"/>
            <a:ext cx="11111230" cy="277495"/>
          </a:xfrm>
          <a:prstGeom prst="rect"/>
          <a:noFill/>
        </p:spPr>
        <p:txBody>
          <a:bodyPr wrap="square" lIns="0" tIns="0" rIns="0" bIns="0" numCol="1" vert="horz" anchor="t">
            <a:spAutoFit/>
          </a:bodyPr>
          <a:lstStyle/>
          <a:p>
            <a:pPr marL="0" indent="0" rtl="0" algn="l" defTabSz="914400" eaLnBrk="1" latinLnBrk="0" hangingPunct="1">
              <a:buFontTx/>
              <a:buNone/>
            </a:pPr>
            <a:r>
              <a:rPr sz="1800" b="0">
                <a:solidFill>
                  <a:srgbClr val="566577"/>
                </a:solidFill>
                <a:latin typeface="NanumGothic" charset="0"/>
                <a:ea typeface="NanumGothic" charset="0"/>
              </a:rPr>
              <a:t>연산 구조가 다른 7개 모델로 MAC </a:t>
            </a:r>
            <a:r>
              <a:rPr sz="1800" b="0">
                <a:solidFill>
                  <a:srgbClr val="566577"/>
                </a:solidFill>
                <a:latin typeface="NanumGothic" charset="0"/>
                <a:ea typeface="NanumGothic" charset="0"/>
              </a:rPr>
              <a:t>Scaling</a:t>
            </a:r>
            <a:r>
              <a:rPr sz="1800" b="0">
                <a:solidFill>
                  <a:srgbClr val="566577"/>
                </a:solidFill>
                <a:latin typeface="NanumGothic" charset="0"/>
                <a:ea typeface="NanumGothic" charset="0"/>
              </a:rPr>
              <a:t> 특성비교</a:t>
            </a:r>
            <a:endParaRPr lang="ko-KR" altLang="en-US" sz="1800" b="0">
              <a:solidFill>
                <a:srgbClr val="566577"/>
              </a:solidFill>
              <a:latin typeface="NanumGothic" charset="0"/>
              <a:ea typeface="NanumGothic" charset="0"/>
            </a:endParaRPr>
          </a:p>
        </p:txBody>
      </p:sp>
      <p:sp>
        <p:nvSpPr>
          <p:cNvPr id="5"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a:spLocks/>
          </p:cNvSpPr>
          <p:nvPr/>
        </p:nvSpPr>
        <p:spPr>
          <a:xfrm rot="0">
            <a:off x="457200" y="5806440"/>
            <a:ext cx="41910"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 name="Rect 0"/>
          <p:cNvSpPr txBox="1">
            <a:spLocks/>
          </p:cNvSpPr>
          <p:nvPr/>
        </p:nvSpPr>
        <p:spPr>
          <a:xfrm>
            <a:off x="594360" y="5906770"/>
            <a:ext cx="10974070" cy="262255"/>
          </a:xfrm>
          <a:prstGeom prst="rect"/>
          <a:noFill/>
        </p:spPr>
        <p:txBody>
          <a:bodyPr wrap="square" lIns="0" tIns="0" rIns="0" bIns="0" numCol="1" vert="horz" anchor="t">
            <a:spAutoFit/>
          </a:bodyPr>
          <a:lstStyle/>
          <a:p>
            <a:pPr marL="0" indent="0" rtl="0" algn="l" defTabSz="914400" eaLnBrk="1" latinLnBrk="0" hangingPunct="1">
              <a:buFontTx/>
              <a:buNone/>
            </a:pPr>
            <a:r>
              <a:rPr sz="1700" b="1">
                <a:solidFill>
                  <a:srgbClr val="13366B"/>
                </a:solidFill>
                <a:latin typeface="NanumGothic" charset="0"/>
                <a:ea typeface="NanumGothic" charset="0"/>
              </a:rPr>
              <a:t>모든 모델은 INT8이며 CPU fallback 연산</a:t>
            </a:r>
            <a:r>
              <a:rPr sz="1700" b="1">
                <a:solidFill>
                  <a:srgbClr val="13366B"/>
                </a:solidFill>
                <a:latin typeface="NanumGothic" charset="0"/>
                <a:ea typeface="NanumGothic" charset="0"/>
              </a:rPr>
              <a:t>은 존재하지 않았음</a:t>
            </a:r>
            <a:endParaRPr lang="ko-KR" altLang="en-US" sz="1700" b="1">
              <a:solidFill>
                <a:srgbClr val="13366B"/>
              </a:solidFill>
              <a:latin typeface="NanumGothic" charset="0"/>
              <a:ea typeface="NanumGothic" charset="0"/>
            </a:endParaRPr>
          </a:p>
        </p:txBody>
      </p:sp>
      <p:sp>
        <p:nvSpPr>
          <p:cNvPr id="8" name="Rect 0"/>
          <p:cNvSpPr>
            <a:spLocks/>
          </p:cNvSpPr>
          <p:nvPr/>
        </p:nvSpPr>
        <p:spPr>
          <a:xfrm rot="0">
            <a:off x="502920" y="1847215"/>
            <a:ext cx="3235960" cy="43053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 name="Rect 0"/>
          <p:cNvSpPr txBox="1">
            <a:spLocks/>
          </p:cNvSpPr>
          <p:nvPr/>
        </p:nvSpPr>
        <p:spPr>
          <a:xfrm rot="0">
            <a:off x="621665" y="1947545"/>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1">
                <a:solidFill>
                  <a:srgbClr val="FFFFFF"/>
                </a:solidFill>
                <a:latin typeface="NanumGothic" charset="0"/>
                <a:ea typeface="NanumGothic" charset="0"/>
                <a:sym typeface="나눔고딕" charset="0"/>
              </a:rPr>
              <a:t>모델</a:t>
            </a:r>
            <a:endParaRPr lang="ko-KR" altLang="en-US" sz="1650" b="1">
              <a:solidFill>
                <a:srgbClr val="FFFFFF"/>
              </a:solidFill>
              <a:latin typeface="NanumGothic" charset="0"/>
              <a:ea typeface="NanumGothic" charset="0"/>
              <a:sym typeface="나눔고딕" charset="0"/>
            </a:endParaRPr>
          </a:p>
        </p:txBody>
      </p:sp>
      <p:sp>
        <p:nvSpPr>
          <p:cNvPr id="10" name="Rect 0"/>
          <p:cNvSpPr>
            <a:spLocks/>
          </p:cNvSpPr>
          <p:nvPr/>
        </p:nvSpPr>
        <p:spPr>
          <a:xfrm rot="0">
            <a:off x="3738245" y="1847215"/>
            <a:ext cx="2232025" cy="43053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 name="Rect 0"/>
          <p:cNvSpPr txBox="1">
            <a:spLocks/>
          </p:cNvSpPr>
          <p:nvPr/>
        </p:nvSpPr>
        <p:spPr>
          <a:xfrm rot="0">
            <a:off x="3856990" y="1947545"/>
            <a:ext cx="2003425" cy="311785"/>
          </a:xfrm>
          <a:prstGeom prst="rect"/>
          <a:noFill/>
        </p:spPr>
        <p:txBody>
          <a:bodyPr wrap="square" lIns="0" tIns="0" rIns="0" bIns="0" vert="horz" anchor="t">
            <a:spAutoFit/>
          </a:bodyPr>
          <a:lstStyle/>
          <a:p>
            <a:pPr marL="0" indent="0" rtl="0" algn="l" defTabSz="914400" eaLnBrk="1" latinLnBrk="0" hangingPunct="1">
              <a:buFontTx/>
              <a:buNone/>
            </a:pPr>
            <a:r>
              <a:rPr sz="1650" b="1">
                <a:solidFill>
                  <a:srgbClr val="FFFFFF"/>
                </a:solidFill>
                <a:latin typeface="NanumGothic" charset="0"/>
                <a:ea typeface="NanumGothic" charset="0"/>
                <a:sym typeface="나눔고딕" charset="0"/>
              </a:rPr>
              <a:t>작업</a:t>
            </a:r>
            <a:endParaRPr lang="ko-KR" altLang="en-US" sz="1650" b="1">
              <a:solidFill>
                <a:srgbClr val="FFFFFF"/>
              </a:solidFill>
              <a:latin typeface="NanumGothic" charset="0"/>
              <a:ea typeface="NanumGothic" charset="0"/>
              <a:sym typeface="나눔고딕" charset="0"/>
            </a:endParaRPr>
          </a:p>
        </p:txBody>
      </p:sp>
      <p:sp>
        <p:nvSpPr>
          <p:cNvPr id="12" name="Rect 0"/>
          <p:cNvSpPr>
            <a:spLocks/>
          </p:cNvSpPr>
          <p:nvPr/>
        </p:nvSpPr>
        <p:spPr>
          <a:xfrm rot="0">
            <a:off x="5969000" y="1847215"/>
            <a:ext cx="5690235" cy="43053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 name="Rect 0"/>
          <p:cNvSpPr txBox="1">
            <a:spLocks/>
          </p:cNvSpPr>
          <p:nvPr/>
        </p:nvSpPr>
        <p:spPr>
          <a:xfrm>
            <a:off x="6088380" y="1947544"/>
            <a:ext cx="5462270" cy="254635"/>
          </a:xfrm>
          <a:prstGeom prst="rect"/>
          <a:noFill/>
        </p:spPr>
        <p:txBody>
          <a:bodyPr wrap="square" lIns="0" tIns="0" rIns="0" bIns="0" numCol="1" vert="horz" anchor="t">
            <a:spAutoFit/>
          </a:bodyPr>
          <a:lstStyle/>
          <a:p>
            <a:pPr marL="0" indent="0" rtl="0" algn="l" defTabSz="914400" eaLnBrk="1" latinLnBrk="0" hangingPunct="1">
              <a:buFontTx/>
              <a:buNone/>
            </a:pPr>
            <a:r>
              <a:rPr sz="1650" b="1">
                <a:solidFill>
                  <a:srgbClr val="FFFFFF"/>
                </a:solidFill>
                <a:latin typeface="NanumGothic" charset="0"/>
                <a:ea typeface="NanumGothic" charset="0"/>
              </a:rPr>
              <a:t>주요</a:t>
            </a:r>
            <a:r>
              <a:rPr sz="1650" b="1">
                <a:solidFill>
                  <a:srgbClr val="FFFFFF"/>
                </a:solidFill>
                <a:latin typeface="Poppins" charset="0"/>
                <a:ea typeface="Poppins" charset="0"/>
              </a:rPr>
              <a:t> </a:t>
            </a:r>
            <a:r>
              <a:rPr sz="1650" b="1">
                <a:solidFill>
                  <a:srgbClr val="FFFFFF"/>
                </a:solidFill>
                <a:latin typeface="NanumGothic" charset="0"/>
                <a:ea typeface="NanumGothic" charset="0"/>
              </a:rPr>
              <a:t>특성</a:t>
            </a:r>
            <a:endParaRPr lang="ko-KR" altLang="en-US" sz="1650" b="1">
              <a:solidFill>
                <a:srgbClr val="FFFFFF"/>
              </a:solidFill>
              <a:latin typeface="NanumGothic" charset="0"/>
              <a:ea typeface="NanumGothic" charset="0"/>
            </a:endParaRPr>
          </a:p>
        </p:txBody>
      </p:sp>
      <p:sp>
        <p:nvSpPr>
          <p:cNvPr id="14" name="Rect 0"/>
          <p:cNvSpPr>
            <a:spLocks/>
          </p:cNvSpPr>
          <p:nvPr/>
        </p:nvSpPr>
        <p:spPr>
          <a:xfrm rot="0">
            <a:off x="502920" y="2277110"/>
            <a:ext cx="3235960"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5" name="Rect 0"/>
          <p:cNvSpPr txBox="1">
            <a:spLocks/>
          </p:cNvSpPr>
          <p:nvPr/>
        </p:nvSpPr>
        <p:spPr>
          <a:xfrm rot="0">
            <a:off x="621665" y="2377440"/>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RNNoise</a:t>
            </a:r>
            <a:endParaRPr lang="ko-KR" altLang="en-US" sz="1650" b="0">
              <a:solidFill>
                <a:srgbClr val="22364B"/>
              </a:solidFill>
              <a:latin typeface="Poppins" charset="0"/>
              <a:ea typeface="Poppins" charset="0"/>
              <a:sym typeface="나눔고딕" charset="0"/>
            </a:endParaRPr>
          </a:p>
        </p:txBody>
      </p:sp>
      <p:sp>
        <p:nvSpPr>
          <p:cNvPr id="16" name="Rect 0"/>
          <p:cNvSpPr>
            <a:spLocks/>
          </p:cNvSpPr>
          <p:nvPr/>
        </p:nvSpPr>
        <p:spPr>
          <a:xfrm rot="0">
            <a:off x="3738245" y="2277110"/>
            <a:ext cx="223202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7" name="Rect 0"/>
          <p:cNvSpPr txBox="1">
            <a:spLocks/>
          </p:cNvSpPr>
          <p:nvPr/>
        </p:nvSpPr>
        <p:spPr>
          <a:xfrm rot="0">
            <a:off x="3856990" y="2377440"/>
            <a:ext cx="200342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잡음</a:t>
            </a:r>
            <a:r>
              <a:rPr sz="1650" b="0">
                <a:solidFill>
                  <a:srgbClr val="22364B"/>
                </a:solidFill>
                <a:latin typeface="Poppins" charset="0"/>
                <a:ea typeface="Poppins" charset="0"/>
                <a:sym typeface="나눔고딕" charset="0"/>
              </a:rPr>
              <a:t> </a:t>
            </a:r>
            <a:r>
              <a:rPr sz="1650" b="0">
                <a:solidFill>
                  <a:srgbClr val="22364B"/>
                </a:solidFill>
                <a:latin typeface="NanumGothic" charset="0"/>
                <a:ea typeface="NanumGothic" charset="0"/>
                <a:sym typeface="나눔고딕" charset="0"/>
              </a:rPr>
              <a:t>억제</a:t>
            </a:r>
            <a:endParaRPr lang="ko-KR" altLang="en-US" sz="1650" b="0">
              <a:solidFill>
                <a:srgbClr val="22364B"/>
              </a:solidFill>
              <a:latin typeface="NanumGothic" charset="0"/>
              <a:ea typeface="NanumGothic" charset="0"/>
              <a:sym typeface="나눔고딕" charset="0"/>
            </a:endParaRPr>
          </a:p>
        </p:txBody>
      </p:sp>
      <p:sp>
        <p:nvSpPr>
          <p:cNvPr id="18" name="Rect 0"/>
          <p:cNvSpPr>
            <a:spLocks/>
          </p:cNvSpPr>
          <p:nvPr/>
        </p:nvSpPr>
        <p:spPr>
          <a:xfrm rot="0">
            <a:off x="5969000" y="2277110"/>
            <a:ext cx="569023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9" name="Rect 0"/>
          <p:cNvSpPr txBox="1">
            <a:spLocks/>
          </p:cNvSpPr>
          <p:nvPr/>
        </p:nvSpPr>
        <p:spPr>
          <a:xfrm>
            <a:off x="6088380" y="2377440"/>
            <a:ext cx="546227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작은</a:t>
            </a:r>
            <a:r>
              <a:rPr sz="1650" b="0">
                <a:solidFill>
                  <a:srgbClr val="22364B"/>
                </a:solidFill>
                <a:latin typeface="Poppins" charset="0"/>
                <a:ea typeface="Poppins" charset="0"/>
              </a:rPr>
              <a:t> FC</a:t>
            </a:r>
            <a:r>
              <a:rPr sz="1650" b="0">
                <a:solidFill>
                  <a:srgbClr val="22364B"/>
                </a:solidFill>
                <a:latin typeface="Poppins" charset="0"/>
                <a:ea typeface="Poppins" charset="0"/>
              </a:rPr>
              <a:t>,</a:t>
            </a:r>
            <a:r>
              <a:rPr sz="1650" b="0">
                <a:solidFill>
                  <a:srgbClr val="22364B"/>
                </a:solidFill>
                <a:latin typeface="Poppins" charset="0"/>
                <a:ea typeface="Poppins" charset="0"/>
              </a:rPr>
              <a:t>GRU / </a:t>
            </a:r>
            <a:r>
              <a:rPr sz="1650" b="0">
                <a:solidFill>
                  <a:srgbClr val="22364B"/>
                </a:solidFill>
                <a:latin typeface="NanumGothic" charset="0"/>
                <a:ea typeface="NanumGothic" charset="0"/>
              </a:rPr>
              <a:t>다수의</a:t>
            </a:r>
            <a:r>
              <a:rPr sz="1650" b="0">
                <a:solidFill>
                  <a:srgbClr val="22364B"/>
                </a:solidFill>
                <a:latin typeface="Poppins" charset="0"/>
                <a:ea typeface="Poppins" charset="0"/>
              </a:rPr>
              <a:t> </a:t>
            </a:r>
            <a:r>
              <a:rPr sz="1650" b="0">
                <a:solidFill>
                  <a:srgbClr val="22364B"/>
                </a:solidFill>
                <a:latin typeface="Poppins" charset="0"/>
                <a:ea typeface="Poppins" charset="0"/>
              </a:rPr>
              <a:t>Element Wise</a:t>
            </a:r>
            <a:r>
              <a:rPr sz="1650" b="0">
                <a:solidFill>
                  <a:srgbClr val="22364B"/>
                </a:solidFill>
                <a:latin typeface="Poppins" charset="0"/>
                <a:ea typeface="Poppins" charset="0"/>
              </a:rPr>
              <a:t> </a:t>
            </a:r>
            <a:r>
              <a:rPr sz="1650" b="0">
                <a:solidFill>
                  <a:srgbClr val="22364B"/>
                </a:solidFill>
                <a:latin typeface="NanumGothic" charset="0"/>
                <a:ea typeface="NanumGothic" charset="0"/>
              </a:rPr>
              <a:t>연산</a:t>
            </a:r>
            <a:endParaRPr lang="ko-KR" altLang="en-US" sz="1650" b="0">
              <a:solidFill>
                <a:srgbClr val="22364B"/>
              </a:solidFill>
              <a:latin typeface="NanumGothic" charset="0"/>
              <a:ea typeface="NanumGothic" charset="0"/>
            </a:endParaRPr>
          </a:p>
        </p:txBody>
      </p:sp>
      <p:sp>
        <p:nvSpPr>
          <p:cNvPr id="20" name="Rect 0"/>
          <p:cNvSpPr>
            <a:spLocks/>
          </p:cNvSpPr>
          <p:nvPr/>
        </p:nvSpPr>
        <p:spPr>
          <a:xfrm rot="0">
            <a:off x="502920" y="2706370"/>
            <a:ext cx="3235960"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1" name="Rect 0"/>
          <p:cNvSpPr txBox="1">
            <a:spLocks/>
          </p:cNvSpPr>
          <p:nvPr/>
        </p:nvSpPr>
        <p:spPr>
          <a:xfrm rot="0">
            <a:off x="621665" y="2807335"/>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MicroNet KWS</a:t>
            </a:r>
            <a:endParaRPr lang="ko-KR" altLang="en-US" sz="1650" b="0">
              <a:solidFill>
                <a:srgbClr val="22364B"/>
              </a:solidFill>
              <a:latin typeface="Poppins" charset="0"/>
              <a:ea typeface="Poppins" charset="0"/>
              <a:sym typeface="나눔고딕" charset="0"/>
            </a:endParaRPr>
          </a:p>
        </p:txBody>
      </p:sp>
      <p:sp>
        <p:nvSpPr>
          <p:cNvPr id="22" name="Rect 0"/>
          <p:cNvSpPr>
            <a:spLocks/>
          </p:cNvSpPr>
          <p:nvPr/>
        </p:nvSpPr>
        <p:spPr>
          <a:xfrm rot="0">
            <a:off x="3738245" y="2706370"/>
            <a:ext cx="223202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3" name="Rect 0"/>
          <p:cNvSpPr txBox="1">
            <a:spLocks/>
          </p:cNvSpPr>
          <p:nvPr/>
        </p:nvSpPr>
        <p:spPr>
          <a:xfrm>
            <a:off x="3856990" y="2807335"/>
            <a:ext cx="200406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Keyword Detection</a:t>
            </a:r>
            <a:endParaRPr lang="ko-KR" altLang="en-US" sz="1650" b="0">
              <a:solidFill>
                <a:srgbClr val="22364B"/>
              </a:solidFill>
              <a:latin typeface="NanumGothic" charset="0"/>
              <a:ea typeface="NanumGothic" charset="0"/>
            </a:endParaRPr>
          </a:p>
        </p:txBody>
      </p:sp>
      <p:sp>
        <p:nvSpPr>
          <p:cNvPr id="24" name="Rect 0"/>
          <p:cNvSpPr>
            <a:spLocks/>
          </p:cNvSpPr>
          <p:nvPr/>
        </p:nvSpPr>
        <p:spPr>
          <a:xfrm rot="0">
            <a:off x="5969000" y="2706370"/>
            <a:ext cx="569023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5" name="Rect 0"/>
          <p:cNvSpPr txBox="1">
            <a:spLocks/>
          </p:cNvSpPr>
          <p:nvPr/>
        </p:nvSpPr>
        <p:spPr>
          <a:xfrm rot="0">
            <a:off x="6088380" y="2807335"/>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소규모</a:t>
            </a:r>
            <a:r>
              <a:rPr sz="1650" b="0">
                <a:solidFill>
                  <a:srgbClr val="22364B"/>
                </a:solidFill>
                <a:latin typeface="Poppins" charset="0"/>
                <a:ea typeface="Poppins" charset="0"/>
                <a:sym typeface="나눔고딕" charset="0"/>
              </a:rPr>
              <a:t> CNN</a:t>
            </a:r>
            <a:endParaRPr lang="ko-KR" altLang="en-US" sz="1650" b="0">
              <a:solidFill>
                <a:srgbClr val="22364B"/>
              </a:solidFill>
              <a:latin typeface="Poppins" charset="0"/>
              <a:ea typeface="Poppins" charset="0"/>
              <a:sym typeface="나눔고딕" charset="0"/>
            </a:endParaRPr>
          </a:p>
        </p:txBody>
      </p:sp>
      <p:sp>
        <p:nvSpPr>
          <p:cNvPr id="26" name="Rect 0"/>
          <p:cNvSpPr>
            <a:spLocks/>
          </p:cNvSpPr>
          <p:nvPr/>
        </p:nvSpPr>
        <p:spPr>
          <a:xfrm rot="0">
            <a:off x="502920" y="3136265"/>
            <a:ext cx="3235960"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7" name="Rect 0"/>
          <p:cNvSpPr txBox="1">
            <a:spLocks/>
          </p:cNvSpPr>
          <p:nvPr/>
        </p:nvSpPr>
        <p:spPr>
          <a:xfrm rot="0">
            <a:off x="621665" y="3237230"/>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AD Medium</a:t>
            </a:r>
            <a:endParaRPr lang="ko-KR" altLang="en-US" sz="1650" b="0">
              <a:solidFill>
                <a:srgbClr val="22364B"/>
              </a:solidFill>
              <a:latin typeface="Poppins" charset="0"/>
              <a:ea typeface="Poppins" charset="0"/>
              <a:sym typeface="나눔고딕" charset="0"/>
            </a:endParaRPr>
          </a:p>
        </p:txBody>
      </p:sp>
      <p:sp>
        <p:nvSpPr>
          <p:cNvPr id="28" name="Rect 0"/>
          <p:cNvSpPr>
            <a:spLocks/>
          </p:cNvSpPr>
          <p:nvPr/>
        </p:nvSpPr>
        <p:spPr>
          <a:xfrm rot="0">
            <a:off x="3738245" y="3136265"/>
            <a:ext cx="223202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9" name="Rect 0"/>
          <p:cNvSpPr txBox="1">
            <a:spLocks/>
          </p:cNvSpPr>
          <p:nvPr/>
        </p:nvSpPr>
        <p:spPr>
          <a:xfrm>
            <a:off x="3856990" y="3237230"/>
            <a:ext cx="200406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Anomarly Detection</a:t>
            </a:r>
            <a:endParaRPr lang="ko-KR" altLang="en-US" sz="1650" b="0">
              <a:solidFill>
                <a:srgbClr val="22364B"/>
              </a:solidFill>
              <a:latin typeface="NanumGothic" charset="0"/>
              <a:ea typeface="NanumGothic" charset="0"/>
            </a:endParaRPr>
          </a:p>
        </p:txBody>
      </p:sp>
      <p:sp>
        <p:nvSpPr>
          <p:cNvPr id="30" name="Rect 0"/>
          <p:cNvSpPr>
            <a:spLocks/>
          </p:cNvSpPr>
          <p:nvPr/>
        </p:nvSpPr>
        <p:spPr>
          <a:xfrm rot="0">
            <a:off x="5969000" y="3136265"/>
            <a:ext cx="569023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1" name="Rect 0"/>
          <p:cNvSpPr txBox="1">
            <a:spLocks/>
          </p:cNvSpPr>
          <p:nvPr/>
        </p:nvSpPr>
        <p:spPr>
          <a:xfrm rot="0">
            <a:off x="6088380" y="3237230"/>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Conv2D </a:t>
            </a:r>
            <a:r>
              <a:rPr sz="1650" b="0">
                <a:solidFill>
                  <a:srgbClr val="22364B"/>
                </a:solidFill>
                <a:latin typeface="NanumGothic" charset="0"/>
                <a:ea typeface="NanumGothic" charset="0"/>
                <a:sym typeface="나눔고딕" charset="0"/>
              </a:rPr>
              <a:t>중심</a:t>
            </a:r>
            <a:endParaRPr lang="ko-KR" altLang="en-US" sz="1650" b="0">
              <a:solidFill>
                <a:srgbClr val="22364B"/>
              </a:solidFill>
              <a:latin typeface="NanumGothic" charset="0"/>
              <a:ea typeface="NanumGothic" charset="0"/>
              <a:sym typeface="나눔고딕" charset="0"/>
            </a:endParaRPr>
          </a:p>
        </p:txBody>
      </p:sp>
      <p:sp>
        <p:nvSpPr>
          <p:cNvPr id="32" name="Rect 0"/>
          <p:cNvSpPr>
            <a:spLocks/>
          </p:cNvSpPr>
          <p:nvPr/>
        </p:nvSpPr>
        <p:spPr>
          <a:xfrm rot="0">
            <a:off x="502920" y="3566160"/>
            <a:ext cx="3235960"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3" name="Rect 0"/>
          <p:cNvSpPr txBox="1">
            <a:spLocks/>
          </p:cNvSpPr>
          <p:nvPr/>
        </p:nvSpPr>
        <p:spPr>
          <a:xfrm rot="0">
            <a:off x="621665" y="3666490"/>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Visual Wake Words</a:t>
            </a:r>
            <a:endParaRPr lang="ko-KR" altLang="en-US" sz="1650" b="0">
              <a:solidFill>
                <a:srgbClr val="22364B"/>
              </a:solidFill>
              <a:latin typeface="Poppins" charset="0"/>
              <a:ea typeface="Poppins" charset="0"/>
              <a:sym typeface="나눔고딕" charset="0"/>
            </a:endParaRPr>
          </a:p>
        </p:txBody>
      </p:sp>
      <p:sp>
        <p:nvSpPr>
          <p:cNvPr id="34" name="Rect 0"/>
          <p:cNvSpPr>
            <a:spLocks/>
          </p:cNvSpPr>
          <p:nvPr/>
        </p:nvSpPr>
        <p:spPr>
          <a:xfrm rot="0">
            <a:off x="3738245" y="3566160"/>
            <a:ext cx="223202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5" name="Rect 0"/>
          <p:cNvSpPr txBox="1">
            <a:spLocks/>
          </p:cNvSpPr>
          <p:nvPr/>
        </p:nvSpPr>
        <p:spPr>
          <a:xfrm rot="0">
            <a:off x="3856990" y="3666489"/>
            <a:ext cx="234696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사람 유무 판별</a:t>
            </a:r>
            <a:endParaRPr lang="ko-KR" altLang="en-US" sz="1650" b="0">
              <a:solidFill>
                <a:srgbClr val="22364B"/>
              </a:solidFill>
              <a:latin typeface="NanumGothic" charset="0"/>
              <a:ea typeface="NanumGothic" charset="0"/>
            </a:endParaRPr>
          </a:p>
        </p:txBody>
      </p:sp>
      <p:sp>
        <p:nvSpPr>
          <p:cNvPr id="36" name="Rect 0"/>
          <p:cNvSpPr>
            <a:spLocks/>
          </p:cNvSpPr>
          <p:nvPr/>
        </p:nvSpPr>
        <p:spPr>
          <a:xfrm rot="0">
            <a:off x="5969000" y="3566160"/>
            <a:ext cx="569023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7" name="Rect 0"/>
          <p:cNvSpPr txBox="1">
            <a:spLocks/>
          </p:cNvSpPr>
          <p:nvPr/>
        </p:nvSpPr>
        <p:spPr>
          <a:xfrm rot="0">
            <a:off x="6088380" y="3666490"/>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Depthwise </a:t>
            </a:r>
            <a:r>
              <a:rPr sz="1650" b="0">
                <a:solidFill>
                  <a:srgbClr val="22364B"/>
                </a:solidFill>
                <a:latin typeface="NanumGothic" charset="0"/>
                <a:ea typeface="NanumGothic" charset="0"/>
                <a:sym typeface="나눔고딕" charset="0"/>
              </a:rPr>
              <a:t>비중이</a:t>
            </a:r>
            <a:r>
              <a:rPr sz="1650" b="0">
                <a:solidFill>
                  <a:srgbClr val="22364B"/>
                </a:solidFill>
                <a:latin typeface="Poppins" charset="0"/>
                <a:ea typeface="Poppins" charset="0"/>
                <a:sym typeface="나눔고딕" charset="0"/>
              </a:rPr>
              <a:t> </a:t>
            </a:r>
            <a:r>
              <a:rPr sz="1650" b="0">
                <a:solidFill>
                  <a:srgbClr val="22364B"/>
                </a:solidFill>
                <a:latin typeface="NanumGothic" charset="0"/>
                <a:ea typeface="NanumGothic" charset="0"/>
                <a:sym typeface="나눔고딕" charset="0"/>
              </a:rPr>
              <a:t>큰</a:t>
            </a:r>
            <a:r>
              <a:rPr sz="1650" b="0">
                <a:solidFill>
                  <a:srgbClr val="22364B"/>
                </a:solidFill>
                <a:latin typeface="Poppins" charset="0"/>
                <a:ea typeface="Poppins" charset="0"/>
                <a:sym typeface="나눔고딕" charset="0"/>
              </a:rPr>
              <a:t> CNN</a:t>
            </a:r>
            <a:endParaRPr lang="ko-KR" altLang="en-US" sz="1650" b="0">
              <a:solidFill>
                <a:srgbClr val="22364B"/>
              </a:solidFill>
              <a:latin typeface="Poppins" charset="0"/>
              <a:ea typeface="Poppins" charset="0"/>
              <a:sym typeface="나눔고딕" charset="0"/>
            </a:endParaRPr>
          </a:p>
        </p:txBody>
      </p:sp>
      <p:sp>
        <p:nvSpPr>
          <p:cNvPr id="38" name="Rect 0"/>
          <p:cNvSpPr>
            <a:spLocks/>
          </p:cNvSpPr>
          <p:nvPr/>
        </p:nvSpPr>
        <p:spPr>
          <a:xfrm rot="0">
            <a:off x="502920" y="3996055"/>
            <a:ext cx="3235960"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9" name="Rect 0"/>
          <p:cNvSpPr txBox="1">
            <a:spLocks/>
          </p:cNvSpPr>
          <p:nvPr/>
        </p:nvSpPr>
        <p:spPr>
          <a:xfrm rot="0">
            <a:off x="621665" y="4096385"/>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YOLO-Fastest</a:t>
            </a:r>
            <a:endParaRPr lang="ko-KR" altLang="en-US" sz="1650" b="0">
              <a:solidFill>
                <a:srgbClr val="22364B"/>
              </a:solidFill>
              <a:latin typeface="Poppins" charset="0"/>
              <a:ea typeface="Poppins" charset="0"/>
              <a:sym typeface="나눔고딕" charset="0"/>
            </a:endParaRPr>
          </a:p>
        </p:txBody>
      </p:sp>
      <p:sp>
        <p:nvSpPr>
          <p:cNvPr id="40" name="Rect 0"/>
          <p:cNvSpPr>
            <a:spLocks/>
          </p:cNvSpPr>
          <p:nvPr/>
        </p:nvSpPr>
        <p:spPr>
          <a:xfrm rot="0">
            <a:off x="3738245" y="3996055"/>
            <a:ext cx="223202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1" name="Rect 0"/>
          <p:cNvSpPr txBox="1">
            <a:spLocks/>
          </p:cNvSpPr>
          <p:nvPr/>
        </p:nvSpPr>
        <p:spPr>
          <a:xfrm>
            <a:off x="3856990" y="4096385"/>
            <a:ext cx="200406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rPr>
              <a:t>Object Detection</a:t>
            </a:r>
            <a:endParaRPr lang="ko-KR" altLang="en-US" sz="1650" b="0">
              <a:solidFill>
                <a:srgbClr val="22364B"/>
              </a:solidFill>
              <a:latin typeface="NanumGothic" charset="0"/>
              <a:ea typeface="NanumGothic" charset="0"/>
            </a:endParaRPr>
          </a:p>
        </p:txBody>
      </p:sp>
      <p:sp>
        <p:nvSpPr>
          <p:cNvPr id="42" name="Rect 0"/>
          <p:cNvSpPr>
            <a:spLocks/>
          </p:cNvSpPr>
          <p:nvPr/>
        </p:nvSpPr>
        <p:spPr>
          <a:xfrm rot="0">
            <a:off x="5969000" y="3996055"/>
            <a:ext cx="569023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3" name="Rect 0"/>
          <p:cNvSpPr txBox="1">
            <a:spLocks/>
          </p:cNvSpPr>
          <p:nvPr/>
        </p:nvSpPr>
        <p:spPr>
          <a:xfrm>
            <a:off x="6088380" y="4096385"/>
            <a:ext cx="5462270" cy="254635"/>
          </a:xfrm>
          <a:prstGeom prst="rect"/>
          <a:noFill/>
        </p:spPr>
        <p:txBody>
          <a:bodyPr wrap="square" lIns="0" tIns="0" rIns="0" bIns="0" numCol="1" vert="horz" anchor="t">
            <a:spAutoFit/>
          </a:bodyPr>
          <a:lstStyle/>
          <a:p>
            <a:pPr marL="0" indent="0" rtl="0" algn="l" defTabSz="914400" eaLnBrk="1" latinLnBrk="0" hangingPunct="1">
              <a:buFontTx/>
              <a:buNone/>
            </a:pPr>
            <a:r>
              <a:rPr sz="1650" b="0">
                <a:solidFill>
                  <a:srgbClr val="22364B"/>
                </a:solidFill>
                <a:latin typeface="Poppins" charset="0"/>
                <a:ea typeface="Poppins" charset="0"/>
              </a:rPr>
              <a:t>F</a:t>
            </a:r>
            <a:r>
              <a:rPr sz="1650" b="0">
                <a:solidFill>
                  <a:srgbClr val="22364B"/>
                </a:solidFill>
                <a:latin typeface="Poppins" charset="0"/>
                <a:ea typeface="Poppins" charset="0"/>
              </a:rPr>
              <a:t>eature map</a:t>
            </a:r>
            <a:r>
              <a:rPr sz="1650" b="0">
                <a:solidFill>
                  <a:srgbClr val="22364B"/>
                </a:solidFill>
                <a:latin typeface="Poppins" charset="0"/>
                <a:ea typeface="Poppins" charset="0"/>
              </a:rPr>
              <a:t>(Multi-Scale)</a:t>
            </a:r>
            <a:endParaRPr lang="ko-KR" altLang="en-US" sz="1650" b="0">
              <a:solidFill>
                <a:srgbClr val="22364B"/>
              </a:solidFill>
              <a:latin typeface="Poppins" charset="0"/>
              <a:ea typeface="Poppins" charset="0"/>
            </a:endParaRPr>
          </a:p>
        </p:txBody>
      </p:sp>
      <p:sp>
        <p:nvSpPr>
          <p:cNvPr id="44" name="Rect 0"/>
          <p:cNvSpPr>
            <a:spLocks/>
          </p:cNvSpPr>
          <p:nvPr/>
        </p:nvSpPr>
        <p:spPr>
          <a:xfrm rot="0">
            <a:off x="502920" y="4425950"/>
            <a:ext cx="3235960"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5" name="Rect 0"/>
          <p:cNvSpPr txBox="1">
            <a:spLocks/>
          </p:cNvSpPr>
          <p:nvPr/>
        </p:nvSpPr>
        <p:spPr>
          <a:xfrm rot="0">
            <a:off x="621665" y="4526280"/>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MobileNetV2</a:t>
            </a:r>
            <a:endParaRPr lang="ko-KR" altLang="en-US" sz="1650" b="0">
              <a:solidFill>
                <a:srgbClr val="22364B"/>
              </a:solidFill>
              <a:latin typeface="Poppins" charset="0"/>
              <a:ea typeface="Poppins" charset="0"/>
              <a:sym typeface="나눔고딕" charset="0"/>
            </a:endParaRPr>
          </a:p>
        </p:txBody>
      </p:sp>
      <p:sp>
        <p:nvSpPr>
          <p:cNvPr id="46" name="Rect 0"/>
          <p:cNvSpPr>
            <a:spLocks/>
          </p:cNvSpPr>
          <p:nvPr/>
        </p:nvSpPr>
        <p:spPr>
          <a:xfrm rot="0">
            <a:off x="3738245" y="4425950"/>
            <a:ext cx="223202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7" name="Rect 0"/>
          <p:cNvSpPr txBox="1">
            <a:spLocks/>
          </p:cNvSpPr>
          <p:nvPr/>
        </p:nvSpPr>
        <p:spPr>
          <a:xfrm rot="0">
            <a:off x="3856990" y="4526280"/>
            <a:ext cx="200342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이미지</a:t>
            </a:r>
            <a:r>
              <a:rPr sz="1650" b="0">
                <a:solidFill>
                  <a:srgbClr val="22364B"/>
                </a:solidFill>
                <a:latin typeface="Poppins" charset="0"/>
                <a:ea typeface="Poppins" charset="0"/>
                <a:sym typeface="나눔고딕" charset="0"/>
              </a:rPr>
              <a:t> </a:t>
            </a:r>
            <a:r>
              <a:rPr sz="1650" b="0">
                <a:solidFill>
                  <a:srgbClr val="22364B"/>
                </a:solidFill>
                <a:latin typeface="NanumGothic" charset="0"/>
                <a:ea typeface="NanumGothic" charset="0"/>
                <a:sym typeface="나눔고딕" charset="0"/>
              </a:rPr>
              <a:t>분류</a:t>
            </a:r>
            <a:endParaRPr lang="ko-KR" altLang="en-US" sz="1650" b="0">
              <a:solidFill>
                <a:srgbClr val="22364B"/>
              </a:solidFill>
              <a:latin typeface="NanumGothic" charset="0"/>
              <a:ea typeface="NanumGothic" charset="0"/>
              <a:sym typeface="나눔고딕" charset="0"/>
            </a:endParaRPr>
          </a:p>
        </p:txBody>
      </p:sp>
      <p:sp>
        <p:nvSpPr>
          <p:cNvPr id="48" name="Rect 0"/>
          <p:cNvSpPr>
            <a:spLocks/>
          </p:cNvSpPr>
          <p:nvPr/>
        </p:nvSpPr>
        <p:spPr>
          <a:xfrm rot="0">
            <a:off x="5969000" y="4425950"/>
            <a:ext cx="5690235" cy="43053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9" name="Rect 0"/>
          <p:cNvSpPr txBox="1">
            <a:spLocks/>
          </p:cNvSpPr>
          <p:nvPr/>
        </p:nvSpPr>
        <p:spPr>
          <a:xfrm rot="0">
            <a:off x="6088380" y="4526280"/>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Conv + Depthwise</a:t>
            </a:r>
            <a:endParaRPr lang="ko-KR" altLang="en-US" sz="1650" b="0">
              <a:solidFill>
                <a:srgbClr val="22364B"/>
              </a:solidFill>
              <a:latin typeface="Poppins" charset="0"/>
              <a:ea typeface="Poppins" charset="0"/>
              <a:sym typeface="나눔고딕" charset="0"/>
            </a:endParaRPr>
          </a:p>
        </p:txBody>
      </p:sp>
      <p:sp>
        <p:nvSpPr>
          <p:cNvPr id="50" name="Rect 0"/>
          <p:cNvSpPr>
            <a:spLocks/>
          </p:cNvSpPr>
          <p:nvPr/>
        </p:nvSpPr>
        <p:spPr>
          <a:xfrm rot="0">
            <a:off x="502920" y="4855210"/>
            <a:ext cx="3235960"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1" name="Rect 0"/>
          <p:cNvSpPr txBox="1">
            <a:spLocks/>
          </p:cNvSpPr>
          <p:nvPr/>
        </p:nvSpPr>
        <p:spPr>
          <a:xfrm rot="0">
            <a:off x="621665" y="4956175"/>
            <a:ext cx="3007360"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Poppins" charset="0"/>
                <a:ea typeface="Poppins" charset="0"/>
                <a:sym typeface="나눔고딕" charset="0"/>
              </a:rPr>
              <a:t>Wav2Letter</a:t>
            </a:r>
            <a:endParaRPr lang="ko-KR" altLang="en-US" sz="1650" b="0">
              <a:solidFill>
                <a:srgbClr val="22364B"/>
              </a:solidFill>
              <a:latin typeface="Poppins" charset="0"/>
              <a:ea typeface="Poppins" charset="0"/>
              <a:sym typeface="나눔고딕" charset="0"/>
            </a:endParaRPr>
          </a:p>
        </p:txBody>
      </p:sp>
      <p:sp>
        <p:nvSpPr>
          <p:cNvPr id="52" name="Rect 0"/>
          <p:cNvSpPr>
            <a:spLocks/>
          </p:cNvSpPr>
          <p:nvPr/>
        </p:nvSpPr>
        <p:spPr>
          <a:xfrm rot="0">
            <a:off x="3738245" y="4855210"/>
            <a:ext cx="223202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3" name="Rect 0"/>
          <p:cNvSpPr txBox="1">
            <a:spLocks/>
          </p:cNvSpPr>
          <p:nvPr/>
        </p:nvSpPr>
        <p:spPr>
          <a:xfrm rot="0">
            <a:off x="3856990" y="4956175"/>
            <a:ext cx="200342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음성</a:t>
            </a:r>
            <a:r>
              <a:rPr sz="1650" b="0">
                <a:solidFill>
                  <a:srgbClr val="22364B"/>
                </a:solidFill>
                <a:latin typeface="Poppins" charset="0"/>
                <a:ea typeface="Poppins" charset="0"/>
                <a:sym typeface="나눔고딕" charset="0"/>
              </a:rPr>
              <a:t> </a:t>
            </a:r>
            <a:r>
              <a:rPr sz="1650" b="0">
                <a:solidFill>
                  <a:srgbClr val="22364B"/>
                </a:solidFill>
                <a:latin typeface="NanumGothic" charset="0"/>
                <a:ea typeface="NanumGothic" charset="0"/>
                <a:sym typeface="나눔고딕" charset="0"/>
              </a:rPr>
              <a:t>인식</a:t>
            </a:r>
            <a:endParaRPr lang="ko-KR" altLang="en-US" sz="1650" b="0">
              <a:solidFill>
                <a:srgbClr val="22364B"/>
              </a:solidFill>
              <a:latin typeface="NanumGothic" charset="0"/>
              <a:ea typeface="NanumGothic" charset="0"/>
              <a:sym typeface="나눔고딕" charset="0"/>
            </a:endParaRPr>
          </a:p>
        </p:txBody>
      </p:sp>
      <p:sp>
        <p:nvSpPr>
          <p:cNvPr id="54" name="Rect 0"/>
          <p:cNvSpPr>
            <a:spLocks/>
          </p:cNvSpPr>
          <p:nvPr/>
        </p:nvSpPr>
        <p:spPr>
          <a:xfrm rot="0">
            <a:off x="5969000" y="4855210"/>
            <a:ext cx="5690235" cy="43053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5" name="Rect 0"/>
          <p:cNvSpPr txBox="1">
            <a:spLocks/>
          </p:cNvSpPr>
          <p:nvPr/>
        </p:nvSpPr>
        <p:spPr>
          <a:xfrm rot="0">
            <a:off x="6088380" y="4956175"/>
            <a:ext cx="5461635" cy="311785"/>
          </a:xfrm>
          <a:prstGeom prst="rect"/>
          <a:noFill/>
        </p:spPr>
        <p:txBody>
          <a:bodyPr wrap="square" lIns="0" tIns="0" rIns="0" bIns="0" vert="horz" anchor="t">
            <a:spAutoFit/>
          </a:bodyPr>
          <a:lstStyle/>
          <a:p>
            <a:pPr marL="0" indent="0" rtl="0" algn="l" defTabSz="914400" eaLnBrk="1" latinLnBrk="0" hangingPunct="1">
              <a:buFontTx/>
              <a:buNone/>
            </a:pPr>
            <a:r>
              <a:rPr sz="1650" b="0">
                <a:solidFill>
                  <a:srgbClr val="22364B"/>
                </a:solidFill>
                <a:latin typeface="NanumGothic" charset="0"/>
                <a:ea typeface="NanumGothic" charset="0"/>
                <a:sym typeface="나눔고딕" charset="0"/>
              </a:rPr>
              <a:t>실행 사이클이 가장 큰 모델</a:t>
            </a:r>
            <a:endParaRPr lang="ko-KR" altLang="en-US" sz="1650" b="0">
              <a:solidFill>
                <a:srgbClr val="22364B"/>
              </a:solidFill>
              <a:latin typeface="NanumGothic" charset="0"/>
              <a:ea typeface="NanumGothic" charset="0"/>
              <a:sym typeface="나눔고딕" charset="0"/>
            </a:endParaRPr>
          </a:p>
        </p:txBody>
      </p:sp>
      <p:sp>
        <p:nvSpPr>
          <p:cNvPr id="56" name="Rect 0"/>
          <p:cNvSpPr txBox="1">
            <a:spLocks/>
          </p:cNvSpPr>
          <p:nvPr/>
        </p:nvSpPr>
        <p:spPr>
          <a:xfrm rot="0">
            <a:off x="612775" y="5449570"/>
            <a:ext cx="10973435" cy="256540"/>
          </a:xfrm>
          <a:prstGeom prst="rect"/>
          <a:noFill/>
        </p:spPr>
        <p:txBody>
          <a:bodyPr wrap="square" lIns="0" tIns="0" rIns="0" bIns="0" vert="horz" anchor="t">
            <a:spAutoFit/>
          </a:bodyPr>
          <a:lstStyle/>
          <a:p>
            <a:pPr marL="0" indent="0" rtl="0" algn="l" defTabSz="914400" eaLnBrk="1" latinLnBrk="0" hangingPunct="1">
              <a:buFontTx/>
              <a:buNone/>
            </a:pPr>
            <a:r>
              <a:rPr sz="1550" b="0">
                <a:solidFill>
                  <a:srgbClr val="566577"/>
                </a:solidFill>
                <a:latin typeface="Poppins" charset="0"/>
                <a:ea typeface="Poppins" charset="0"/>
                <a:sym typeface="나눔고딕" charset="0"/>
              </a:rPr>
              <a:t>MLEK 예제 모델로 평가했으며, MLPerf Tiny 벤치마크를 실행한 결과는 아니다.</a:t>
            </a:r>
            <a:endParaRPr lang="ko-KR" altLang="en-US" sz="1550" b="0">
              <a:solidFill>
                <a:srgbClr val="566577"/>
              </a:solidFill>
              <a:latin typeface="Poppins" charset="0"/>
              <a:ea typeface="Poppins" charset="0"/>
              <a:sym typeface="나눔고딕"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NanumGothic"/>
                <a:ea typeface="NanumGothic"/>
                <a:cs typeface="NanumGothic"/>
              </a:rPr>
              <a:t>플랫폼 간 지표 일관성</a:t>
            </a: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09</a:t>
            </a:r>
          </a:p>
        </p:txBody>
      </p:sp>
      <p:sp>
        <p:nvSpPr>
          <p:cNvPr id="4" name="TextBox 3"/>
          <p:cNvSpPr txBox="1"/>
          <p:nvPr/>
        </p:nvSpPr>
        <p:spPr>
          <a:xfrm>
            <a:off x="502920" y="1225550"/>
            <a:ext cx="11156315" cy="262255"/>
          </a:xfrm>
          <a:prstGeom prst="rect">
            <a:avLst/>
          </a:prstGeom>
          <a:noFill/>
        </p:spPr>
        <p:txBody>
          <a:bodyPr wrap="square" lIns="0" tIns="0" rIns="0" bIns="0" numCol="1" vert="horz" anchor="t">
            <a:spAutoFit/>
          </a:bodyPr>
          <a:lstStyle/>
          <a:p>
            <a:pPr marL="0" indent="0">
              <a:spcAft>
                <a:spcPts val="500"/>
              </a:spcAft>
              <a:buFontTx/>
              <a:buNone/>
            </a:pPr>
            <a:r>
              <a:rPr sz="1700" b="0">
                <a:solidFill>
                  <a:srgbClr val="566577"/>
                </a:solidFill>
                <a:latin typeface="NanumGothic" charset="0"/>
                <a:ea typeface="NanumGothic" charset="0"/>
                <a:cs typeface="NanumGothic" charset="0"/>
              </a:rPr>
              <a:t>동일 모델·NPU</a:t>
            </a:r>
            <a:r>
              <a:rPr sz="1700" b="0">
                <a:solidFill>
                  <a:srgbClr val="566577"/>
                </a:solidFill>
                <a:latin typeface="NanumGothic" charset="0"/>
                <a:ea typeface="NanumGothic" charset="0"/>
                <a:cs typeface="NanumGothic" charset="0"/>
              </a:rPr>
              <a:t>/</a:t>
            </a:r>
            <a:r>
              <a:rPr sz="1700" b="0">
                <a:solidFill>
                  <a:srgbClr val="566577"/>
                </a:solidFill>
                <a:latin typeface="NanumGothic" charset="0"/>
                <a:ea typeface="NanumGothic" charset="0"/>
                <a:cs typeface="NanumGothic" charset="0"/>
              </a:rPr>
              <a:t>MAC</a:t>
            </a:r>
            <a:r>
              <a:rPr sz="1700" b="0">
                <a:solidFill>
                  <a:srgbClr val="566577"/>
                </a:solidFill>
                <a:latin typeface="NanumGothic" charset="0"/>
                <a:ea typeface="NanumGothic" charset="0"/>
                <a:cs typeface="NanumGothic" charset="0"/>
              </a:rPr>
              <a:t>/</a:t>
            </a:r>
            <a:r>
              <a:rPr sz="1700" b="0">
                <a:solidFill>
                  <a:srgbClr val="566577"/>
                </a:solidFill>
                <a:latin typeface="NanumGothic" charset="0"/>
                <a:ea typeface="NanumGothic" charset="0"/>
                <a:cs typeface="NanumGothic" charset="0"/>
              </a:rPr>
              <a:t>Vela 산출물의 플랫폼 간 비교</a:t>
            </a:r>
            <a:endParaRPr lang="ko-KR" altLang="en-US" sz="1700" b="0">
              <a:solidFill>
                <a:srgbClr val="566577"/>
              </a:solidFill>
              <a:latin typeface="NanumGothic" charset="0"/>
              <a:ea typeface="NanumGothic" charset="0"/>
              <a:cs typeface="NanumGothic" charset="0"/>
            </a:endParaRPr>
          </a:p>
        </p:txBody>
      </p:sp>
      <p:sp>
        <p:nvSpPr>
          <p:cNvPr id="5" name="Rectangle 4"/>
          <p:cNvSpPr/>
          <p:nvPr/>
        </p:nvSpPr>
        <p:spPr>
          <a:xfrm>
            <a:off x="457200" y="5806440"/>
            <a:ext cx="11265535"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275"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6770"/>
            <a:ext cx="10972800" cy="292735"/>
          </a:xfrm>
          <a:prstGeom prst="rect">
            <a:avLst/>
          </a:prstGeom>
          <a:noFill/>
        </p:spPr>
        <p:txBody>
          <a:bodyPr wrap="square" lIns="0" rIns="0" tIns="0" bIns="0">
            <a:spAutoFit/>
          </a:bodyPr>
          <a:lstStyle/>
          <a:p>
            <a:pPr>
              <a:spcAft>
                <a:spcPts val="500"/>
              </a:spcAft>
            </a:pPr>
            <a:r>
              <a:rPr sz="1550" b="1">
                <a:solidFill>
                  <a:srgbClr val="13366B"/>
                </a:solidFill>
                <a:latin typeface="NanumGothic"/>
                <a:ea typeface="NanumGothic"/>
                <a:cs typeface="NanumGothic"/>
              </a:rPr>
              <a:t>순위와 사이클 변화 방향은 유지됐지만, 효율 등급은 일부 조건에서 달라졌다.</a:t>
            </a:r>
          </a:p>
        </p:txBody>
      </p:sp>
      <p:sp>
        <p:nvSpPr>
          <p:cNvPr id="8" name="Rectangle 7"/>
          <p:cNvSpPr/>
          <p:nvPr/>
        </p:nvSpPr>
        <p:spPr>
          <a:xfrm>
            <a:off x="502920" y="1874520"/>
            <a:ext cx="3011805"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665" y="1984375"/>
            <a:ext cx="2774315" cy="338455"/>
          </a:xfrm>
          <a:prstGeom prst="rect">
            <a:avLst/>
          </a:prstGeom>
          <a:noFill/>
        </p:spPr>
        <p:txBody>
          <a:bodyPr wrap="square" lIns="0" rIns="0" tIns="0" bIns="0">
            <a:spAutoFit/>
          </a:bodyPr>
          <a:lstStyle/>
          <a:p>
            <a:pPr>
              <a:spcAft>
                <a:spcPts val="300"/>
              </a:spcAft>
            </a:pPr>
            <a:r>
              <a:rPr sz="1500" b="1">
                <a:solidFill>
                  <a:srgbClr val="FFFFFF"/>
                </a:solidFill>
                <a:latin typeface="NanumGothic"/>
                <a:ea typeface="NanumGothic"/>
                <a:cs typeface="NanumGothic"/>
              </a:rPr>
              <a:t>동일</a:t>
            </a:r>
            <a:r>
              <a:rPr sz="1500" b="1">
                <a:solidFill>
                  <a:srgbClr val="FFFFFF"/>
                </a:solidFill>
                <a:latin typeface="Poppins"/>
                <a:ea typeface="Poppins"/>
                <a:cs typeface="Poppins"/>
              </a:rPr>
              <a:t> NPU </a:t>
            </a:r>
            <a:r>
              <a:rPr sz="1500" b="1">
                <a:solidFill>
                  <a:srgbClr val="FFFFFF"/>
                </a:solidFill>
                <a:latin typeface="NanumGothic"/>
                <a:ea typeface="NanumGothic"/>
                <a:cs typeface="NanumGothic"/>
              </a:rPr>
              <a:t>비교</a:t>
            </a:r>
          </a:p>
        </p:txBody>
      </p:sp>
      <p:sp>
        <p:nvSpPr>
          <p:cNvPr id="10" name="Rectangle 9"/>
          <p:cNvSpPr/>
          <p:nvPr/>
        </p:nvSpPr>
        <p:spPr>
          <a:xfrm>
            <a:off x="3514725" y="1874520"/>
            <a:ext cx="1896745"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4105" y="1984375"/>
            <a:ext cx="1658620" cy="338455"/>
          </a:xfrm>
          <a:prstGeom prst="rect">
            <a:avLst/>
          </a:prstGeom>
          <a:noFill/>
        </p:spPr>
        <p:txBody>
          <a:bodyPr wrap="square" lIns="0" rIns="0" tIns="0" bIns="0">
            <a:spAutoFit/>
          </a:bodyPr>
          <a:lstStyle/>
          <a:p>
            <a:pPr>
              <a:spcAft>
                <a:spcPts val="300"/>
              </a:spcAft>
            </a:pPr>
            <a:r>
              <a:rPr sz="1500" b="1">
                <a:solidFill>
                  <a:srgbClr val="FFFFFF"/>
                </a:solidFill>
                <a:latin typeface="Poppins"/>
                <a:ea typeface="Poppins"/>
                <a:cs typeface="Poppins"/>
              </a:rPr>
              <a:t>TA </a:t>
            </a:r>
            <a:r>
              <a:rPr sz="1500" b="1">
                <a:solidFill>
                  <a:srgbClr val="FFFFFF"/>
                </a:solidFill>
                <a:latin typeface="NanumGothic"/>
                <a:ea typeface="NanumGothic"/>
                <a:cs typeface="NanumGothic"/>
              </a:rPr>
              <a:t>조건</a:t>
            </a:r>
          </a:p>
        </p:txBody>
      </p:sp>
      <p:sp>
        <p:nvSpPr>
          <p:cNvPr id="12" name="Rectangle 11"/>
          <p:cNvSpPr/>
          <p:nvPr/>
        </p:nvSpPr>
        <p:spPr>
          <a:xfrm>
            <a:off x="5411470" y="1874520"/>
            <a:ext cx="2231390"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0215" y="1984375"/>
            <a:ext cx="1993265" cy="338455"/>
          </a:xfrm>
          <a:prstGeom prst="rect">
            <a:avLst/>
          </a:prstGeom>
          <a:noFill/>
        </p:spPr>
        <p:txBody>
          <a:bodyPr wrap="square" lIns="0" rIns="0" tIns="0" bIns="0">
            <a:spAutoFit/>
          </a:bodyPr>
          <a:lstStyle/>
          <a:p>
            <a:pPr>
              <a:spcAft>
                <a:spcPts val="300"/>
              </a:spcAft>
            </a:pPr>
            <a:r>
              <a:rPr sz="1500" b="1">
                <a:solidFill>
                  <a:srgbClr val="FFFFFF"/>
                </a:solidFill>
                <a:latin typeface="NanumGothic"/>
                <a:ea typeface="NanumGothic"/>
                <a:cs typeface="NanumGothic"/>
              </a:rPr>
              <a:t>모델</a:t>
            </a:r>
            <a:r>
              <a:rPr sz="1500" b="1">
                <a:solidFill>
                  <a:srgbClr val="FFFFFF"/>
                </a:solidFill>
                <a:latin typeface="Poppins"/>
                <a:ea typeface="Poppins"/>
                <a:cs typeface="Poppins"/>
              </a:rPr>
              <a:t> </a:t>
            </a:r>
            <a:r>
              <a:rPr sz="1500" b="1">
                <a:solidFill>
                  <a:srgbClr val="FFFFFF"/>
                </a:solidFill>
                <a:latin typeface="NanumGothic"/>
                <a:ea typeface="NanumGothic"/>
                <a:cs typeface="NanumGothic"/>
              </a:rPr>
              <a:t>비용</a:t>
            </a:r>
            <a:r>
              <a:rPr sz="1500" b="1">
                <a:solidFill>
                  <a:srgbClr val="FFFFFF"/>
                </a:solidFill>
                <a:latin typeface="Poppins"/>
                <a:ea typeface="Poppins"/>
                <a:cs typeface="Poppins"/>
              </a:rPr>
              <a:t> </a:t>
            </a:r>
            <a:r>
              <a:rPr sz="1500" b="1">
                <a:solidFill>
                  <a:srgbClr val="FFFFFF"/>
                </a:solidFill>
                <a:latin typeface="NanumGothic"/>
                <a:ea typeface="NanumGothic"/>
                <a:cs typeface="NanumGothic"/>
              </a:rPr>
              <a:t>순위</a:t>
            </a:r>
          </a:p>
        </p:txBody>
      </p:sp>
      <p:sp>
        <p:nvSpPr>
          <p:cNvPr id="14" name="Rectangle 13"/>
          <p:cNvSpPr/>
          <p:nvPr/>
        </p:nvSpPr>
        <p:spPr>
          <a:xfrm>
            <a:off x="7642860" y="1874520"/>
            <a:ext cx="2007870"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1605" y="1984375"/>
            <a:ext cx="1770380" cy="338455"/>
          </a:xfrm>
          <a:prstGeom prst="rect">
            <a:avLst/>
          </a:prstGeom>
          <a:noFill/>
        </p:spPr>
        <p:txBody>
          <a:bodyPr wrap="square" lIns="0" rIns="0" tIns="0" bIns="0">
            <a:spAutoFit/>
          </a:bodyPr>
          <a:lstStyle/>
          <a:p>
            <a:pPr>
              <a:spcAft>
                <a:spcPts val="300"/>
              </a:spcAft>
            </a:pPr>
            <a:r>
              <a:rPr sz="1500" b="1">
                <a:solidFill>
                  <a:srgbClr val="FFFFFF"/>
                </a:solidFill>
                <a:latin typeface="NanumGothic"/>
                <a:ea typeface="NanumGothic"/>
                <a:cs typeface="NanumGothic"/>
              </a:rPr>
              <a:t>변화 방향 일치</a:t>
            </a:r>
          </a:p>
        </p:txBody>
      </p:sp>
      <p:sp>
        <p:nvSpPr>
          <p:cNvPr id="16" name="Rectangle 15"/>
          <p:cNvSpPr/>
          <p:nvPr/>
        </p:nvSpPr>
        <p:spPr>
          <a:xfrm>
            <a:off x="9650730" y="1874520"/>
            <a:ext cx="2007870" cy="475615"/>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9475" y="1984375"/>
            <a:ext cx="1770380" cy="338455"/>
          </a:xfrm>
          <a:prstGeom prst="rect">
            <a:avLst/>
          </a:prstGeom>
          <a:noFill/>
        </p:spPr>
        <p:txBody>
          <a:bodyPr wrap="square" lIns="0" rIns="0" tIns="0" bIns="0">
            <a:spAutoFit/>
          </a:bodyPr>
          <a:lstStyle/>
          <a:p>
            <a:pPr>
              <a:spcAft>
                <a:spcPts val="300"/>
              </a:spcAft>
            </a:pPr>
            <a:r>
              <a:rPr sz="1500" b="1">
                <a:solidFill>
                  <a:srgbClr val="FFFFFF"/>
                </a:solidFill>
                <a:latin typeface="NanumGothic"/>
                <a:ea typeface="NanumGothic"/>
                <a:cs typeface="NanumGothic"/>
              </a:rPr>
              <a:t>효율</a:t>
            </a:r>
            <a:r>
              <a:rPr sz="1500" b="1">
                <a:solidFill>
                  <a:srgbClr val="FFFFFF"/>
                </a:solidFill>
                <a:latin typeface="Poppins"/>
                <a:ea typeface="Poppins"/>
                <a:cs typeface="Poppins"/>
              </a:rPr>
              <a:t> </a:t>
            </a:r>
            <a:r>
              <a:rPr sz="1500" b="1">
                <a:solidFill>
                  <a:srgbClr val="FFFFFF"/>
                </a:solidFill>
                <a:latin typeface="NanumGothic"/>
                <a:ea typeface="NanumGothic"/>
                <a:cs typeface="NanumGothic"/>
              </a:rPr>
              <a:t>등급</a:t>
            </a:r>
            <a:r>
              <a:rPr sz="1500" b="1">
                <a:solidFill>
                  <a:srgbClr val="FFFFFF"/>
                </a:solidFill>
                <a:latin typeface="Poppins"/>
                <a:ea typeface="Poppins"/>
                <a:cs typeface="Poppins"/>
              </a:rPr>
              <a:t> </a:t>
            </a:r>
            <a:r>
              <a:rPr sz="1500" b="1">
                <a:solidFill>
                  <a:srgbClr val="FFFFFF"/>
                </a:solidFill>
                <a:latin typeface="NanumGothic"/>
                <a:ea typeface="NanumGothic"/>
                <a:cs typeface="NanumGothic"/>
              </a:rPr>
              <a:t>일치</a:t>
            </a:r>
          </a:p>
        </p:txBody>
      </p:sp>
      <p:sp>
        <p:nvSpPr>
          <p:cNvPr id="18" name="Rectangle 17"/>
          <p:cNvSpPr/>
          <p:nvPr/>
        </p:nvSpPr>
        <p:spPr>
          <a:xfrm>
            <a:off x="502920" y="2350135"/>
            <a:ext cx="3011805"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665" y="2459990"/>
            <a:ext cx="2774315"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U65: 310 </a:t>
            </a:r>
            <a:r>
              <a:rPr sz="1500" b="0">
                <a:solidFill>
                  <a:srgbClr val="22364B"/>
                </a:solidFill>
                <a:latin typeface="NanumGothic"/>
                <a:ea typeface="NanumGothic"/>
                <a:cs typeface="NanumGothic"/>
              </a:rPr>
              <a:t>↔</a:t>
            </a:r>
            <a:r>
              <a:rPr sz="1500" b="0">
                <a:solidFill>
                  <a:srgbClr val="22364B"/>
                </a:solidFill>
                <a:latin typeface="Poppins"/>
                <a:ea typeface="Poppins"/>
                <a:cs typeface="Poppins"/>
              </a:rPr>
              <a:t> 315</a:t>
            </a:r>
          </a:p>
        </p:txBody>
      </p:sp>
      <p:sp>
        <p:nvSpPr>
          <p:cNvPr id="20" name="Rectangle 19"/>
          <p:cNvSpPr/>
          <p:nvPr/>
        </p:nvSpPr>
        <p:spPr>
          <a:xfrm>
            <a:off x="3514725" y="2350135"/>
            <a:ext cx="1896745"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4105" y="2459990"/>
            <a:ext cx="165862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OFF / OFF</a:t>
            </a:r>
          </a:p>
        </p:txBody>
      </p:sp>
      <p:sp>
        <p:nvSpPr>
          <p:cNvPr id="22" name="Rectangle 21"/>
          <p:cNvSpPr/>
          <p:nvPr/>
        </p:nvSpPr>
        <p:spPr>
          <a:xfrm>
            <a:off x="5411470" y="2350135"/>
            <a:ext cx="223139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0215" y="2459990"/>
            <a:ext cx="1993265" cy="338455"/>
          </a:xfrm>
          <a:prstGeom prst="rect">
            <a:avLst/>
          </a:prstGeom>
          <a:noFill/>
        </p:spPr>
        <p:txBody>
          <a:bodyPr wrap="square" lIns="0" rIns="0" tIns="0" bIns="0">
            <a:spAutoFit/>
          </a:bodyPr>
          <a:lstStyle/>
          <a:p>
            <a:pPr>
              <a:spcAft>
                <a:spcPts val="300"/>
              </a:spcAft>
            </a:pPr>
            <a:r>
              <a:rPr sz="1500" b="0">
                <a:solidFill>
                  <a:srgbClr val="22364B"/>
                </a:solidFill>
                <a:latin typeface="NanumGothic"/>
                <a:ea typeface="NanumGothic"/>
                <a:cs typeface="NanumGothic"/>
              </a:rPr>
              <a:t>유지</a:t>
            </a:r>
          </a:p>
        </p:txBody>
      </p:sp>
      <p:sp>
        <p:nvSpPr>
          <p:cNvPr id="24" name="Rectangle 23"/>
          <p:cNvSpPr/>
          <p:nvPr/>
        </p:nvSpPr>
        <p:spPr>
          <a:xfrm>
            <a:off x="7642860" y="2350135"/>
            <a:ext cx="200787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61605" y="245999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7 / 7</a:t>
            </a:r>
          </a:p>
        </p:txBody>
      </p:sp>
      <p:sp>
        <p:nvSpPr>
          <p:cNvPr id="26" name="Rectangle 25"/>
          <p:cNvSpPr/>
          <p:nvPr/>
        </p:nvSpPr>
        <p:spPr>
          <a:xfrm>
            <a:off x="9650730" y="2350135"/>
            <a:ext cx="200787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9475" y="245999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7 / 7</a:t>
            </a:r>
          </a:p>
        </p:txBody>
      </p:sp>
      <p:sp>
        <p:nvSpPr>
          <p:cNvPr id="28" name="Rectangle 27"/>
          <p:cNvSpPr/>
          <p:nvPr/>
        </p:nvSpPr>
        <p:spPr>
          <a:xfrm>
            <a:off x="502920" y="2825750"/>
            <a:ext cx="3011805"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665" y="2934970"/>
            <a:ext cx="2774315"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U55: 300 </a:t>
            </a:r>
            <a:r>
              <a:rPr sz="1500" b="0">
                <a:solidFill>
                  <a:srgbClr val="22364B"/>
                </a:solidFill>
                <a:latin typeface="NanumGothic"/>
                <a:ea typeface="NanumGothic"/>
                <a:cs typeface="NanumGothic"/>
              </a:rPr>
              <a:t>↔</a:t>
            </a:r>
            <a:r>
              <a:rPr sz="1500" b="0">
                <a:solidFill>
                  <a:srgbClr val="22364B"/>
                </a:solidFill>
                <a:latin typeface="Poppins"/>
                <a:ea typeface="Poppins"/>
                <a:cs typeface="Poppins"/>
              </a:rPr>
              <a:t> 310</a:t>
            </a:r>
          </a:p>
        </p:txBody>
      </p:sp>
      <p:sp>
        <p:nvSpPr>
          <p:cNvPr id="30" name="Rectangle 29"/>
          <p:cNvSpPr/>
          <p:nvPr/>
        </p:nvSpPr>
        <p:spPr>
          <a:xfrm>
            <a:off x="3514725" y="2825750"/>
            <a:ext cx="1896745"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34105" y="2934970"/>
            <a:ext cx="165862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ON / OFF</a:t>
            </a:r>
          </a:p>
        </p:txBody>
      </p:sp>
      <p:sp>
        <p:nvSpPr>
          <p:cNvPr id="32" name="Rectangle 31"/>
          <p:cNvSpPr/>
          <p:nvPr/>
        </p:nvSpPr>
        <p:spPr>
          <a:xfrm>
            <a:off x="5411470" y="2825750"/>
            <a:ext cx="223139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0215" y="2934970"/>
            <a:ext cx="1993265" cy="338455"/>
          </a:xfrm>
          <a:prstGeom prst="rect">
            <a:avLst/>
          </a:prstGeom>
          <a:noFill/>
        </p:spPr>
        <p:txBody>
          <a:bodyPr wrap="square" lIns="0" rIns="0" tIns="0" bIns="0">
            <a:spAutoFit/>
          </a:bodyPr>
          <a:lstStyle/>
          <a:p>
            <a:pPr>
              <a:spcAft>
                <a:spcPts val="300"/>
              </a:spcAft>
            </a:pPr>
            <a:r>
              <a:rPr sz="1500" b="0">
                <a:solidFill>
                  <a:srgbClr val="22364B"/>
                </a:solidFill>
                <a:latin typeface="NanumGothic"/>
                <a:ea typeface="NanumGothic"/>
                <a:cs typeface="NanumGothic"/>
              </a:rPr>
              <a:t>유지</a:t>
            </a:r>
          </a:p>
        </p:txBody>
      </p:sp>
      <p:sp>
        <p:nvSpPr>
          <p:cNvPr id="34" name="Rectangle 33"/>
          <p:cNvSpPr/>
          <p:nvPr/>
        </p:nvSpPr>
        <p:spPr>
          <a:xfrm>
            <a:off x="7642860" y="2825750"/>
            <a:ext cx="200787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61605" y="293497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18 / 18</a:t>
            </a:r>
          </a:p>
        </p:txBody>
      </p:sp>
      <p:sp>
        <p:nvSpPr>
          <p:cNvPr id="36" name="Rectangle 35"/>
          <p:cNvSpPr/>
          <p:nvPr/>
        </p:nvSpPr>
        <p:spPr>
          <a:xfrm>
            <a:off x="9650730" y="2825750"/>
            <a:ext cx="200787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69475" y="293497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14 / 18</a:t>
            </a:r>
          </a:p>
        </p:txBody>
      </p:sp>
      <p:sp>
        <p:nvSpPr>
          <p:cNvPr id="38" name="Rectangle 37"/>
          <p:cNvSpPr/>
          <p:nvPr/>
        </p:nvSpPr>
        <p:spPr>
          <a:xfrm>
            <a:off x="502920" y="3300730"/>
            <a:ext cx="3011805"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665" y="3410585"/>
            <a:ext cx="2774315"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U65: 300 </a:t>
            </a:r>
            <a:r>
              <a:rPr sz="1500" b="0">
                <a:solidFill>
                  <a:srgbClr val="22364B"/>
                </a:solidFill>
                <a:latin typeface="NanumGothic"/>
                <a:ea typeface="NanumGothic"/>
                <a:cs typeface="NanumGothic"/>
              </a:rPr>
              <a:t>↔</a:t>
            </a:r>
            <a:r>
              <a:rPr sz="1500" b="0">
                <a:solidFill>
                  <a:srgbClr val="22364B"/>
                </a:solidFill>
                <a:latin typeface="Poppins"/>
                <a:ea typeface="Poppins"/>
                <a:cs typeface="Poppins"/>
              </a:rPr>
              <a:t> 310</a:t>
            </a:r>
          </a:p>
        </p:txBody>
      </p:sp>
      <p:sp>
        <p:nvSpPr>
          <p:cNvPr id="40" name="Rectangle 39"/>
          <p:cNvSpPr/>
          <p:nvPr/>
        </p:nvSpPr>
        <p:spPr>
          <a:xfrm>
            <a:off x="3514725" y="3300730"/>
            <a:ext cx="1896745"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34105" y="3410585"/>
            <a:ext cx="165862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ON / OFF</a:t>
            </a:r>
          </a:p>
        </p:txBody>
      </p:sp>
      <p:sp>
        <p:nvSpPr>
          <p:cNvPr id="42" name="Rectangle 41"/>
          <p:cNvSpPr/>
          <p:nvPr/>
        </p:nvSpPr>
        <p:spPr>
          <a:xfrm>
            <a:off x="5411470" y="3300730"/>
            <a:ext cx="223139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30215" y="3410585"/>
            <a:ext cx="1993265" cy="338455"/>
          </a:xfrm>
          <a:prstGeom prst="rect">
            <a:avLst/>
          </a:prstGeom>
          <a:noFill/>
        </p:spPr>
        <p:txBody>
          <a:bodyPr wrap="square" lIns="0" rIns="0" tIns="0" bIns="0">
            <a:spAutoFit/>
          </a:bodyPr>
          <a:lstStyle/>
          <a:p>
            <a:pPr>
              <a:spcAft>
                <a:spcPts val="300"/>
              </a:spcAft>
            </a:pPr>
            <a:r>
              <a:rPr sz="1500" b="0">
                <a:solidFill>
                  <a:srgbClr val="22364B"/>
                </a:solidFill>
                <a:latin typeface="NanumGothic"/>
                <a:ea typeface="NanumGothic"/>
                <a:cs typeface="NanumGothic"/>
              </a:rPr>
              <a:t>유지</a:t>
            </a:r>
          </a:p>
        </p:txBody>
      </p:sp>
      <p:sp>
        <p:nvSpPr>
          <p:cNvPr id="44" name="Rectangle 43"/>
          <p:cNvSpPr/>
          <p:nvPr/>
        </p:nvSpPr>
        <p:spPr>
          <a:xfrm>
            <a:off x="7642860" y="3300730"/>
            <a:ext cx="200787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61605" y="3410585"/>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7 / 7</a:t>
            </a:r>
          </a:p>
        </p:txBody>
      </p:sp>
      <p:sp>
        <p:nvSpPr>
          <p:cNvPr id="46" name="Rectangle 45"/>
          <p:cNvSpPr/>
          <p:nvPr/>
        </p:nvSpPr>
        <p:spPr>
          <a:xfrm>
            <a:off x="9650730" y="3300730"/>
            <a:ext cx="2007870" cy="47561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69475" y="3410585"/>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5 / 7</a:t>
            </a:r>
          </a:p>
        </p:txBody>
      </p:sp>
      <p:sp>
        <p:nvSpPr>
          <p:cNvPr id="48" name="Rectangle 47"/>
          <p:cNvSpPr/>
          <p:nvPr/>
        </p:nvSpPr>
        <p:spPr>
          <a:xfrm>
            <a:off x="502920" y="3776345"/>
            <a:ext cx="3011805"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665" y="3886200"/>
            <a:ext cx="2774315"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U65: 300 </a:t>
            </a:r>
            <a:r>
              <a:rPr sz="1500" b="0">
                <a:solidFill>
                  <a:srgbClr val="22364B"/>
                </a:solidFill>
                <a:latin typeface="NanumGothic"/>
                <a:ea typeface="NanumGothic"/>
                <a:cs typeface="NanumGothic"/>
              </a:rPr>
              <a:t>↔</a:t>
            </a:r>
            <a:r>
              <a:rPr sz="1500" b="0">
                <a:solidFill>
                  <a:srgbClr val="22364B"/>
                </a:solidFill>
                <a:latin typeface="Poppins"/>
                <a:ea typeface="Poppins"/>
                <a:cs typeface="Poppins"/>
              </a:rPr>
              <a:t> 315</a:t>
            </a:r>
          </a:p>
        </p:txBody>
      </p:sp>
      <p:sp>
        <p:nvSpPr>
          <p:cNvPr id="50" name="Rectangle 49"/>
          <p:cNvSpPr/>
          <p:nvPr/>
        </p:nvSpPr>
        <p:spPr>
          <a:xfrm>
            <a:off x="3514725" y="3776345"/>
            <a:ext cx="1896745"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34105" y="3886200"/>
            <a:ext cx="165862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ON / OFF</a:t>
            </a:r>
          </a:p>
        </p:txBody>
      </p:sp>
      <p:sp>
        <p:nvSpPr>
          <p:cNvPr id="52" name="Rectangle 51"/>
          <p:cNvSpPr/>
          <p:nvPr/>
        </p:nvSpPr>
        <p:spPr>
          <a:xfrm>
            <a:off x="5411470" y="3776345"/>
            <a:ext cx="223139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30215" y="3886200"/>
            <a:ext cx="1993265" cy="338455"/>
          </a:xfrm>
          <a:prstGeom prst="rect">
            <a:avLst/>
          </a:prstGeom>
          <a:noFill/>
        </p:spPr>
        <p:txBody>
          <a:bodyPr wrap="square" lIns="0" rIns="0" tIns="0" bIns="0">
            <a:spAutoFit/>
          </a:bodyPr>
          <a:lstStyle/>
          <a:p>
            <a:pPr>
              <a:spcAft>
                <a:spcPts val="300"/>
              </a:spcAft>
            </a:pPr>
            <a:r>
              <a:rPr sz="1500" b="0">
                <a:solidFill>
                  <a:srgbClr val="22364B"/>
                </a:solidFill>
                <a:latin typeface="NanumGothic"/>
                <a:ea typeface="NanumGothic"/>
                <a:cs typeface="NanumGothic"/>
              </a:rPr>
              <a:t>유지</a:t>
            </a:r>
          </a:p>
        </p:txBody>
      </p:sp>
      <p:sp>
        <p:nvSpPr>
          <p:cNvPr id="54" name="Rectangle 53"/>
          <p:cNvSpPr/>
          <p:nvPr/>
        </p:nvSpPr>
        <p:spPr>
          <a:xfrm>
            <a:off x="7642860" y="3776345"/>
            <a:ext cx="200787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61605" y="388620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7 / 7</a:t>
            </a:r>
          </a:p>
        </p:txBody>
      </p:sp>
      <p:sp>
        <p:nvSpPr>
          <p:cNvPr id="56" name="Rectangle 55"/>
          <p:cNvSpPr/>
          <p:nvPr/>
        </p:nvSpPr>
        <p:spPr>
          <a:xfrm>
            <a:off x="9650730" y="3776345"/>
            <a:ext cx="2007870" cy="4756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769475" y="3886200"/>
            <a:ext cx="1770380" cy="338455"/>
          </a:xfrm>
          <a:prstGeom prst="rect">
            <a:avLst/>
          </a:prstGeom>
          <a:noFill/>
        </p:spPr>
        <p:txBody>
          <a:bodyPr wrap="square" lIns="0" rIns="0" tIns="0" bIns="0">
            <a:spAutoFit/>
          </a:bodyPr>
          <a:lstStyle/>
          <a:p>
            <a:pPr>
              <a:spcAft>
                <a:spcPts val="300"/>
              </a:spcAft>
            </a:pPr>
            <a:r>
              <a:rPr sz="1500" b="0">
                <a:solidFill>
                  <a:srgbClr val="22364B"/>
                </a:solidFill>
                <a:latin typeface="Poppins"/>
                <a:ea typeface="Poppins"/>
                <a:cs typeface="Poppins"/>
              </a:rPr>
              <a:t>5 / 7</a:t>
            </a:r>
          </a:p>
        </p:txBody>
      </p:sp>
      <p:sp>
        <p:nvSpPr>
          <p:cNvPr id="58" name="TextBox 57"/>
          <p:cNvSpPr txBox="1"/>
          <p:nvPr/>
        </p:nvSpPr>
        <p:spPr>
          <a:xfrm>
            <a:off x="594360" y="4462145"/>
            <a:ext cx="10972800" cy="320040"/>
          </a:xfrm>
          <a:prstGeom prst="rect">
            <a:avLst/>
          </a:prstGeom>
          <a:noFill/>
        </p:spPr>
        <p:txBody>
          <a:bodyPr wrap="square" lIns="0" rIns="0" tIns="0" bIns="0">
            <a:spAutoFit/>
          </a:bodyPr>
          <a:lstStyle/>
          <a:p>
            <a:pPr>
              <a:spcAft>
                <a:spcPts val="500"/>
              </a:spcAft>
            </a:pPr>
            <a:r>
              <a:rPr sz="1600" b="1">
                <a:solidFill>
                  <a:srgbClr val="13366B"/>
                </a:solidFill>
                <a:latin typeface="NanumGothic"/>
                <a:ea typeface="NanumGothic"/>
                <a:cs typeface="NanumGothic"/>
              </a:rPr>
              <a:t>예: U55 / VWW 128→256 효율 0.639 → 0.795 (등급 경계 0.75를 넘음)</a:t>
            </a:r>
          </a:p>
        </p:txBody>
      </p:sp>
      <p:sp>
        <p:nvSpPr>
          <p:cNvPr id="59" name="TextBox 58"/>
          <p:cNvSpPr txBox="1"/>
          <p:nvPr/>
        </p:nvSpPr>
        <p:spPr>
          <a:xfrm>
            <a:off x="594360" y="5001895"/>
            <a:ext cx="10972800" cy="621665"/>
          </a:xfrm>
          <a:prstGeom prst="rect">
            <a:avLst/>
          </a:prstGeom>
          <a:noFill/>
        </p:spPr>
        <p:txBody>
          <a:bodyPr wrap="square" lIns="0" rIns="0" tIns="0" bIns="0">
            <a:spAutoFit/>
          </a:bodyPr>
          <a:lstStyle/>
          <a:p>
            <a:pPr>
              <a:spcAft>
                <a:spcPts val="500"/>
              </a:spcAft>
            </a:pPr>
            <a:r>
              <a:rPr sz="1400" b="0">
                <a:solidFill>
                  <a:srgbClr val="566577"/>
                </a:solidFill>
                <a:latin typeface="NanumGothic"/>
                <a:ea typeface="NanumGothic"/>
                <a:cs typeface="NanumGothic"/>
              </a:rPr>
              <a:t>비교 범위는 U55/U65다. U85는 같은 NPU를 다른 플랫폼에서 실행한 쌍이 없다.</a:t>
            </a:r>
          </a:p>
          <a:p>
            <a:pPr>
              <a:spcAft>
                <a:spcPts val="500"/>
              </a:spcAft>
            </a:pPr>
            <a:pPr/>
            <a:r>
              <a:rPr sz="1400" b="0">
                <a:solidFill>
                  <a:srgbClr val="566577"/>
                </a:solidFill>
                <a:latin typeface="NanumGothic"/>
                <a:ea typeface="NanumGothic"/>
                <a:cs typeface="NanumGothic"/>
              </a:rPr>
              <a:t>TA ON끼리 비교한 쌍이 없어, TA OFF에서 확인한 일치가 TA ON에서도 성립하는지는 평가하지 못했다.</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45720" tIns="27305" rIns="45720" bIns="27305" vert="horz" anchor="t">
            <a:spAutoFit/>
          </a:bodyPr>
          <a:lstStyle/>
          <a:p>
            <a:pPr marL="0" indent="0" rtl="0" algn="l" defTabSz="914400" eaLnBrk="1" latinLnBrk="0" hangingPunct="1">
              <a:buFontTx/>
              <a:buNone/>
            </a:pPr>
            <a:r>
              <a:rPr sz="2600" b="1">
                <a:solidFill>
                  <a:srgbClr val="FFFFFF"/>
                </a:solidFill>
                <a:latin typeface="Poppins" charset="0"/>
                <a:ea typeface="NanumGothic" charset="0"/>
                <a:sym typeface="나눔고딕" charset="0"/>
              </a:rPr>
              <a:t>전체 측정 조합</a:t>
            </a:r>
            <a:endParaRPr lang="ko-KR" altLang="en-US" sz="2600" b="1">
              <a:solidFill>
                <a:srgbClr val="FFFFFF"/>
              </a:solidFill>
              <a:latin typeface="Poppins"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45720" tIns="27305" rIns="45720" bIns="27305" vert="horz" anchor="t">
            <a:spAutoFit/>
          </a:bodyPr>
          <a:lstStyle/>
          <a:p>
            <a:pPr marL="0" indent="0" rtl="0" algn="l" defTabSz="914400" eaLnBrk="1" latinLnBrk="0" hangingPunct="1">
              <a:buFontTx/>
              <a:buNone/>
            </a:pPr>
            <a:r>
              <a:rPr sz="1300" b="0">
                <a:solidFill>
                  <a:srgbClr val="FFFFFF"/>
                </a:solidFill>
                <a:latin typeface="Poppins" charset="0"/>
                <a:ea typeface="NanumGothic" charset="0"/>
                <a:sym typeface="나눔고딕" charset="0"/>
              </a:rPr>
              <a:t>10</a:t>
            </a:r>
            <a:endParaRPr lang="ko-KR" altLang="en-US" sz="1300" b="0">
              <a:solidFill>
                <a:srgbClr val="FFFFFF"/>
              </a:solidFill>
              <a:latin typeface="Poppins" charset="0"/>
              <a:ea typeface="NanumGothic" charset="0"/>
              <a:sym typeface="나눔고딕" charset="0"/>
            </a:endParaRPr>
          </a:p>
        </p:txBody>
      </p:sp>
      <p:sp>
        <p:nvSpPr>
          <p:cNvPr id="4" name="Rect 0"/>
          <p:cNvSpPr txBox="1">
            <a:spLocks/>
          </p:cNvSpPr>
          <p:nvPr/>
        </p:nvSpPr>
        <p:spPr>
          <a:xfrm rot="0">
            <a:off x="502920" y="1225550"/>
            <a:ext cx="11156315" cy="521970"/>
          </a:xfrm>
          <a:prstGeom prst="rect"/>
          <a:noFill/>
        </p:spPr>
        <p:txBody>
          <a:bodyPr wrap="square" lIns="45720" tIns="27305" rIns="45720" bIns="27305" vert="horz" anchor="t">
            <a:spAutoFit/>
          </a:bodyPr>
          <a:lstStyle/>
          <a:p>
            <a:pPr marL="0" indent="0" rtl="0" algn="l" defTabSz="914400" eaLnBrk="1" latinLnBrk="0" hangingPunct="1">
              <a:buFontTx/>
              <a:buNone/>
            </a:pPr>
            <a:r>
              <a:rPr sz="1700" b="0">
                <a:solidFill>
                  <a:srgbClr val="566577"/>
                </a:solidFill>
                <a:latin typeface="Poppins" charset="0"/>
                <a:ea typeface="NanumGothic" charset="0"/>
                <a:sym typeface="나눔고딕" charset="0"/>
              </a:rPr>
              <a:t>플랫폼 × NPU × MAC 구성 × 7개 모델 = 133개 구성 · memory mode와 TA는 NPU·플랫폼에 따라 고정</a:t>
            </a:r>
            <a:endParaRPr lang="ko-KR" altLang="en-US" sz="1700" b="0">
              <a:solidFill>
                <a:srgbClr val="566577"/>
              </a:solidFill>
              <a:latin typeface="Poppins" charset="0"/>
              <a:ea typeface="NanumGothic" charset="0"/>
              <a:sym typeface="나눔고딕" charset="0"/>
            </a:endParaRPr>
          </a:p>
        </p:txBody>
      </p:sp>
      <p:sp>
        <p:nvSpPr>
          <p:cNvPr id="5" name="Rect 0"/>
          <p:cNvSpPr>
            <a:spLocks/>
          </p:cNvSpPr>
          <p:nvPr/>
        </p:nvSpPr>
        <p:spPr>
          <a:xfrm rot="0">
            <a:off x="502920" y="1874519"/>
            <a:ext cx="132651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txBox="1">
            <a:spLocks/>
          </p:cNvSpPr>
          <p:nvPr/>
        </p:nvSpPr>
        <p:spPr>
          <a:xfrm rot="0">
            <a:off x="621665" y="1957070"/>
            <a:ext cx="108902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플랫폼</a:t>
            </a:r>
            <a:endParaRPr lang="ko-KR" altLang="en-US" sz="1400" b="1">
              <a:solidFill>
                <a:srgbClr val="FFFFFF"/>
              </a:solidFill>
              <a:latin typeface="Poppins" charset="0"/>
              <a:ea typeface="NanumGothic" charset="0"/>
              <a:sym typeface="나눔고딕" charset="0"/>
            </a:endParaRPr>
          </a:p>
        </p:txBody>
      </p:sp>
      <p:sp>
        <p:nvSpPr>
          <p:cNvPr id="7" name="Rect 0"/>
          <p:cNvSpPr>
            <a:spLocks/>
          </p:cNvSpPr>
          <p:nvPr/>
        </p:nvSpPr>
        <p:spPr>
          <a:xfrm rot="0">
            <a:off x="1828800" y="1874519"/>
            <a:ext cx="77787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 name="Rect 0"/>
          <p:cNvSpPr txBox="1">
            <a:spLocks/>
          </p:cNvSpPr>
          <p:nvPr/>
        </p:nvSpPr>
        <p:spPr>
          <a:xfrm rot="0">
            <a:off x="1947544" y="1957070"/>
            <a:ext cx="54038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NPU</a:t>
            </a:r>
            <a:endParaRPr lang="ko-KR" altLang="en-US" sz="1400" b="1">
              <a:solidFill>
                <a:srgbClr val="FFFFFF"/>
              </a:solidFill>
              <a:latin typeface="Poppins" charset="0"/>
              <a:ea typeface="NanumGothic" charset="0"/>
              <a:sym typeface="나눔고딕" charset="0"/>
            </a:endParaRPr>
          </a:p>
        </p:txBody>
      </p:sp>
      <p:sp>
        <p:nvSpPr>
          <p:cNvPr id="9" name="Rect 0"/>
          <p:cNvSpPr>
            <a:spLocks/>
          </p:cNvSpPr>
          <p:nvPr/>
        </p:nvSpPr>
        <p:spPr>
          <a:xfrm rot="0">
            <a:off x="2606040" y="1874519"/>
            <a:ext cx="150939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 name="Rect 0"/>
          <p:cNvSpPr txBox="1">
            <a:spLocks/>
          </p:cNvSpPr>
          <p:nvPr/>
        </p:nvSpPr>
        <p:spPr>
          <a:xfrm rot="0">
            <a:off x="2724785" y="1957070"/>
            <a:ext cx="127190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Memory mode</a:t>
            </a:r>
            <a:endParaRPr lang="ko-KR" altLang="en-US" sz="1400" b="1">
              <a:solidFill>
                <a:srgbClr val="FFFFFF"/>
              </a:solidFill>
              <a:latin typeface="Poppins" charset="0"/>
              <a:ea typeface="NanumGothic" charset="0"/>
              <a:sym typeface="나눔고딕" charset="0"/>
            </a:endParaRPr>
          </a:p>
        </p:txBody>
      </p:sp>
      <p:sp>
        <p:nvSpPr>
          <p:cNvPr id="11" name="Rect 0"/>
          <p:cNvSpPr>
            <a:spLocks/>
          </p:cNvSpPr>
          <p:nvPr/>
        </p:nvSpPr>
        <p:spPr>
          <a:xfrm rot="0">
            <a:off x="4114800" y="1874519"/>
            <a:ext cx="68643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 name="Rect 0"/>
          <p:cNvSpPr txBox="1">
            <a:spLocks/>
          </p:cNvSpPr>
          <p:nvPr/>
        </p:nvSpPr>
        <p:spPr>
          <a:xfrm rot="0">
            <a:off x="4233545" y="1957070"/>
            <a:ext cx="44894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TA</a:t>
            </a:r>
            <a:endParaRPr lang="ko-KR" altLang="en-US" sz="1400" b="1">
              <a:solidFill>
                <a:srgbClr val="FFFFFF"/>
              </a:solidFill>
              <a:latin typeface="Poppins" charset="0"/>
              <a:ea typeface="NanumGothic" charset="0"/>
              <a:sym typeface="나눔고딕" charset="0"/>
            </a:endParaRPr>
          </a:p>
        </p:txBody>
      </p:sp>
      <p:sp>
        <p:nvSpPr>
          <p:cNvPr id="13" name="Rect 0"/>
          <p:cNvSpPr>
            <a:spLocks/>
          </p:cNvSpPr>
          <p:nvPr/>
        </p:nvSpPr>
        <p:spPr>
          <a:xfrm rot="0">
            <a:off x="4800600" y="1874519"/>
            <a:ext cx="251523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 name="Rect 0"/>
          <p:cNvSpPr txBox="1">
            <a:spLocks/>
          </p:cNvSpPr>
          <p:nvPr/>
        </p:nvSpPr>
        <p:spPr>
          <a:xfrm rot="0">
            <a:off x="4919345" y="1957070"/>
            <a:ext cx="227774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MAC 구성</a:t>
            </a:r>
            <a:endParaRPr lang="ko-KR" altLang="en-US" sz="1400" b="1">
              <a:solidFill>
                <a:srgbClr val="FFFFFF"/>
              </a:solidFill>
              <a:latin typeface="Poppins" charset="0"/>
              <a:ea typeface="NanumGothic" charset="0"/>
              <a:sym typeface="나눔고딕" charset="0"/>
            </a:endParaRPr>
          </a:p>
        </p:txBody>
      </p:sp>
      <p:sp>
        <p:nvSpPr>
          <p:cNvPr id="15" name="Rect 0"/>
          <p:cNvSpPr>
            <a:spLocks/>
          </p:cNvSpPr>
          <p:nvPr/>
        </p:nvSpPr>
        <p:spPr>
          <a:xfrm rot="0">
            <a:off x="7315200" y="1874519"/>
            <a:ext cx="86931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6" name="Rect 0"/>
          <p:cNvSpPr txBox="1">
            <a:spLocks/>
          </p:cNvSpPr>
          <p:nvPr/>
        </p:nvSpPr>
        <p:spPr>
          <a:xfrm rot="0">
            <a:off x="7433945" y="1957070"/>
            <a:ext cx="63182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구성 수</a:t>
            </a:r>
            <a:endParaRPr lang="ko-KR" altLang="en-US" sz="1400" b="1">
              <a:solidFill>
                <a:srgbClr val="FFFFFF"/>
              </a:solidFill>
              <a:latin typeface="Poppins" charset="0"/>
              <a:ea typeface="NanumGothic" charset="0"/>
              <a:sym typeface="나눔고딕" charset="0"/>
            </a:endParaRPr>
          </a:p>
        </p:txBody>
      </p:sp>
      <p:sp>
        <p:nvSpPr>
          <p:cNvPr id="17" name="Rect 0"/>
          <p:cNvSpPr>
            <a:spLocks/>
          </p:cNvSpPr>
          <p:nvPr/>
        </p:nvSpPr>
        <p:spPr>
          <a:xfrm rot="0">
            <a:off x="8183879" y="1874519"/>
            <a:ext cx="356679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8" name="Rect 0"/>
          <p:cNvSpPr txBox="1">
            <a:spLocks/>
          </p:cNvSpPr>
          <p:nvPr/>
        </p:nvSpPr>
        <p:spPr>
          <a:xfrm rot="0">
            <a:off x="8302625" y="1957070"/>
            <a:ext cx="3329305" cy="329565"/>
          </a:xfrm>
          <a:prstGeom prst="rect"/>
          <a:noFill/>
        </p:spPr>
        <p:txBody>
          <a:bodyPr wrap="square" lIns="45720" tIns="27305" rIns="45720" bIns="27305" vert="horz" anchor="ctr">
            <a:spAutoFit/>
          </a:bodyPr>
          <a:lstStyle/>
          <a:p>
            <a:pPr marL="0" indent="0" rtl="0" algn="l" defTabSz="914400" eaLnBrk="1" latinLnBrk="0" hangingPunct="1">
              <a:buFontTx/>
              <a:buNone/>
            </a:pPr>
            <a:r>
              <a:rPr sz="1400" b="1">
                <a:solidFill>
                  <a:srgbClr val="FFFFFF"/>
                </a:solidFill>
                <a:latin typeface="Poppins" charset="0"/>
                <a:ea typeface="NanumGothic" charset="0"/>
                <a:sym typeface="나눔고딕" charset="0"/>
              </a:rPr>
              <a:t>실행된 구성</a:t>
            </a:r>
            <a:endParaRPr lang="ko-KR" altLang="en-US" sz="1400" b="1">
              <a:solidFill>
                <a:srgbClr val="FFFFFF"/>
              </a:solidFill>
              <a:latin typeface="Poppins" charset="0"/>
              <a:ea typeface="NanumGothic" charset="0"/>
              <a:sym typeface="나눔고딕" charset="0"/>
            </a:endParaRPr>
          </a:p>
        </p:txBody>
      </p:sp>
      <p:sp>
        <p:nvSpPr>
          <p:cNvPr id="19" name="Rect 0"/>
          <p:cNvSpPr>
            <a:spLocks/>
          </p:cNvSpPr>
          <p:nvPr/>
        </p:nvSpPr>
        <p:spPr>
          <a:xfrm rot="0">
            <a:off x="502920" y="2331720"/>
            <a:ext cx="13265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0" name="Rect 0"/>
          <p:cNvSpPr txBox="1">
            <a:spLocks/>
          </p:cNvSpPr>
          <p:nvPr/>
        </p:nvSpPr>
        <p:spPr>
          <a:xfrm rot="0">
            <a:off x="621665" y="2395855"/>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Corstone-300</a:t>
            </a:r>
            <a:endParaRPr lang="ko-KR" altLang="en-US" sz="1350" b="0">
              <a:solidFill>
                <a:srgbClr val="22364B"/>
              </a:solidFill>
              <a:latin typeface="Poppins" charset="0"/>
              <a:ea typeface="NanumGothic" charset="0"/>
              <a:sym typeface="나눔고딕" charset="0"/>
            </a:endParaRPr>
          </a:p>
        </p:txBody>
      </p:sp>
      <p:sp>
        <p:nvSpPr>
          <p:cNvPr id="21" name="Rect 0"/>
          <p:cNvSpPr>
            <a:spLocks/>
          </p:cNvSpPr>
          <p:nvPr/>
        </p:nvSpPr>
        <p:spPr>
          <a:xfrm rot="0">
            <a:off x="1828800" y="2331720"/>
            <a:ext cx="77787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2" name="Rect 0"/>
          <p:cNvSpPr txBox="1">
            <a:spLocks/>
          </p:cNvSpPr>
          <p:nvPr/>
        </p:nvSpPr>
        <p:spPr>
          <a:xfrm rot="0">
            <a:off x="1947544" y="2395855"/>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U55</a:t>
            </a:r>
            <a:endParaRPr lang="ko-KR" altLang="en-US" sz="1350" b="0">
              <a:solidFill>
                <a:srgbClr val="22364B"/>
              </a:solidFill>
              <a:latin typeface="Poppins" charset="0"/>
              <a:ea typeface="NanumGothic" charset="0"/>
              <a:sym typeface="나눔고딕" charset="0"/>
            </a:endParaRPr>
          </a:p>
        </p:txBody>
      </p:sp>
      <p:sp>
        <p:nvSpPr>
          <p:cNvPr id="23" name="Rect 0"/>
          <p:cNvSpPr>
            <a:spLocks/>
          </p:cNvSpPr>
          <p:nvPr/>
        </p:nvSpPr>
        <p:spPr>
          <a:xfrm rot="0">
            <a:off x="2606040" y="2331720"/>
            <a:ext cx="15093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4" name="Rect 0"/>
          <p:cNvSpPr txBox="1">
            <a:spLocks/>
          </p:cNvSpPr>
          <p:nvPr/>
        </p:nvSpPr>
        <p:spPr>
          <a:xfrm rot="0">
            <a:off x="2724785" y="2395855"/>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Shared_Sram</a:t>
            </a:r>
            <a:endParaRPr lang="ko-KR" altLang="en-US" sz="1350" b="0">
              <a:solidFill>
                <a:srgbClr val="22364B"/>
              </a:solidFill>
              <a:latin typeface="Poppins" charset="0"/>
              <a:ea typeface="NanumGothic" charset="0"/>
              <a:sym typeface="나눔고딕" charset="0"/>
            </a:endParaRPr>
          </a:p>
        </p:txBody>
      </p:sp>
      <p:sp>
        <p:nvSpPr>
          <p:cNvPr id="25" name="Rect 0"/>
          <p:cNvSpPr>
            <a:spLocks/>
          </p:cNvSpPr>
          <p:nvPr/>
        </p:nvSpPr>
        <p:spPr>
          <a:xfrm rot="0">
            <a:off x="4114800" y="2331720"/>
            <a:ext cx="6864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6" name="Rect 0"/>
          <p:cNvSpPr txBox="1">
            <a:spLocks/>
          </p:cNvSpPr>
          <p:nvPr/>
        </p:nvSpPr>
        <p:spPr>
          <a:xfrm rot="0">
            <a:off x="4233545" y="2395855"/>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ON</a:t>
            </a:r>
            <a:endParaRPr lang="ko-KR" altLang="en-US" sz="1350" b="0">
              <a:solidFill>
                <a:srgbClr val="22364B"/>
              </a:solidFill>
              <a:latin typeface="Poppins" charset="0"/>
              <a:ea typeface="NanumGothic" charset="0"/>
              <a:sym typeface="나눔고딕" charset="0"/>
            </a:endParaRPr>
          </a:p>
        </p:txBody>
      </p:sp>
      <p:sp>
        <p:nvSpPr>
          <p:cNvPr id="27" name="Rect 0"/>
          <p:cNvSpPr>
            <a:spLocks/>
          </p:cNvSpPr>
          <p:nvPr/>
        </p:nvSpPr>
        <p:spPr>
          <a:xfrm rot="0">
            <a:off x="4800600" y="2331720"/>
            <a:ext cx="25152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8" name="Rect 0"/>
          <p:cNvSpPr txBox="1">
            <a:spLocks/>
          </p:cNvSpPr>
          <p:nvPr/>
        </p:nvSpPr>
        <p:spPr>
          <a:xfrm rot="0">
            <a:off x="4919345" y="2395855"/>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32 · 64 · 128 · 256</a:t>
            </a:r>
            <a:endParaRPr lang="ko-KR" altLang="en-US" sz="1350" b="0">
              <a:solidFill>
                <a:srgbClr val="22364B"/>
              </a:solidFill>
              <a:latin typeface="Poppins" charset="0"/>
              <a:ea typeface="NanumGothic" charset="0"/>
              <a:sym typeface="나눔고딕" charset="0"/>
            </a:endParaRPr>
          </a:p>
        </p:txBody>
      </p:sp>
      <p:sp>
        <p:nvSpPr>
          <p:cNvPr id="29" name="Rect 0"/>
          <p:cNvSpPr>
            <a:spLocks/>
          </p:cNvSpPr>
          <p:nvPr/>
        </p:nvSpPr>
        <p:spPr>
          <a:xfrm rot="0">
            <a:off x="7315200" y="2331720"/>
            <a:ext cx="8693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0" name="Rect 0"/>
          <p:cNvSpPr txBox="1">
            <a:spLocks/>
          </p:cNvSpPr>
          <p:nvPr/>
        </p:nvSpPr>
        <p:spPr>
          <a:xfrm rot="0">
            <a:off x="7433945" y="2395855"/>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28</a:t>
            </a:r>
            <a:endParaRPr lang="ko-KR" altLang="en-US" sz="1350" b="0">
              <a:solidFill>
                <a:srgbClr val="22364B"/>
              </a:solidFill>
              <a:latin typeface="Poppins" charset="0"/>
              <a:ea typeface="NanumGothic" charset="0"/>
              <a:sym typeface="나눔고딕" charset="0"/>
            </a:endParaRPr>
          </a:p>
        </p:txBody>
      </p:sp>
      <p:sp>
        <p:nvSpPr>
          <p:cNvPr id="31" name="Rect 0"/>
          <p:cNvSpPr>
            <a:spLocks/>
          </p:cNvSpPr>
          <p:nvPr/>
        </p:nvSpPr>
        <p:spPr>
          <a:xfrm rot="0">
            <a:off x="8183879" y="2331720"/>
            <a:ext cx="35667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2" name="Rect 0"/>
          <p:cNvSpPr txBox="1">
            <a:spLocks/>
          </p:cNvSpPr>
          <p:nvPr/>
        </p:nvSpPr>
        <p:spPr>
          <a:xfrm rot="0">
            <a:off x="8302625" y="2395855"/>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  (Wav2Letter 32/64/128 링크 실패)</a:t>
            </a:r>
            <a:endParaRPr lang="ko-KR" altLang="en-US" sz="1350" b="0">
              <a:solidFill>
                <a:srgbClr val="22364B"/>
              </a:solidFill>
              <a:latin typeface="Poppins" charset="0"/>
              <a:ea typeface="NanumGothic" charset="0"/>
              <a:sym typeface="나눔고딕" charset="0"/>
            </a:endParaRPr>
          </a:p>
        </p:txBody>
      </p:sp>
      <p:sp>
        <p:nvSpPr>
          <p:cNvPr id="33" name="Rect 0"/>
          <p:cNvSpPr>
            <a:spLocks/>
          </p:cNvSpPr>
          <p:nvPr/>
        </p:nvSpPr>
        <p:spPr>
          <a:xfrm rot="0">
            <a:off x="502920" y="2715895"/>
            <a:ext cx="13265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4" name="Rect 0"/>
          <p:cNvSpPr txBox="1">
            <a:spLocks/>
          </p:cNvSpPr>
          <p:nvPr/>
        </p:nvSpPr>
        <p:spPr>
          <a:xfrm rot="0">
            <a:off x="621665" y="278003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Corstone-300</a:t>
            </a:r>
            <a:endParaRPr lang="ko-KR" altLang="en-US" sz="1350" b="0">
              <a:solidFill>
                <a:srgbClr val="22364B"/>
              </a:solidFill>
              <a:latin typeface="Poppins" charset="0"/>
              <a:ea typeface="NanumGothic" charset="0"/>
              <a:sym typeface="나눔고딕" charset="0"/>
            </a:endParaRPr>
          </a:p>
        </p:txBody>
      </p:sp>
      <p:sp>
        <p:nvSpPr>
          <p:cNvPr id="35" name="Rect 0"/>
          <p:cNvSpPr>
            <a:spLocks/>
          </p:cNvSpPr>
          <p:nvPr/>
        </p:nvSpPr>
        <p:spPr>
          <a:xfrm rot="0">
            <a:off x="1828800" y="2715895"/>
            <a:ext cx="77787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6" name="Rect 0"/>
          <p:cNvSpPr txBox="1">
            <a:spLocks/>
          </p:cNvSpPr>
          <p:nvPr/>
        </p:nvSpPr>
        <p:spPr>
          <a:xfrm rot="0">
            <a:off x="1947544" y="2780030"/>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U65</a:t>
            </a:r>
            <a:endParaRPr lang="ko-KR" altLang="en-US" sz="1350" b="0">
              <a:solidFill>
                <a:srgbClr val="22364B"/>
              </a:solidFill>
              <a:latin typeface="Poppins" charset="0"/>
              <a:ea typeface="NanumGothic" charset="0"/>
              <a:sym typeface="나눔고딕" charset="0"/>
            </a:endParaRPr>
          </a:p>
        </p:txBody>
      </p:sp>
      <p:sp>
        <p:nvSpPr>
          <p:cNvPr id="37" name="Rect 0"/>
          <p:cNvSpPr>
            <a:spLocks/>
          </p:cNvSpPr>
          <p:nvPr/>
        </p:nvSpPr>
        <p:spPr>
          <a:xfrm rot="0">
            <a:off x="2606040" y="2715895"/>
            <a:ext cx="15093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8" name="Rect 0"/>
          <p:cNvSpPr txBox="1">
            <a:spLocks/>
          </p:cNvSpPr>
          <p:nvPr/>
        </p:nvSpPr>
        <p:spPr>
          <a:xfrm rot="0">
            <a:off x="2724785" y="2780030"/>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Dedicated_Sram</a:t>
            </a:r>
            <a:endParaRPr lang="ko-KR" altLang="en-US" sz="1350" b="0">
              <a:solidFill>
                <a:srgbClr val="22364B"/>
              </a:solidFill>
              <a:latin typeface="Poppins" charset="0"/>
              <a:ea typeface="NanumGothic" charset="0"/>
              <a:sym typeface="나눔고딕" charset="0"/>
            </a:endParaRPr>
          </a:p>
        </p:txBody>
      </p:sp>
      <p:sp>
        <p:nvSpPr>
          <p:cNvPr id="39" name="Rect 0"/>
          <p:cNvSpPr>
            <a:spLocks/>
          </p:cNvSpPr>
          <p:nvPr/>
        </p:nvSpPr>
        <p:spPr>
          <a:xfrm rot="0">
            <a:off x="4114800" y="2715895"/>
            <a:ext cx="6864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0" name="Rect 0"/>
          <p:cNvSpPr txBox="1">
            <a:spLocks/>
          </p:cNvSpPr>
          <p:nvPr/>
        </p:nvSpPr>
        <p:spPr>
          <a:xfrm rot="0">
            <a:off x="4233545" y="2780030"/>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ON</a:t>
            </a:r>
            <a:endParaRPr lang="ko-KR" altLang="en-US" sz="1350" b="0">
              <a:solidFill>
                <a:srgbClr val="22364B"/>
              </a:solidFill>
              <a:latin typeface="Poppins" charset="0"/>
              <a:ea typeface="NanumGothic" charset="0"/>
              <a:sym typeface="나눔고딕" charset="0"/>
            </a:endParaRPr>
          </a:p>
        </p:txBody>
      </p:sp>
      <p:sp>
        <p:nvSpPr>
          <p:cNvPr id="41" name="Rect 0"/>
          <p:cNvSpPr>
            <a:spLocks/>
          </p:cNvSpPr>
          <p:nvPr/>
        </p:nvSpPr>
        <p:spPr>
          <a:xfrm rot="0">
            <a:off x="4800600" y="2715895"/>
            <a:ext cx="25152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2" name="Rect 0"/>
          <p:cNvSpPr txBox="1">
            <a:spLocks/>
          </p:cNvSpPr>
          <p:nvPr/>
        </p:nvSpPr>
        <p:spPr>
          <a:xfrm rot="0">
            <a:off x="4919345" y="2780030"/>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256 · 512</a:t>
            </a:r>
            <a:endParaRPr lang="ko-KR" altLang="en-US" sz="1350" b="0">
              <a:solidFill>
                <a:srgbClr val="22364B"/>
              </a:solidFill>
              <a:latin typeface="Poppins" charset="0"/>
              <a:ea typeface="NanumGothic" charset="0"/>
              <a:sym typeface="나눔고딕" charset="0"/>
            </a:endParaRPr>
          </a:p>
        </p:txBody>
      </p:sp>
      <p:sp>
        <p:nvSpPr>
          <p:cNvPr id="43" name="Rect 0"/>
          <p:cNvSpPr>
            <a:spLocks/>
          </p:cNvSpPr>
          <p:nvPr/>
        </p:nvSpPr>
        <p:spPr>
          <a:xfrm rot="0">
            <a:off x="7315200" y="2715895"/>
            <a:ext cx="8693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4" name="Rect 0"/>
          <p:cNvSpPr txBox="1">
            <a:spLocks/>
          </p:cNvSpPr>
          <p:nvPr/>
        </p:nvSpPr>
        <p:spPr>
          <a:xfrm rot="0">
            <a:off x="7433945" y="2780030"/>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45" name="Rect 0"/>
          <p:cNvSpPr>
            <a:spLocks/>
          </p:cNvSpPr>
          <p:nvPr/>
        </p:nvSpPr>
        <p:spPr>
          <a:xfrm rot="0">
            <a:off x="8183879" y="2715895"/>
            <a:ext cx="35667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6" name="Rect 0"/>
          <p:cNvSpPr txBox="1">
            <a:spLocks/>
          </p:cNvSpPr>
          <p:nvPr/>
        </p:nvSpPr>
        <p:spPr>
          <a:xfrm rot="0">
            <a:off x="8302625" y="2780030"/>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47" name="Rect 0"/>
          <p:cNvSpPr>
            <a:spLocks/>
          </p:cNvSpPr>
          <p:nvPr/>
        </p:nvSpPr>
        <p:spPr>
          <a:xfrm rot="0">
            <a:off x="502920" y="3100070"/>
            <a:ext cx="13265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8" name="Rect 0"/>
          <p:cNvSpPr txBox="1">
            <a:spLocks/>
          </p:cNvSpPr>
          <p:nvPr/>
        </p:nvSpPr>
        <p:spPr>
          <a:xfrm rot="0">
            <a:off x="621665" y="316357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Corstone-310</a:t>
            </a:r>
            <a:endParaRPr lang="ko-KR" altLang="en-US" sz="1350" b="0">
              <a:solidFill>
                <a:srgbClr val="22364B"/>
              </a:solidFill>
              <a:latin typeface="Poppins" charset="0"/>
              <a:ea typeface="NanumGothic" charset="0"/>
              <a:sym typeface="나눔고딕" charset="0"/>
            </a:endParaRPr>
          </a:p>
        </p:txBody>
      </p:sp>
      <p:sp>
        <p:nvSpPr>
          <p:cNvPr id="49" name="Rect 0"/>
          <p:cNvSpPr>
            <a:spLocks/>
          </p:cNvSpPr>
          <p:nvPr/>
        </p:nvSpPr>
        <p:spPr>
          <a:xfrm rot="0">
            <a:off x="1828800" y="3100070"/>
            <a:ext cx="77787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0" name="Rect 0"/>
          <p:cNvSpPr txBox="1">
            <a:spLocks/>
          </p:cNvSpPr>
          <p:nvPr/>
        </p:nvSpPr>
        <p:spPr>
          <a:xfrm rot="0">
            <a:off x="1947544" y="3163570"/>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U55</a:t>
            </a:r>
            <a:endParaRPr lang="ko-KR" altLang="en-US" sz="1350" b="0">
              <a:solidFill>
                <a:srgbClr val="22364B"/>
              </a:solidFill>
              <a:latin typeface="Poppins" charset="0"/>
              <a:ea typeface="NanumGothic" charset="0"/>
              <a:sym typeface="나눔고딕" charset="0"/>
            </a:endParaRPr>
          </a:p>
        </p:txBody>
      </p:sp>
      <p:sp>
        <p:nvSpPr>
          <p:cNvPr id="51" name="Rect 0"/>
          <p:cNvSpPr>
            <a:spLocks/>
          </p:cNvSpPr>
          <p:nvPr/>
        </p:nvSpPr>
        <p:spPr>
          <a:xfrm rot="0">
            <a:off x="2606040" y="3100070"/>
            <a:ext cx="15093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2" name="Rect 0"/>
          <p:cNvSpPr txBox="1">
            <a:spLocks/>
          </p:cNvSpPr>
          <p:nvPr/>
        </p:nvSpPr>
        <p:spPr>
          <a:xfrm rot="0">
            <a:off x="2724785" y="3163570"/>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Shared_Sram</a:t>
            </a:r>
            <a:endParaRPr lang="ko-KR" altLang="en-US" sz="1350" b="0">
              <a:solidFill>
                <a:srgbClr val="22364B"/>
              </a:solidFill>
              <a:latin typeface="Poppins" charset="0"/>
              <a:ea typeface="NanumGothic" charset="0"/>
              <a:sym typeface="나눔고딕" charset="0"/>
            </a:endParaRPr>
          </a:p>
        </p:txBody>
      </p:sp>
      <p:sp>
        <p:nvSpPr>
          <p:cNvPr id="53" name="Rect 0"/>
          <p:cNvSpPr>
            <a:spLocks/>
          </p:cNvSpPr>
          <p:nvPr/>
        </p:nvSpPr>
        <p:spPr>
          <a:xfrm rot="0">
            <a:off x="4114800" y="3100070"/>
            <a:ext cx="6864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4" name="Rect 0"/>
          <p:cNvSpPr txBox="1">
            <a:spLocks/>
          </p:cNvSpPr>
          <p:nvPr/>
        </p:nvSpPr>
        <p:spPr>
          <a:xfrm rot="0">
            <a:off x="4233545" y="3163570"/>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OFF</a:t>
            </a:r>
            <a:endParaRPr lang="ko-KR" altLang="en-US" sz="1350" b="0">
              <a:solidFill>
                <a:srgbClr val="22364B"/>
              </a:solidFill>
              <a:latin typeface="Poppins" charset="0"/>
              <a:ea typeface="NanumGothic" charset="0"/>
              <a:sym typeface="나눔고딕" charset="0"/>
            </a:endParaRPr>
          </a:p>
        </p:txBody>
      </p:sp>
      <p:sp>
        <p:nvSpPr>
          <p:cNvPr id="55" name="Rect 0"/>
          <p:cNvSpPr>
            <a:spLocks/>
          </p:cNvSpPr>
          <p:nvPr/>
        </p:nvSpPr>
        <p:spPr>
          <a:xfrm rot="0">
            <a:off x="4800600" y="3100070"/>
            <a:ext cx="25152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6" name="Rect 0"/>
          <p:cNvSpPr txBox="1">
            <a:spLocks/>
          </p:cNvSpPr>
          <p:nvPr/>
        </p:nvSpPr>
        <p:spPr>
          <a:xfrm rot="0">
            <a:off x="4919345" y="3163570"/>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32 · 64 · 128 · 256</a:t>
            </a:r>
            <a:endParaRPr lang="ko-KR" altLang="en-US" sz="1350" b="0">
              <a:solidFill>
                <a:srgbClr val="22364B"/>
              </a:solidFill>
              <a:latin typeface="Poppins" charset="0"/>
              <a:ea typeface="NanumGothic" charset="0"/>
              <a:sym typeface="나눔고딕" charset="0"/>
            </a:endParaRPr>
          </a:p>
        </p:txBody>
      </p:sp>
      <p:sp>
        <p:nvSpPr>
          <p:cNvPr id="57" name="Rect 0"/>
          <p:cNvSpPr>
            <a:spLocks/>
          </p:cNvSpPr>
          <p:nvPr/>
        </p:nvSpPr>
        <p:spPr>
          <a:xfrm rot="0">
            <a:off x="7315200" y="3100070"/>
            <a:ext cx="8693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8" name="Rect 0"/>
          <p:cNvSpPr txBox="1">
            <a:spLocks/>
          </p:cNvSpPr>
          <p:nvPr/>
        </p:nvSpPr>
        <p:spPr>
          <a:xfrm rot="0">
            <a:off x="7433945" y="3163570"/>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28</a:t>
            </a:r>
            <a:endParaRPr lang="ko-KR" altLang="en-US" sz="1350" b="0">
              <a:solidFill>
                <a:srgbClr val="22364B"/>
              </a:solidFill>
              <a:latin typeface="Poppins" charset="0"/>
              <a:ea typeface="NanumGothic" charset="0"/>
              <a:sym typeface="나눔고딕" charset="0"/>
            </a:endParaRPr>
          </a:p>
        </p:txBody>
      </p:sp>
      <p:sp>
        <p:nvSpPr>
          <p:cNvPr id="59" name="Rect 0"/>
          <p:cNvSpPr>
            <a:spLocks/>
          </p:cNvSpPr>
          <p:nvPr/>
        </p:nvSpPr>
        <p:spPr>
          <a:xfrm rot="0">
            <a:off x="8183879" y="3100070"/>
            <a:ext cx="35667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0" name="Rect 0"/>
          <p:cNvSpPr txBox="1">
            <a:spLocks/>
          </p:cNvSpPr>
          <p:nvPr/>
        </p:nvSpPr>
        <p:spPr>
          <a:xfrm rot="0">
            <a:off x="8302625" y="3163570"/>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  (Wav2Letter 32/64/128 링크 실패)</a:t>
            </a:r>
            <a:endParaRPr lang="ko-KR" altLang="en-US" sz="1350" b="0">
              <a:solidFill>
                <a:srgbClr val="22364B"/>
              </a:solidFill>
              <a:latin typeface="Poppins" charset="0"/>
              <a:ea typeface="NanumGothic" charset="0"/>
              <a:sym typeface="나눔고딕" charset="0"/>
            </a:endParaRPr>
          </a:p>
        </p:txBody>
      </p:sp>
      <p:sp>
        <p:nvSpPr>
          <p:cNvPr id="61" name="Rect 0"/>
          <p:cNvSpPr>
            <a:spLocks/>
          </p:cNvSpPr>
          <p:nvPr/>
        </p:nvSpPr>
        <p:spPr>
          <a:xfrm rot="0">
            <a:off x="502920" y="3483610"/>
            <a:ext cx="13265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2" name="Rect 0"/>
          <p:cNvSpPr txBox="1">
            <a:spLocks/>
          </p:cNvSpPr>
          <p:nvPr/>
        </p:nvSpPr>
        <p:spPr>
          <a:xfrm rot="0">
            <a:off x="621665" y="3547745"/>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Corstone-310</a:t>
            </a:r>
            <a:endParaRPr lang="ko-KR" altLang="en-US" sz="1350" b="0">
              <a:solidFill>
                <a:srgbClr val="22364B"/>
              </a:solidFill>
              <a:latin typeface="Poppins" charset="0"/>
              <a:ea typeface="NanumGothic" charset="0"/>
              <a:sym typeface="나눔고딕" charset="0"/>
            </a:endParaRPr>
          </a:p>
        </p:txBody>
      </p:sp>
      <p:sp>
        <p:nvSpPr>
          <p:cNvPr id="63" name="Rect 0"/>
          <p:cNvSpPr>
            <a:spLocks/>
          </p:cNvSpPr>
          <p:nvPr/>
        </p:nvSpPr>
        <p:spPr>
          <a:xfrm rot="0">
            <a:off x="1828800" y="3483610"/>
            <a:ext cx="77787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4" name="Rect 0"/>
          <p:cNvSpPr txBox="1">
            <a:spLocks/>
          </p:cNvSpPr>
          <p:nvPr/>
        </p:nvSpPr>
        <p:spPr>
          <a:xfrm rot="0">
            <a:off x="1947544" y="3547745"/>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U65</a:t>
            </a:r>
            <a:endParaRPr lang="ko-KR" altLang="en-US" sz="1350" b="0">
              <a:solidFill>
                <a:srgbClr val="22364B"/>
              </a:solidFill>
              <a:latin typeface="Poppins" charset="0"/>
              <a:ea typeface="NanumGothic" charset="0"/>
              <a:sym typeface="나눔고딕" charset="0"/>
            </a:endParaRPr>
          </a:p>
        </p:txBody>
      </p:sp>
      <p:sp>
        <p:nvSpPr>
          <p:cNvPr id="65" name="Rect 0"/>
          <p:cNvSpPr>
            <a:spLocks/>
          </p:cNvSpPr>
          <p:nvPr/>
        </p:nvSpPr>
        <p:spPr>
          <a:xfrm rot="0">
            <a:off x="2606040" y="3483610"/>
            <a:ext cx="15093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6" name="Rect 0"/>
          <p:cNvSpPr txBox="1">
            <a:spLocks/>
          </p:cNvSpPr>
          <p:nvPr/>
        </p:nvSpPr>
        <p:spPr>
          <a:xfrm rot="0">
            <a:off x="2724785" y="3547745"/>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Dedicated_Sram</a:t>
            </a:r>
            <a:endParaRPr lang="ko-KR" altLang="en-US" sz="1350" b="0">
              <a:solidFill>
                <a:srgbClr val="22364B"/>
              </a:solidFill>
              <a:latin typeface="Poppins" charset="0"/>
              <a:ea typeface="NanumGothic" charset="0"/>
              <a:sym typeface="나눔고딕" charset="0"/>
            </a:endParaRPr>
          </a:p>
        </p:txBody>
      </p:sp>
      <p:sp>
        <p:nvSpPr>
          <p:cNvPr id="67" name="Rect 0"/>
          <p:cNvSpPr>
            <a:spLocks/>
          </p:cNvSpPr>
          <p:nvPr/>
        </p:nvSpPr>
        <p:spPr>
          <a:xfrm rot="0">
            <a:off x="4114800" y="3483610"/>
            <a:ext cx="6864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8" name="Rect 0"/>
          <p:cNvSpPr txBox="1">
            <a:spLocks/>
          </p:cNvSpPr>
          <p:nvPr/>
        </p:nvSpPr>
        <p:spPr>
          <a:xfrm rot="0">
            <a:off x="4233545" y="3547745"/>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OFF</a:t>
            </a:r>
            <a:endParaRPr lang="ko-KR" altLang="en-US" sz="1350" b="0">
              <a:solidFill>
                <a:srgbClr val="22364B"/>
              </a:solidFill>
              <a:latin typeface="Poppins" charset="0"/>
              <a:ea typeface="NanumGothic" charset="0"/>
              <a:sym typeface="나눔고딕" charset="0"/>
            </a:endParaRPr>
          </a:p>
        </p:txBody>
      </p:sp>
      <p:sp>
        <p:nvSpPr>
          <p:cNvPr id="69" name="Rect 0"/>
          <p:cNvSpPr>
            <a:spLocks/>
          </p:cNvSpPr>
          <p:nvPr/>
        </p:nvSpPr>
        <p:spPr>
          <a:xfrm rot="0">
            <a:off x="4800600" y="3483610"/>
            <a:ext cx="25152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0" name="Rect 0"/>
          <p:cNvSpPr txBox="1">
            <a:spLocks/>
          </p:cNvSpPr>
          <p:nvPr/>
        </p:nvSpPr>
        <p:spPr>
          <a:xfrm rot="0">
            <a:off x="4919345" y="3547745"/>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256 · 512</a:t>
            </a:r>
            <a:endParaRPr lang="ko-KR" altLang="en-US" sz="1350" b="0">
              <a:solidFill>
                <a:srgbClr val="22364B"/>
              </a:solidFill>
              <a:latin typeface="Poppins" charset="0"/>
              <a:ea typeface="NanumGothic" charset="0"/>
              <a:sym typeface="나눔고딕" charset="0"/>
            </a:endParaRPr>
          </a:p>
        </p:txBody>
      </p:sp>
      <p:sp>
        <p:nvSpPr>
          <p:cNvPr id="71" name="Rect 0"/>
          <p:cNvSpPr>
            <a:spLocks/>
          </p:cNvSpPr>
          <p:nvPr/>
        </p:nvSpPr>
        <p:spPr>
          <a:xfrm rot="0">
            <a:off x="7315200" y="3483610"/>
            <a:ext cx="8693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2" name="Rect 0"/>
          <p:cNvSpPr txBox="1">
            <a:spLocks/>
          </p:cNvSpPr>
          <p:nvPr/>
        </p:nvSpPr>
        <p:spPr>
          <a:xfrm rot="0">
            <a:off x="7433945" y="3547745"/>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73" name="Rect 0"/>
          <p:cNvSpPr>
            <a:spLocks/>
          </p:cNvSpPr>
          <p:nvPr/>
        </p:nvSpPr>
        <p:spPr>
          <a:xfrm rot="0">
            <a:off x="8183879" y="3483610"/>
            <a:ext cx="35667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4" name="Rect 0"/>
          <p:cNvSpPr txBox="1">
            <a:spLocks/>
          </p:cNvSpPr>
          <p:nvPr/>
        </p:nvSpPr>
        <p:spPr>
          <a:xfrm rot="0">
            <a:off x="8302625" y="3547745"/>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75" name="Rect 0"/>
          <p:cNvSpPr>
            <a:spLocks/>
          </p:cNvSpPr>
          <p:nvPr/>
        </p:nvSpPr>
        <p:spPr>
          <a:xfrm rot="0">
            <a:off x="502920" y="3867785"/>
            <a:ext cx="13265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6" name="Rect 0"/>
          <p:cNvSpPr txBox="1">
            <a:spLocks/>
          </p:cNvSpPr>
          <p:nvPr/>
        </p:nvSpPr>
        <p:spPr>
          <a:xfrm rot="0">
            <a:off x="621665" y="393192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Corstone-315</a:t>
            </a:r>
            <a:endParaRPr lang="ko-KR" altLang="en-US" sz="1350" b="0">
              <a:solidFill>
                <a:srgbClr val="22364B"/>
              </a:solidFill>
              <a:latin typeface="Poppins" charset="0"/>
              <a:ea typeface="NanumGothic" charset="0"/>
              <a:sym typeface="나눔고딕" charset="0"/>
            </a:endParaRPr>
          </a:p>
        </p:txBody>
      </p:sp>
      <p:sp>
        <p:nvSpPr>
          <p:cNvPr id="77" name="Rect 0"/>
          <p:cNvSpPr>
            <a:spLocks/>
          </p:cNvSpPr>
          <p:nvPr/>
        </p:nvSpPr>
        <p:spPr>
          <a:xfrm rot="0">
            <a:off x="1828800" y="3867785"/>
            <a:ext cx="77787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8" name="Rect 0"/>
          <p:cNvSpPr txBox="1">
            <a:spLocks/>
          </p:cNvSpPr>
          <p:nvPr/>
        </p:nvSpPr>
        <p:spPr>
          <a:xfrm rot="0">
            <a:off x="1947544" y="3931920"/>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U65</a:t>
            </a:r>
            <a:endParaRPr lang="ko-KR" altLang="en-US" sz="1350" b="0">
              <a:solidFill>
                <a:srgbClr val="22364B"/>
              </a:solidFill>
              <a:latin typeface="Poppins" charset="0"/>
              <a:ea typeface="NanumGothic" charset="0"/>
              <a:sym typeface="나눔고딕" charset="0"/>
            </a:endParaRPr>
          </a:p>
        </p:txBody>
      </p:sp>
      <p:sp>
        <p:nvSpPr>
          <p:cNvPr id="79" name="Rect 0"/>
          <p:cNvSpPr>
            <a:spLocks/>
          </p:cNvSpPr>
          <p:nvPr/>
        </p:nvSpPr>
        <p:spPr>
          <a:xfrm rot="0">
            <a:off x="2606040" y="3867785"/>
            <a:ext cx="15093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0" name="Rect 0"/>
          <p:cNvSpPr txBox="1">
            <a:spLocks/>
          </p:cNvSpPr>
          <p:nvPr/>
        </p:nvSpPr>
        <p:spPr>
          <a:xfrm rot="0">
            <a:off x="2724785" y="3931920"/>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Dedicated_Sram</a:t>
            </a:r>
            <a:endParaRPr lang="ko-KR" altLang="en-US" sz="1350" b="0">
              <a:solidFill>
                <a:srgbClr val="22364B"/>
              </a:solidFill>
              <a:latin typeface="Poppins" charset="0"/>
              <a:ea typeface="NanumGothic" charset="0"/>
              <a:sym typeface="나눔고딕" charset="0"/>
            </a:endParaRPr>
          </a:p>
        </p:txBody>
      </p:sp>
      <p:sp>
        <p:nvSpPr>
          <p:cNvPr id="81" name="Rect 0"/>
          <p:cNvSpPr>
            <a:spLocks/>
          </p:cNvSpPr>
          <p:nvPr/>
        </p:nvSpPr>
        <p:spPr>
          <a:xfrm rot="0">
            <a:off x="4114800" y="3867785"/>
            <a:ext cx="6864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2" name="Rect 0"/>
          <p:cNvSpPr txBox="1">
            <a:spLocks/>
          </p:cNvSpPr>
          <p:nvPr/>
        </p:nvSpPr>
        <p:spPr>
          <a:xfrm rot="0">
            <a:off x="4233545" y="3931920"/>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OFF</a:t>
            </a:r>
            <a:endParaRPr lang="ko-KR" altLang="en-US" sz="1350" b="0">
              <a:solidFill>
                <a:srgbClr val="22364B"/>
              </a:solidFill>
              <a:latin typeface="Poppins" charset="0"/>
              <a:ea typeface="NanumGothic" charset="0"/>
              <a:sym typeface="나눔고딕" charset="0"/>
            </a:endParaRPr>
          </a:p>
        </p:txBody>
      </p:sp>
      <p:sp>
        <p:nvSpPr>
          <p:cNvPr id="83" name="Rect 0"/>
          <p:cNvSpPr>
            <a:spLocks/>
          </p:cNvSpPr>
          <p:nvPr/>
        </p:nvSpPr>
        <p:spPr>
          <a:xfrm rot="0">
            <a:off x="4800600" y="3867785"/>
            <a:ext cx="25152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4" name="Rect 0"/>
          <p:cNvSpPr txBox="1">
            <a:spLocks/>
          </p:cNvSpPr>
          <p:nvPr/>
        </p:nvSpPr>
        <p:spPr>
          <a:xfrm rot="0">
            <a:off x="4919345" y="3931920"/>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256 · 512</a:t>
            </a:r>
            <a:endParaRPr lang="ko-KR" altLang="en-US" sz="1350" b="0">
              <a:solidFill>
                <a:srgbClr val="22364B"/>
              </a:solidFill>
              <a:latin typeface="Poppins" charset="0"/>
              <a:ea typeface="NanumGothic" charset="0"/>
              <a:sym typeface="나눔고딕" charset="0"/>
            </a:endParaRPr>
          </a:p>
        </p:txBody>
      </p:sp>
      <p:sp>
        <p:nvSpPr>
          <p:cNvPr id="85" name="Rect 0"/>
          <p:cNvSpPr>
            <a:spLocks/>
          </p:cNvSpPr>
          <p:nvPr/>
        </p:nvSpPr>
        <p:spPr>
          <a:xfrm rot="0">
            <a:off x="7315200" y="3867785"/>
            <a:ext cx="8693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6" name="Rect 0"/>
          <p:cNvSpPr txBox="1">
            <a:spLocks/>
          </p:cNvSpPr>
          <p:nvPr/>
        </p:nvSpPr>
        <p:spPr>
          <a:xfrm rot="0">
            <a:off x="7433945" y="3931920"/>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87" name="Rect 0"/>
          <p:cNvSpPr>
            <a:spLocks/>
          </p:cNvSpPr>
          <p:nvPr/>
        </p:nvSpPr>
        <p:spPr>
          <a:xfrm rot="0">
            <a:off x="8183879" y="3867785"/>
            <a:ext cx="35667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8" name="Rect 0"/>
          <p:cNvSpPr txBox="1">
            <a:spLocks/>
          </p:cNvSpPr>
          <p:nvPr/>
        </p:nvSpPr>
        <p:spPr>
          <a:xfrm rot="0">
            <a:off x="8302625" y="3931920"/>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14</a:t>
            </a:r>
            <a:endParaRPr lang="ko-KR" altLang="en-US" sz="1350" b="0">
              <a:solidFill>
                <a:srgbClr val="22364B"/>
              </a:solidFill>
              <a:latin typeface="Poppins" charset="0"/>
              <a:ea typeface="NanumGothic" charset="0"/>
              <a:sym typeface="나눔고딕" charset="0"/>
            </a:endParaRPr>
          </a:p>
        </p:txBody>
      </p:sp>
      <p:sp>
        <p:nvSpPr>
          <p:cNvPr id="89" name="Rect 0"/>
          <p:cNvSpPr>
            <a:spLocks/>
          </p:cNvSpPr>
          <p:nvPr/>
        </p:nvSpPr>
        <p:spPr>
          <a:xfrm rot="0">
            <a:off x="502920" y="4251960"/>
            <a:ext cx="13265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0" name="Rect 0"/>
          <p:cNvSpPr txBox="1">
            <a:spLocks/>
          </p:cNvSpPr>
          <p:nvPr/>
        </p:nvSpPr>
        <p:spPr>
          <a:xfrm rot="0">
            <a:off x="621665" y="4316095"/>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Corstone-320</a:t>
            </a:r>
            <a:endParaRPr lang="ko-KR" altLang="en-US" sz="1350" b="0">
              <a:solidFill>
                <a:srgbClr val="22364B"/>
              </a:solidFill>
              <a:latin typeface="Poppins" charset="0"/>
              <a:ea typeface="NanumGothic" charset="0"/>
              <a:sym typeface="나눔고딕" charset="0"/>
            </a:endParaRPr>
          </a:p>
        </p:txBody>
      </p:sp>
      <p:sp>
        <p:nvSpPr>
          <p:cNvPr id="91" name="Rect 0"/>
          <p:cNvSpPr>
            <a:spLocks/>
          </p:cNvSpPr>
          <p:nvPr/>
        </p:nvSpPr>
        <p:spPr>
          <a:xfrm rot="0">
            <a:off x="1828800" y="4251960"/>
            <a:ext cx="77787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2" name="Rect 0"/>
          <p:cNvSpPr txBox="1">
            <a:spLocks/>
          </p:cNvSpPr>
          <p:nvPr/>
        </p:nvSpPr>
        <p:spPr>
          <a:xfrm rot="0">
            <a:off x="1947544" y="4316095"/>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U85</a:t>
            </a:r>
            <a:endParaRPr lang="ko-KR" altLang="en-US" sz="1350" b="0">
              <a:solidFill>
                <a:srgbClr val="22364B"/>
              </a:solidFill>
              <a:latin typeface="Poppins" charset="0"/>
              <a:ea typeface="NanumGothic" charset="0"/>
              <a:sym typeface="나눔고딕" charset="0"/>
            </a:endParaRPr>
          </a:p>
        </p:txBody>
      </p:sp>
      <p:sp>
        <p:nvSpPr>
          <p:cNvPr id="93" name="Rect 0"/>
          <p:cNvSpPr>
            <a:spLocks/>
          </p:cNvSpPr>
          <p:nvPr/>
        </p:nvSpPr>
        <p:spPr>
          <a:xfrm rot="0">
            <a:off x="2606040" y="4251960"/>
            <a:ext cx="15093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4" name="Rect 0"/>
          <p:cNvSpPr txBox="1">
            <a:spLocks/>
          </p:cNvSpPr>
          <p:nvPr/>
        </p:nvSpPr>
        <p:spPr>
          <a:xfrm rot="0">
            <a:off x="2724785" y="4316095"/>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Dedicated_Sram</a:t>
            </a:r>
            <a:endParaRPr lang="ko-KR" altLang="en-US" sz="1350" b="0">
              <a:solidFill>
                <a:srgbClr val="22364B"/>
              </a:solidFill>
              <a:latin typeface="Poppins" charset="0"/>
              <a:ea typeface="NanumGothic" charset="0"/>
              <a:sym typeface="나눔고딕" charset="0"/>
            </a:endParaRPr>
          </a:p>
        </p:txBody>
      </p:sp>
      <p:sp>
        <p:nvSpPr>
          <p:cNvPr id="95" name="Rect 0"/>
          <p:cNvSpPr>
            <a:spLocks/>
          </p:cNvSpPr>
          <p:nvPr/>
        </p:nvSpPr>
        <p:spPr>
          <a:xfrm rot="0">
            <a:off x="4114800" y="4251960"/>
            <a:ext cx="6864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6" name="Rect 0"/>
          <p:cNvSpPr txBox="1">
            <a:spLocks/>
          </p:cNvSpPr>
          <p:nvPr/>
        </p:nvSpPr>
        <p:spPr>
          <a:xfrm rot="0">
            <a:off x="4233545" y="4316095"/>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ON</a:t>
            </a:r>
            <a:endParaRPr lang="ko-KR" altLang="en-US" sz="1350" b="0">
              <a:solidFill>
                <a:srgbClr val="22364B"/>
              </a:solidFill>
              <a:latin typeface="Poppins" charset="0"/>
              <a:ea typeface="NanumGothic" charset="0"/>
              <a:sym typeface="나눔고딕" charset="0"/>
            </a:endParaRPr>
          </a:p>
        </p:txBody>
      </p:sp>
      <p:sp>
        <p:nvSpPr>
          <p:cNvPr id="97" name="Rect 0"/>
          <p:cNvSpPr>
            <a:spLocks/>
          </p:cNvSpPr>
          <p:nvPr/>
        </p:nvSpPr>
        <p:spPr>
          <a:xfrm rot="0">
            <a:off x="4800600" y="4251960"/>
            <a:ext cx="251523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8" name="Rect 0"/>
          <p:cNvSpPr txBox="1">
            <a:spLocks/>
          </p:cNvSpPr>
          <p:nvPr/>
        </p:nvSpPr>
        <p:spPr>
          <a:xfrm rot="0">
            <a:off x="4919345" y="4316095"/>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128 · 256 · 512 · 1024 · 2048</a:t>
            </a:r>
            <a:endParaRPr lang="ko-KR" altLang="en-US" sz="1350" b="0">
              <a:solidFill>
                <a:srgbClr val="22364B"/>
              </a:solidFill>
              <a:latin typeface="Poppins" charset="0"/>
              <a:ea typeface="NanumGothic" charset="0"/>
              <a:sym typeface="나눔고딕" charset="0"/>
            </a:endParaRPr>
          </a:p>
        </p:txBody>
      </p:sp>
      <p:sp>
        <p:nvSpPr>
          <p:cNvPr id="99" name="Rect 0"/>
          <p:cNvSpPr>
            <a:spLocks/>
          </p:cNvSpPr>
          <p:nvPr/>
        </p:nvSpPr>
        <p:spPr>
          <a:xfrm rot="0">
            <a:off x="7315200" y="4251960"/>
            <a:ext cx="86931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0" name="Rect 0"/>
          <p:cNvSpPr txBox="1">
            <a:spLocks/>
          </p:cNvSpPr>
          <p:nvPr/>
        </p:nvSpPr>
        <p:spPr>
          <a:xfrm rot="0">
            <a:off x="7433945" y="4316095"/>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35</a:t>
            </a:r>
            <a:endParaRPr lang="ko-KR" altLang="en-US" sz="1350" b="0">
              <a:solidFill>
                <a:srgbClr val="22364B"/>
              </a:solidFill>
              <a:latin typeface="Poppins" charset="0"/>
              <a:ea typeface="NanumGothic" charset="0"/>
              <a:sym typeface="나눔고딕" charset="0"/>
            </a:endParaRPr>
          </a:p>
        </p:txBody>
      </p:sp>
      <p:sp>
        <p:nvSpPr>
          <p:cNvPr id="101" name="Rect 0"/>
          <p:cNvSpPr>
            <a:spLocks/>
          </p:cNvSpPr>
          <p:nvPr/>
        </p:nvSpPr>
        <p:spPr>
          <a:xfrm rot="0">
            <a:off x="8183879" y="4251960"/>
            <a:ext cx="3566795" cy="38481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2" name="Rect 0"/>
          <p:cNvSpPr txBox="1">
            <a:spLocks/>
          </p:cNvSpPr>
          <p:nvPr/>
        </p:nvSpPr>
        <p:spPr>
          <a:xfrm rot="0">
            <a:off x="8302625" y="4316095"/>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35</a:t>
            </a:r>
            <a:endParaRPr lang="ko-KR" altLang="en-US" sz="1350" b="0">
              <a:solidFill>
                <a:srgbClr val="22364B"/>
              </a:solidFill>
              <a:latin typeface="Poppins" charset="0"/>
              <a:ea typeface="NanumGothic" charset="0"/>
              <a:sym typeface="나눔고딕" charset="0"/>
            </a:endParaRPr>
          </a:p>
        </p:txBody>
      </p:sp>
      <p:sp>
        <p:nvSpPr>
          <p:cNvPr id="103" name="Rect 0"/>
          <p:cNvSpPr>
            <a:spLocks/>
          </p:cNvSpPr>
          <p:nvPr/>
        </p:nvSpPr>
        <p:spPr>
          <a:xfrm rot="0">
            <a:off x="502920" y="4636135"/>
            <a:ext cx="13265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4" name="Rect 0"/>
          <p:cNvSpPr txBox="1">
            <a:spLocks/>
          </p:cNvSpPr>
          <p:nvPr/>
        </p:nvSpPr>
        <p:spPr>
          <a:xfrm rot="0">
            <a:off x="621665" y="470027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합계</a:t>
            </a:r>
            <a:endParaRPr lang="ko-KR" altLang="en-US" sz="1350" b="0">
              <a:solidFill>
                <a:srgbClr val="22364B"/>
              </a:solidFill>
              <a:latin typeface="Poppins" charset="0"/>
              <a:ea typeface="NanumGothic" charset="0"/>
              <a:sym typeface="나눔고딕" charset="0"/>
            </a:endParaRPr>
          </a:p>
        </p:txBody>
      </p:sp>
      <p:sp>
        <p:nvSpPr>
          <p:cNvPr id="105" name="Rect 0"/>
          <p:cNvSpPr>
            <a:spLocks/>
          </p:cNvSpPr>
          <p:nvPr/>
        </p:nvSpPr>
        <p:spPr>
          <a:xfrm rot="0">
            <a:off x="1828800" y="4636135"/>
            <a:ext cx="77787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6" name="Rect 0"/>
          <p:cNvSpPr txBox="1">
            <a:spLocks/>
          </p:cNvSpPr>
          <p:nvPr/>
        </p:nvSpPr>
        <p:spPr>
          <a:xfrm rot="0">
            <a:off x="1947544" y="4700270"/>
            <a:ext cx="540385" cy="274955"/>
          </a:xfrm>
          <a:prstGeom prst="rect"/>
          <a:noFill/>
        </p:spPr>
        <p:txBody>
          <a:bodyPr wrap="square" lIns="45720" tIns="27305" rIns="45720" bIns="27305" vert="horz" anchor="ctr">
            <a:spAutoFit/>
          </a:bodyPr>
          <a:lstStyle/>
          <a:p>
            <a:pPr marL="0" indent="0" rtl="0" algn="l" defTabSz="914400" eaLnBrk="1" latinLnBrk="0" hangingPunct="1">
              <a:buFontTx/>
              <a:buNone/>
            </a:pPr>
            <a:endParaRPr lang="ko-KR" altLang="en-US" sz="1800">
              <a:latin typeface="Poppins" charset="0"/>
              <a:ea typeface="NanumGothic" charset="0"/>
              <a:sym typeface="나눔고딕" charset="0"/>
            </a:endParaRPr>
          </a:p>
        </p:txBody>
      </p:sp>
      <p:sp>
        <p:nvSpPr>
          <p:cNvPr id="107" name="Rect 0"/>
          <p:cNvSpPr>
            <a:spLocks/>
          </p:cNvSpPr>
          <p:nvPr/>
        </p:nvSpPr>
        <p:spPr>
          <a:xfrm rot="0">
            <a:off x="2606040" y="4636135"/>
            <a:ext cx="15093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8" name="Rect 0"/>
          <p:cNvSpPr txBox="1">
            <a:spLocks/>
          </p:cNvSpPr>
          <p:nvPr/>
        </p:nvSpPr>
        <p:spPr>
          <a:xfrm rot="0">
            <a:off x="2724785" y="4700270"/>
            <a:ext cx="1271905" cy="274955"/>
          </a:xfrm>
          <a:prstGeom prst="rect"/>
          <a:noFill/>
        </p:spPr>
        <p:txBody>
          <a:bodyPr wrap="square" lIns="45720" tIns="27305" rIns="45720" bIns="27305" vert="horz" anchor="ctr">
            <a:spAutoFit/>
          </a:bodyPr>
          <a:lstStyle/>
          <a:p>
            <a:pPr marL="0" indent="0" rtl="0" algn="l" defTabSz="914400" eaLnBrk="1" latinLnBrk="0" hangingPunct="1">
              <a:buFontTx/>
              <a:buNone/>
            </a:pPr>
            <a:endParaRPr lang="ko-KR" altLang="en-US" sz="1800">
              <a:latin typeface="Poppins" charset="0"/>
              <a:ea typeface="NanumGothic" charset="0"/>
              <a:sym typeface="나눔고딕" charset="0"/>
            </a:endParaRPr>
          </a:p>
        </p:txBody>
      </p:sp>
      <p:sp>
        <p:nvSpPr>
          <p:cNvPr id="109" name="Rect 0"/>
          <p:cNvSpPr>
            <a:spLocks/>
          </p:cNvSpPr>
          <p:nvPr/>
        </p:nvSpPr>
        <p:spPr>
          <a:xfrm rot="0">
            <a:off x="4114800" y="4636135"/>
            <a:ext cx="6864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0" name="Rect 0"/>
          <p:cNvSpPr txBox="1">
            <a:spLocks/>
          </p:cNvSpPr>
          <p:nvPr/>
        </p:nvSpPr>
        <p:spPr>
          <a:xfrm rot="0">
            <a:off x="4233545" y="4700270"/>
            <a:ext cx="448945" cy="274955"/>
          </a:xfrm>
          <a:prstGeom prst="rect"/>
          <a:noFill/>
        </p:spPr>
        <p:txBody>
          <a:bodyPr wrap="square" lIns="45720" tIns="27305" rIns="45720" bIns="27305" vert="horz" anchor="ctr">
            <a:spAutoFit/>
          </a:bodyPr>
          <a:lstStyle/>
          <a:p>
            <a:pPr marL="0" indent="0" rtl="0" algn="l" defTabSz="914400" eaLnBrk="1" latinLnBrk="0" hangingPunct="1">
              <a:buFontTx/>
              <a:buNone/>
            </a:pPr>
            <a:endParaRPr lang="ko-KR" altLang="en-US" sz="1800">
              <a:latin typeface="Poppins" charset="0"/>
              <a:ea typeface="NanumGothic" charset="0"/>
              <a:sym typeface="나눔고딕" charset="0"/>
            </a:endParaRPr>
          </a:p>
        </p:txBody>
      </p:sp>
      <p:sp>
        <p:nvSpPr>
          <p:cNvPr id="111" name="Rect 0"/>
          <p:cNvSpPr>
            <a:spLocks/>
          </p:cNvSpPr>
          <p:nvPr/>
        </p:nvSpPr>
        <p:spPr>
          <a:xfrm rot="0">
            <a:off x="4800600" y="4636135"/>
            <a:ext cx="251523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2" name="Rect 0"/>
          <p:cNvSpPr txBox="1">
            <a:spLocks/>
          </p:cNvSpPr>
          <p:nvPr/>
        </p:nvSpPr>
        <p:spPr>
          <a:xfrm rot="0">
            <a:off x="4919345" y="4700270"/>
            <a:ext cx="22777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19개 MAC 구성</a:t>
            </a:r>
            <a:endParaRPr lang="ko-KR" altLang="en-US" sz="1350" b="0">
              <a:solidFill>
                <a:srgbClr val="22364B"/>
              </a:solidFill>
              <a:latin typeface="Poppins" charset="0"/>
              <a:ea typeface="NanumGothic" charset="0"/>
              <a:sym typeface="나눔고딕" charset="0"/>
            </a:endParaRPr>
          </a:p>
        </p:txBody>
      </p:sp>
      <p:sp>
        <p:nvSpPr>
          <p:cNvPr id="113" name="Rect 0"/>
          <p:cNvSpPr>
            <a:spLocks/>
          </p:cNvSpPr>
          <p:nvPr/>
        </p:nvSpPr>
        <p:spPr>
          <a:xfrm rot="0">
            <a:off x="7315200" y="4636135"/>
            <a:ext cx="86931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4" name="Rect 0"/>
          <p:cNvSpPr txBox="1">
            <a:spLocks/>
          </p:cNvSpPr>
          <p:nvPr/>
        </p:nvSpPr>
        <p:spPr>
          <a:xfrm rot="0">
            <a:off x="7433945" y="4700270"/>
            <a:ext cx="6318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133</a:t>
            </a:r>
            <a:endParaRPr lang="ko-KR" altLang="en-US" sz="1350" b="0">
              <a:solidFill>
                <a:srgbClr val="22364B"/>
              </a:solidFill>
              <a:latin typeface="Poppins" charset="0"/>
              <a:ea typeface="NanumGothic" charset="0"/>
              <a:sym typeface="나눔고딕" charset="0"/>
            </a:endParaRPr>
          </a:p>
        </p:txBody>
      </p:sp>
      <p:sp>
        <p:nvSpPr>
          <p:cNvPr id="115" name="Rect 0"/>
          <p:cNvSpPr>
            <a:spLocks/>
          </p:cNvSpPr>
          <p:nvPr/>
        </p:nvSpPr>
        <p:spPr>
          <a:xfrm rot="0">
            <a:off x="8183879" y="4636135"/>
            <a:ext cx="3566795" cy="38481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6" name="Rect 0"/>
          <p:cNvSpPr txBox="1">
            <a:spLocks/>
          </p:cNvSpPr>
          <p:nvPr/>
        </p:nvSpPr>
        <p:spPr>
          <a:xfrm rot="0">
            <a:off x="8302625" y="4700270"/>
            <a:ext cx="332930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350" b="0">
                <a:solidFill>
                  <a:srgbClr val="22364B"/>
                </a:solidFill>
                <a:latin typeface="Poppins" charset="0"/>
                <a:ea typeface="NanumGothic" charset="0"/>
                <a:sym typeface="나눔고딕" charset="0"/>
              </a:rPr>
              <a:t>127  (TA ON 74 · TA OFF 53)</a:t>
            </a:r>
            <a:endParaRPr lang="ko-KR" altLang="en-US" sz="1350" b="0">
              <a:solidFill>
                <a:srgbClr val="22364B"/>
              </a:solidFill>
              <a:latin typeface="Poppins" charset="0"/>
              <a:ea typeface="NanumGothic" charset="0"/>
              <a:sym typeface="나눔고딕" charset="0"/>
            </a:endParaRPr>
          </a:p>
        </p:txBody>
      </p:sp>
      <p:sp>
        <p:nvSpPr>
          <p:cNvPr id="117" name="Rect 0"/>
          <p:cNvSpPr txBox="1">
            <a:spLocks/>
          </p:cNvSpPr>
          <p:nvPr/>
        </p:nvSpPr>
        <p:spPr>
          <a:xfrm rot="0">
            <a:off x="594360" y="5111750"/>
            <a:ext cx="10973435" cy="549275"/>
          </a:xfrm>
          <a:prstGeom prst="rect"/>
          <a:noFill/>
        </p:spPr>
        <p:txBody>
          <a:bodyPr wrap="square" lIns="45720" tIns="27305" rIns="45720" bIns="27305" vert="horz" anchor="t">
            <a:spAutoFit/>
          </a:bodyPr>
          <a:lstStyle/>
          <a:p>
            <a:pPr marL="0" indent="0" rtl="0" algn="l" defTabSz="914400" eaLnBrk="1" latinLnBrk="0" hangingPunct="1">
              <a:buFontTx/>
              <a:buNone/>
            </a:pPr>
            <a:r>
              <a:rPr sz="1250" b="0">
                <a:solidFill>
                  <a:srgbClr val="566577"/>
                </a:solidFill>
                <a:latin typeface="Poppins" charset="0"/>
                <a:ea typeface="NanumGothic" charset="0"/>
                <a:sym typeface="나눔고딕" charset="0"/>
              </a:rPr>
              <a:t>구성 수 = MAC 구성 수 × 7개 모델 · 각 구성은 새 프로세스에서 3회 실행 · 성능 표본 222개 = TA ON 74개 구성 × 3회</a:t>
            </a:r>
            <a:endParaRPr lang="ko-KR" altLang="en-US" sz="1250" b="0">
              <a:solidFill>
                <a:srgbClr val="566577"/>
              </a:solidFill>
              <a:latin typeface="Poppins" charset="0"/>
              <a:ea typeface="NanumGothic" charset="0"/>
              <a:sym typeface="나눔고딕" charset="0"/>
            </a:endParaRPr>
          </a:p>
          <a:p>
            <a:pPr marL="0" indent="0" rtl="0" algn="l" defTabSz="914400" eaLnBrk="1" latinLnBrk="0" hangingPunct="1">
              <a:buFontTx/>
              <a:buNone/>
            </a:pPr>
            <a:r>
              <a:rPr sz="1250" b="0">
                <a:solidFill>
                  <a:srgbClr val="566577"/>
                </a:solidFill>
                <a:latin typeface="Poppins" charset="0"/>
                <a:ea typeface="NanumGothic" charset="0"/>
                <a:sym typeface="나눔고딕" charset="0"/>
              </a:rPr>
              <a:t>인접 MAC 구성 간 비교 53건 = TA ON에서 U55 18 (3단계 × 7모델 − Wav2Letter 3) + U65 7 (1단계 × 7) + U85 28 (4단계 × 7)</a:t>
            </a:r>
            <a:endParaRPr lang="ko-KR" altLang="en-US" sz="1250" b="0">
              <a:solidFill>
                <a:srgbClr val="566577"/>
              </a:solidFill>
              <a:latin typeface="Poppins" charset="0"/>
              <a:ea typeface="NanumGothic" charset="0"/>
              <a:sym typeface="나눔고딕" charset="0"/>
            </a:endParaRPr>
          </a:p>
        </p:txBody>
      </p:sp>
      <p:sp>
        <p:nvSpPr>
          <p:cNvPr id="118"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9" name="Rect 0"/>
          <p:cNvSpPr>
            <a:spLocks/>
          </p:cNvSpPr>
          <p:nvPr/>
        </p:nvSpPr>
        <p:spPr>
          <a:xfrm rot="0">
            <a:off x="457200" y="5806440"/>
            <a:ext cx="3746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0" name="Rect 0"/>
          <p:cNvSpPr txBox="1">
            <a:spLocks/>
          </p:cNvSpPr>
          <p:nvPr/>
        </p:nvSpPr>
        <p:spPr>
          <a:xfrm rot="0">
            <a:off x="594360" y="5906770"/>
            <a:ext cx="10973435" cy="293370"/>
          </a:xfrm>
          <a:prstGeom prst="rect"/>
          <a:noFill/>
        </p:spPr>
        <p:txBody>
          <a:bodyPr wrap="square" lIns="45720" tIns="27305" rIns="45720" bIns="27305" vert="horz" anchor="t">
            <a:spAutoFit/>
          </a:bodyPr>
          <a:lstStyle/>
          <a:p>
            <a:pPr marL="0" indent="0" rtl="0" algn="l" defTabSz="914400" eaLnBrk="1" latinLnBrk="0" hangingPunct="1">
              <a:buFontTx/>
              <a:buNone/>
            </a:pPr>
            <a:r>
              <a:rPr sz="1550" b="1">
                <a:solidFill>
                  <a:srgbClr val="13366B"/>
                </a:solidFill>
                <a:latin typeface="Poppins" charset="0"/>
                <a:ea typeface="NanumGothic" charset="0"/>
                <a:sym typeface="나눔고딕" charset="0"/>
              </a:rPr>
              <a:t>133개 구성 중 127개 실행. TA ON 결과(300·320, 74개)만 성능 데이터로 쓰고, TA OFF(310·315)는 실행 가능성·일관성 검증에만 쓴다.</a:t>
            </a:r>
            <a:endParaRPr lang="ko-KR" altLang="en-US" sz="1550" b="1">
              <a:solidFill>
                <a:srgbClr val="13366B"/>
              </a:solidFill>
              <a:latin typeface="Poppins" charset="0"/>
              <a:ea typeface="NanumGothic" charset="0"/>
              <a:sym typeface="나눔고딕"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상자 7"/>
          <p:cNvSpPr txBox="1">
            <a:spLocks/>
          </p:cNvSpPr>
          <p:nvPr/>
        </p:nvSpPr>
        <p:spPr>
          <a:xfrm rot="0">
            <a:off x="773430" y="3028950"/>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3. 측정결과</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95300"/>
          </a:xfrm>
          <a:prstGeom prst="rect">
            <a:avLst/>
          </a:prstGeom>
          <a:noFill/>
        </p:spPr>
        <p:txBody>
          <a:bodyPr wrap="square" lIns="45720" tIns="27305" rIns="45720" bIns="27305" numCol="1" vert="horz" anchor="t">
            <a:spAutoFit/>
          </a:bodyPr>
          <a:lstStyle/>
          <a:p>
            <a:pPr marL="0" indent="0" algn="l">
              <a:lnSpc>
                <a:spcPct val="110000"/>
              </a:lnSpc>
              <a:buFontTx/>
              <a:buNone/>
            </a:pPr>
            <a:r>
              <a:rPr sz="2600" b="1">
                <a:solidFill>
                  <a:srgbClr val="FFFFFF"/>
                </a:solidFill>
                <a:latin typeface="Poppins" charset="0"/>
                <a:ea typeface="NanumGothic" charset="0"/>
                <a:cs typeface="NanumGothic" charset="0"/>
              </a:rPr>
              <a:t>모델별 실행 사이클과 </a:t>
            </a:r>
            <a:r>
              <a:rPr sz="2600" b="1">
                <a:solidFill>
                  <a:srgbClr val="FFFFFF"/>
                </a:solidFill>
                <a:latin typeface="Poppins" charset="0"/>
                <a:ea typeface="NanumGothic" charset="0"/>
                <a:cs typeface="NanumGothic" charset="0"/>
              </a:rPr>
              <a:t>NPU 사용 비율</a:t>
            </a:r>
            <a:endParaRPr lang="ko-KR" altLang="en-US" sz="2600" b="1">
              <a:solidFill>
                <a:srgbClr val="FFFFFF"/>
              </a:solidFill>
              <a:latin typeface="Poppins"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10</a:t>
            </a:r>
          </a:p>
        </p:txBody>
      </p:sp>
      <p:sp>
        <p:nvSpPr>
          <p:cNvPr id="4" name="TextBox 3"/>
          <p:cNvSpPr txBox="1"/>
          <p:nvPr/>
        </p:nvSpPr>
        <p:spPr>
          <a:xfrm>
            <a:off x="502920" y="1225550"/>
            <a:ext cx="11156950" cy="342900"/>
          </a:xfrm>
          <a:prstGeom prst="rect">
            <a:avLst/>
          </a:prstGeom>
          <a:noFill/>
        </p:spPr>
        <p:txBody>
          <a:bodyPr wrap="square" lIns="45720" tIns="27305" rIns="45720" bIns="27305" numCol="1" vert="horz" anchor="t">
            <a:spAutoFit/>
          </a:bodyPr>
          <a:lstStyle/>
          <a:p>
            <a:pPr marL="0" indent="0" algn="l">
              <a:lnSpc>
                <a:spcPct val="110000"/>
              </a:lnSpc>
              <a:buFontTx/>
              <a:buNone/>
            </a:pPr>
            <a:r>
              <a:rPr sz="1700" b="0">
                <a:solidFill>
                  <a:srgbClr val="566577"/>
                </a:solidFill>
                <a:latin typeface="Poppins" charset="0"/>
                <a:ea typeface="NanumGothic" charset="0"/>
                <a:cs typeface="NanumGothic" charset="0"/>
              </a:rPr>
              <a:t>각 NPU</a:t>
            </a:r>
            <a:r>
              <a:rPr sz="1700" b="0">
                <a:solidFill>
                  <a:srgbClr val="566577"/>
                </a:solidFill>
                <a:latin typeface="Poppins" charset="0"/>
                <a:ea typeface="NanumGothic" charset="0"/>
                <a:cs typeface="NanumGothic" charset="0"/>
              </a:rPr>
              <a:t>에 대한</a:t>
            </a:r>
            <a:r>
              <a:rPr sz="1700" b="0">
                <a:solidFill>
                  <a:srgbClr val="566577"/>
                </a:solidFill>
                <a:latin typeface="Poppins" charset="0"/>
                <a:ea typeface="NanumGothic" charset="0"/>
                <a:cs typeface="NanumGothic" charset="0"/>
              </a:rPr>
              <a:t> 7개 모델</a:t>
            </a:r>
            <a:r>
              <a:rPr sz="1700" b="0">
                <a:solidFill>
                  <a:srgbClr val="566577"/>
                </a:solidFill>
                <a:latin typeface="Poppins" charset="0"/>
                <a:ea typeface="NanumGothic" charset="0"/>
                <a:cs typeface="NanumGothic" charset="0"/>
              </a:rPr>
              <a:t> 실행 cycle</a:t>
            </a:r>
            <a:endParaRPr lang="ko-KR" altLang="en-US" sz="1700" b="0">
              <a:solidFill>
                <a:srgbClr val="566577"/>
              </a:solidFill>
              <a:latin typeface="Poppins" charset="0"/>
              <a:ea typeface="NanumGothic" charset="0"/>
              <a:cs typeface="NanumGothic" charset="0"/>
            </a:endParaRPr>
          </a:p>
        </p:txBody>
      </p:sp>
      <p:pic>
        <p:nvPicPr>
          <p:cNvPr id="8" name="Picture 7"/>
          <p:cNvPicPr>
            <a:picLocks noChangeAspect="1"/>
          </p:cNvPicPr>
          <p:nvPr/>
        </p:nvPicPr>
        <p:blipFill>
          <a:blip r:embed="rId3"/>
          <a:stretch>
            <a:fillRect/>
          </a:stretch>
        </p:blipFill>
        <p:spPr>
          <a:xfrm>
            <a:off x="502920" y="1783080"/>
            <a:ext cx="7818120" cy="2896235"/>
          </a:xfrm>
          <a:prstGeom prst="rect">
            <a:avLst/>
          </a:prstGeom>
        </p:spPr>
      </p:pic>
      <p:sp>
        <p:nvSpPr>
          <p:cNvPr id="9" name="Rectangle 8"/>
          <p:cNvSpPr/>
          <p:nvPr/>
        </p:nvSpPr>
        <p:spPr>
          <a:xfrm>
            <a:off x="8549640" y="1783080"/>
            <a:ext cx="3154680" cy="288036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901825"/>
            <a:ext cx="2835275" cy="292100"/>
          </a:xfrm>
          <a:prstGeom prst="rect">
            <a:avLst/>
          </a:prstGeom>
          <a:noFill/>
        </p:spPr>
        <p:txBody>
          <a:bodyPr wrap="square" lIns="45720" tIns="27305" rIns="45720" bIns="27305" numCol="1" vert="horz" anchor="t">
            <a:spAutoFit/>
          </a:bodyPr>
          <a:lstStyle/>
          <a:p>
            <a:pPr marL="0" indent="0" algn="l">
              <a:lnSpc>
                <a:spcPct val="110000"/>
              </a:lnSpc>
              <a:buFontTx/>
              <a:buNone/>
            </a:pPr>
            <a:r>
              <a:rPr sz="1400" b="1">
                <a:solidFill>
                  <a:srgbClr val="13366B"/>
                </a:solidFill>
                <a:latin typeface="Poppins" charset="0"/>
                <a:ea typeface="NanumGothic" charset="0"/>
                <a:cs typeface="NanumGothic" charset="0"/>
              </a:rPr>
              <a:t>Active ratio</a:t>
            </a:r>
            <a:r>
              <a:rPr sz="1400" b="1">
                <a:solidFill>
                  <a:srgbClr val="13366B"/>
                </a:solidFill>
                <a:latin typeface="Poppins" charset="0"/>
                <a:ea typeface="NanumGothic" charset="0"/>
                <a:cs typeface="NanumGothic" charset="0"/>
              </a:rPr>
              <a:t> (</a:t>
            </a:r>
            <a:r>
              <a:rPr sz="1400" b="1">
                <a:solidFill>
                  <a:srgbClr val="13366B"/>
                </a:solidFill>
                <a:latin typeface="Poppins" charset="0"/>
                <a:ea typeface="NanumGothic" charset="0"/>
                <a:cs typeface="NanumGothic" charset="0"/>
              </a:rPr>
              <a:t>Active</a:t>
            </a:r>
            <a:r>
              <a:rPr sz="1400" b="1">
                <a:solidFill>
                  <a:srgbClr val="13366B"/>
                </a:solidFill>
                <a:latin typeface="Poppins" charset="0"/>
                <a:ea typeface="NanumGothic" charset="0"/>
                <a:cs typeface="NanumGothic" charset="0"/>
              </a:rPr>
              <a:t> / TOTAL)</a:t>
            </a:r>
            <a:endParaRPr lang="ko-KR" altLang="en-US" sz="1400" b="1">
              <a:solidFill>
                <a:srgbClr val="13366B"/>
              </a:solidFill>
              <a:latin typeface="Poppins" charset="0"/>
              <a:ea typeface="NanumGothic" charset="0"/>
              <a:cs typeface="NanumGothic" charset="0"/>
            </a:endParaRPr>
          </a:p>
        </p:txBody>
      </p:sp>
      <p:sp>
        <p:nvSpPr>
          <p:cNvPr id="11" name="TextBox 10"/>
          <p:cNvSpPr txBox="1">
            <a:spLocks/>
          </p:cNvSpPr>
          <p:nvPr/>
        </p:nvSpPr>
        <p:spPr>
          <a:xfrm rot="0">
            <a:off x="8732520" y="2281555"/>
            <a:ext cx="2835275" cy="1800225"/>
          </a:xfrm>
          <a:prstGeom prst="rect"/>
          <a:noFill/>
        </p:spPr>
        <p:txBody>
          <a:bodyPr wrap="square" lIns="45720" tIns="27305" rIns="45720" bIns="27305" numCol="1" vert="horz" anchor="t">
            <a:spAutoFit/>
          </a:bodyPr>
          <a:lstStyle/>
          <a:p>
            <a:pPr marL="0" indent="0" algn="l">
              <a:lnSpc>
                <a:spcPct val="135000"/>
              </a:lnSpc>
              <a:buFontTx/>
              <a:buNone/>
            </a:pPr>
            <a:r>
              <a:rPr sz="1400" b="0">
                <a:solidFill>
                  <a:srgbClr val="22364B"/>
                </a:solidFill>
                <a:latin typeface="Poppins" charset="0"/>
                <a:ea typeface="NanumGothic" charset="0"/>
                <a:cs typeface="NanumGothic" charset="0"/>
              </a:rPr>
              <a:t>U55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Corstone-300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0.991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1.000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U65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Corstone-300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0.988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1.000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U85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Corstone-320</a:t>
            </a:r>
            <a:endParaRPr lang="ko-KR" altLang="en-US" sz="1400" b="0">
              <a:solidFill>
                <a:srgbClr val="22364B"/>
              </a:solidFill>
              <a:latin typeface="Poppins" charset="0"/>
              <a:ea typeface="NanumGothic" charset="0"/>
              <a:cs typeface="NanumGothic" charset="0"/>
            </a:endParaRPr>
          </a:p>
          <a:p>
            <a:pPr marL="0" indent="0" algn="l">
              <a:lnSpc>
                <a:spcPct val="135000"/>
              </a:lnSpc>
              <a:buFontTx/>
              <a:buNone/>
            </a:pPr>
            <a:r>
              <a:rPr sz="1400" b="0">
                <a:solidFill>
                  <a:srgbClr val="22364B"/>
                </a:solidFill>
                <a:latin typeface="Poppins" charset="0"/>
                <a:ea typeface="NanumGothic" charset="0"/>
                <a:cs typeface="NanumGothic" charset="0"/>
              </a:rPr>
              <a:t>0.976 </a:t>
            </a:r>
            <a:r>
              <a:rPr sz="1400" b="0">
                <a:solidFill>
                  <a:srgbClr val="22364B"/>
                </a:solidFill>
                <a:latin typeface="Poppins" charset="0"/>
                <a:ea typeface="NanumGothic" charset="0"/>
                <a:cs typeface="NanumGothic" charset="0"/>
              </a:rPr>
              <a:t>~</a:t>
            </a:r>
            <a:r>
              <a:rPr sz="1400" b="0">
                <a:solidFill>
                  <a:srgbClr val="22364B"/>
                </a:solidFill>
                <a:latin typeface="Poppins" charset="0"/>
                <a:ea typeface="NanumGothic" charset="0"/>
                <a:cs typeface="NanumGothic" charset="0"/>
              </a:rPr>
              <a:t> 1.000</a:t>
            </a:r>
            <a:endParaRPr lang="ko-KR" altLang="en-US" sz="1400" b="0">
              <a:solidFill>
                <a:srgbClr val="22364B"/>
              </a:solidFill>
              <a:latin typeface="Poppins" charset="0"/>
              <a:ea typeface="NanumGothic" charset="0"/>
              <a:cs typeface="NanumGothic" charset="0"/>
            </a:endParaRPr>
          </a:p>
        </p:txBody>
      </p:sp>
      <p:sp>
        <p:nvSpPr>
          <p:cNvPr id="12" name="TextBox 11"/>
          <p:cNvSpPr txBox="1">
            <a:spLocks/>
          </p:cNvSpPr>
          <p:nvPr/>
        </p:nvSpPr>
        <p:spPr>
          <a:xfrm rot="0">
            <a:off x="8732520" y="4117340"/>
            <a:ext cx="2835275" cy="474980"/>
          </a:xfrm>
          <a:prstGeom prst="rect"/>
          <a:noFill/>
        </p:spPr>
        <p:txBody>
          <a:bodyPr wrap="square" lIns="45720" tIns="27305" rIns="45720" bIns="27305" numCol="1" vert="horz" anchor="t">
            <a:spAutoFit/>
          </a:bodyPr>
          <a:lstStyle/>
          <a:p>
            <a:pPr marL="0" indent="0" algn="l">
              <a:lnSpc>
                <a:spcPct val="110000"/>
              </a:lnSpc>
              <a:buFontTx/>
              <a:buNone/>
            </a:pP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NPU가 동작 중이던 사이클의 비율</a:t>
            </a:r>
            <a:endParaRPr lang="ko-KR" altLang="en-US" sz="1300" b="0">
              <a:solidFill>
                <a:srgbClr val="566577"/>
              </a:solidFill>
              <a:latin typeface="Poppins" charset="0"/>
              <a:ea typeface="NanumGothic" charset="0"/>
              <a:cs typeface="NanumGothic" charset="0"/>
            </a:endParaRPr>
          </a:p>
          <a:p>
            <a:pPr marL="0" indent="0" algn="l">
              <a:buFontTx/>
              <a:buNone/>
            </a:pPr>
            <a:r>
              <a:rPr sz="1300" b="0">
                <a:solidFill>
                  <a:srgbClr val="566577"/>
                </a:solidFill>
                <a:latin typeface="Poppins" charset="0"/>
                <a:ea typeface="NanumGothic" charset="0"/>
                <a:cs typeface="NanumGothic" charset="0"/>
              </a:rPr>
              <a:t>  </a:t>
            </a:r>
            <a:r>
              <a:rPr sz="1300" b="0">
                <a:solidFill>
                  <a:srgbClr val="566577"/>
                </a:solidFill>
                <a:latin typeface="Poppins" charset="0"/>
                <a:ea typeface="NanumGothic" charset="0"/>
                <a:cs typeface="NanumGothic" charset="0"/>
              </a:rPr>
              <a:t>MAC 활용률을 뜻하지 않는다.</a:t>
            </a:r>
            <a:endParaRPr lang="ko-KR" altLang="en-US" sz="1300" b="0">
              <a:solidFill>
                <a:srgbClr val="566577"/>
              </a:solidFill>
              <a:latin typeface="Poppins" charset="0"/>
              <a:ea typeface="NanumGothic" charset="0"/>
              <a:cs typeface="NanumGothic" charset="0"/>
            </a:endParaRPr>
          </a:p>
        </p:txBody>
      </p:sp>
      <p:sp>
        <p:nvSpPr>
          <p:cNvPr id="13" name="TextBox 12"/>
          <p:cNvSpPr txBox="1">
            <a:spLocks/>
          </p:cNvSpPr>
          <p:nvPr/>
        </p:nvSpPr>
        <p:spPr>
          <a:xfrm rot="0">
            <a:off x="607060" y="5090160"/>
            <a:ext cx="10974070" cy="1153160"/>
          </a:xfrm>
          <a:prstGeom prst="rect"/>
          <a:noFill/>
        </p:spPr>
        <p:txBody>
          <a:bodyPr wrap="square" lIns="45720" tIns="27305" rIns="45720" bIns="27305" numCol="1" vert="horz" anchor="t">
            <a:spAutoFit/>
          </a:bodyPr>
          <a:lstStyle/>
          <a:p>
            <a:pPr marL="0" indent="0" algn="l">
              <a:lnSpc>
                <a:spcPct val="110000"/>
              </a:lnSpc>
              <a:buFontTx/>
              <a:buNone/>
            </a:pPr>
            <a:r>
              <a:rPr sz="1400" b="1">
                <a:solidFill>
                  <a:srgbClr val="566577"/>
                </a:solidFill>
                <a:latin typeface="Poppins" charset="0"/>
                <a:ea typeface="NanumGothic" charset="0"/>
                <a:cs typeface="NanumGothic" charset="0"/>
              </a:rPr>
              <a:t>모델 별 </a:t>
            </a:r>
            <a:r>
              <a:rPr sz="1400" b="1">
                <a:solidFill>
                  <a:srgbClr val="566577"/>
                </a:solidFill>
                <a:latin typeface="Poppins" charset="0"/>
                <a:ea typeface="NanumGothic" charset="0"/>
                <a:cs typeface="NanumGothic" charset="0"/>
              </a:rPr>
              <a:t>주된</a:t>
            </a:r>
            <a:r>
              <a:rPr sz="1400" b="1">
                <a:solidFill>
                  <a:srgbClr val="566577"/>
                </a:solidFill>
                <a:latin typeface="Poppins" charset="0"/>
                <a:ea typeface="NanumGothic" charset="0"/>
                <a:cs typeface="NanumGothic" charset="0"/>
              </a:rPr>
              <a:t> 연산</a:t>
            </a:r>
            <a:r>
              <a:rPr sz="1400" b="0">
                <a:solidFill>
                  <a:srgbClr val="566577"/>
                </a:solidFill>
                <a:latin typeface="Poppins" charset="0"/>
                <a:ea typeface="NanumGothic" charset="0"/>
                <a:cs typeface="NanumGothic" charset="0"/>
              </a:rPr>
              <a:t>:    </a:t>
            </a:r>
            <a:r>
              <a:rPr sz="1400" b="1">
                <a:solidFill>
                  <a:srgbClr val="566577"/>
                </a:solidFill>
                <a:latin typeface="Poppins" charset="0"/>
                <a:ea typeface="NanumGothic" charset="0"/>
                <a:cs typeface="NanumGothic" charset="0"/>
              </a:rPr>
              <a:t>RNNoise</a:t>
            </a:r>
            <a:r>
              <a:rPr sz="1400" b="0">
                <a:solidFill>
                  <a:srgbClr val="566577"/>
                </a:solidFill>
                <a:latin typeface="Poppins" charset="0"/>
                <a:ea typeface="NanumGothic" charset="0"/>
                <a:cs typeface="NanumGothic" charset="0"/>
              </a:rPr>
              <a:t>: FC Layer/Element Wise    </a:t>
            </a:r>
            <a:r>
              <a:rPr sz="1400" b="1">
                <a:solidFill>
                  <a:srgbClr val="566577"/>
                </a:solidFill>
                <a:latin typeface="Poppins" charset="0"/>
                <a:ea typeface="NanumGothic" charset="0"/>
                <a:cs typeface="NanumGothic" charset="0"/>
              </a:rPr>
              <a:t>KWS/AD</a:t>
            </a:r>
            <a:r>
              <a:rPr sz="1400" b="0">
                <a:solidFill>
                  <a:srgbClr val="566577"/>
                </a:solidFill>
                <a:latin typeface="Poppins" charset="0"/>
                <a:ea typeface="NanumGothic" charset="0"/>
                <a:cs typeface="NanumGothic" charset="0"/>
              </a:rPr>
              <a:t>: CNN    </a:t>
            </a:r>
            <a:r>
              <a:rPr sz="1400" b="1">
                <a:solidFill>
                  <a:srgbClr val="566577"/>
                </a:solidFill>
                <a:latin typeface="Poppins" charset="0"/>
                <a:ea typeface="NanumGothic" charset="0"/>
                <a:cs typeface="NanumGothic" charset="0"/>
              </a:rPr>
              <a:t>VWW/MobileNetV2</a:t>
            </a:r>
            <a:r>
              <a:rPr sz="1400" b="0">
                <a:solidFill>
                  <a:srgbClr val="566577"/>
                </a:solidFill>
                <a:latin typeface="Poppins" charset="0"/>
                <a:ea typeface="NanumGothic" charset="0"/>
                <a:cs typeface="NanumGothic" charset="0"/>
              </a:rPr>
              <a:t>: Depthwise CNN</a:t>
            </a:r>
            <a:endParaRPr lang="ko-KR" altLang="en-US" sz="1400" b="0">
              <a:solidFill>
                <a:srgbClr val="566577"/>
              </a:solidFill>
              <a:latin typeface="Poppins" charset="0"/>
              <a:ea typeface="NanumGothic" charset="0"/>
              <a:cs typeface="NanumGothic" charset="0"/>
            </a:endParaRPr>
          </a:p>
          <a:p>
            <a:pPr marL="0" indent="0" algn="l">
              <a:buFontTx/>
              <a:buNone/>
            </a:pPr>
            <a:r>
              <a:rPr sz="1400" b="0">
                <a:solidFill>
                  <a:srgbClr val="566577"/>
                </a:solidFill>
                <a:latin typeface="Poppins" charset="0"/>
                <a:ea typeface="NanumGothic" charset="0"/>
                <a:cs typeface="NanumGothic" charset="0"/>
              </a:rPr>
              <a:t>각 수치는 상대값(기하평균으로 정규화)이며 NPU 간 속도 비교가 아님</a:t>
            </a:r>
            <a:endParaRPr lang="ko-KR" altLang="en-US" sz="1400" b="0">
              <a:solidFill>
                <a:srgbClr val="566577"/>
              </a:solidFill>
              <a:latin typeface="Poppins" charset="0"/>
              <a:ea typeface="NanumGothic" charset="0"/>
              <a:cs typeface="NanumGothic" charset="0"/>
            </a:endParaRPr>
          </a:p>
          <a:p>
            <a:pPr marL="0" indent="0" algn="l">
              <a:buFontTx/>
              <a:buNone/>
            </a:pPr>
            <a:r>
              <a:rPr sz="1400" b="1">
                <a:solidFill>
                  <a:srgbClr val="566577"/>
                </a:solidFill>
                <a:latin typeface="Poppins" charset="0"/>
                <a:ea typeface="NanumGothic" charset="0"/>
                <a:cs typeface="NanumGothic" charset="0"/>
              </a:rPr>
              <a:t>Active</a:t>
            </a:r>
            <a:r>
              <a:rPr sz="1400" b="0">
                <a:solidFill>
                  <a:srgbClr val="566577"/>
                </a:solidFill>
                <a:latin typeface="Poppins" charset="0"/>
                <a:ea typeface="NanumGothic" charset="0"/>
                <a:cs typeface="NanumGothic" charset="0"/>
              </a:rPr>
              <a:t>: 1 Cycle 당 NPU가 명령을 처리하고 있던 사이클 수 (데이터 대기 포함, MAC 활용률 아님)</a:t>
            </a:r>
            <a:endParaRPr lang="ko-KR" altLang="en-US" sz="1400" b="0">
              <a:solidFill>
                <a:srgbClr val="566577"/>
              </a:solidFill>
              <a:latin typeface="Poppins" charset="0"/>
              <a:ea typeface="NanumGothic" charset="0"/>
              <a:cs typeface="NanumGothic" charset="0"/>
            </a:endParaRPr>
          </a:p>
          <a:p>
            <a:pPr marL="0" indent="0" algn="l">
              <a:buFontTx/>
              <a:buNone/>
            </a:pPr>
            <a:r>
              <a:rPr sz="1400" b="1">
                <a:solidFill>
                  <a:srgbClr val="566577"/>
                </a:solidFill>
                <a:latin typeface="Poppins" charset="0"/>
                <a:ea typeface="NanumGothic" charset="0"/>
                <a:cs typeface="NanumGothic" charset="0"/>
              </a:rPr>
              <a:t>Total</a:t>
            </a:r>
            <a:r>
              <a:rPr sz="1400" b="0">
                <a:solidFill>
                  <a:srgbClr val="566577"/>
                </a:solidFill>
                <a:latin typeface="Poppins" charset="0"/>
                <a:ea typeface="NanumGothic" charset="0"/>
                <a:cs typeface="NanumGothic" charset="0"/>
              </a:rPr>
              <a:t>: </a:t>
            </a:r>
            <a:r>
              <a:rPr sz="1400" b="1">
                <a:solidFill>
                  <a:srgbClr val="566577"/>
                </a:solidFill>
                <a:latin typeface="Poppins" charset="0"/>
                <a:ea typeface="NanumGothic" charset="0"/>
                <a:cs typeface="NanumGothic" charset="0"/>
              </a:rPr>
              <a:t>Active</a:t>
            </a:r>
            <a:r>
              <a:rPr sz="1400" b="0">
                <a:solidFill>
                  <a:srgbClr val="566577"/>
                </a:solidFill>
                <a:latin typeface="Poppins" charset="0"/>
                <a:ea typeface="NanumGothic" charset="0"/>
                <a:cs typeface="NanumGothic" charset="0"/>
              </a:rPr>
              <a:t> + </a:t>
            </a:r>
            <a:r>
              <a:rPr sz="1400" b="1">
                <a:solidFill>
                  <a:srgbClr val="566577"/>
                </a:solidFill>
                <a:latin typeface="Poppins" charset="0"/>
                <a:ea typeface="NanumGothic" charset="0"/>
                <a:cs typeface="NanumGothic" charset="0"/>
              </a:rPr>
              <a:t>Idle</a:t>
            </a:r>
            <a:r>
              <a:rPr sz="1400" b="0">
                <a:solidFill>
                  <a:srgbClr val="566577"/>
                </a:solidFill>
                <a:latin typeface="Poppins" charset="0"/>
                <a:ea typeface="NanumGothic" charset="0"/>
                <a:cs typeface="NanumGothic" charset="0"/>
              </a:rPr>
              <a:t>(NPU가 사용되지 않</a:t>
            </a:r>
            <a:r>
              <a:rPr sz="1400" b="0">
                <a:solidFill>
                  <a:srgbClr val="566577"/>
                </a:solidFill>
                <a:latin typeface="Poppins" charset="0"/>
                <a:ea typeface="NanumGothic" charset="0"/>
                <a:cs typeface="NanumGothic" charset="0"/>
              </a:rPr>
              <a:t>는 시간 또는</a:t>
            </a:r>
            <a:r>
              <a:rPr sz="1400" b="0">
                <a:solidFill>
                  <a:srgbClr val="566577"/>
                </a:solidFill>
                <a:latin typeface="Poppins" charset="0"/>
                <a:ea typeface="NanumGothic" charset="0"/>
                <a:cs typeface="NanumGothic" charset="0"/>
              </a:rPr>
              <a:t> Operator 간 NPU Stop 시간)</a:t>
            </a:r>
            <a:endParaRPr lang="ko-KR" altLang="en-US" sz="1400" b="0">
              <a:solidFill>
                <a:srgbClr val="566577"/>
              </a:solidFill>
              <a:latin typeface="Poppins" charset="0"/>
              <a:ea typeface="NanumGothic" charset="0"/>
              <a:cs typeface="NanumGothic" charset="0"/>
            </a:endParaRPr>
          </a:p>
          <a:p>
            <a:pPr marL="0" indent="0" algn="l">
              <a:buFontTx/>
              <a:buNone/>
            </a:pPr>
            <a:endParaRPr lang="ko-KR" altLang="en-US" sz="1400" b="0">
              <a:solidFill>
                <a:srgbClr val="566577"/>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a:spLocks/>
          </p:cNvSpPr>
          <p:nvPr/>
        </p:nvSpPr>
        <p:spPr>
          <a:xfrm rot="0">
            <a:off x="438785" y="274320"/>
            <a:ext cx="10699115" cy="495300"/>
          </a:xfrm>
          <a:prstGeom prst="rect"/>
          <a:noFill/>
        </p:spPr>
        <p:txBody>
          <a:bodyPr wrap="square" lIns="45720" tIns="27305" rIns="45720" bIns="27305" numCol="1" vert="horz" anchor="t">
            <a:spAutoFit/>
          </a:bodyPr>
          <a:lstStyle/>
          <a:p>
            <a:pPr marL="0" indent="0" algn="l">
              <a:lnSpc>
                <a:spcPct val="110000"/>
              </a:lnSpc>
              <a:buFontTx/>
              <a:buNone/>
            </a:pPr>
            <a:r>
              <a:rPr sz="2600" b="1">
                <a:solidFill>
                  <a:srgbClr val="FFFFFF"/>
                </a:solidFill>
                <a:latin typeface="Poppins" charset="0"/>
                <a:ea typeface="NanumGothic" charset="0"/>
                <a:cs typeface="NanumGothic" charset="0"/>
              </a:rPr>
              <a:t>모델별 메모리 </a:t>
            </a:r>
            <a:r>
              <a:rPr sz="2600" b="1">
                <a:solidFill>
                  <a:srgbClr val="FFFFFF"/>
                </a:solidFill>
                <a:latin typeface="Poppins" charset="0"/>
                <a:ea typeface="NanumGothic" charset="0"/>
                <a:cs typeface="NanumGothic" charset="0"/>
              </a:rPr>
              <a:t>Access 수치</a:t>
            </a:r>
            <a:endParaRPr lang="ko-KR" altLang="en-US" sz="2600" b="1">
              <a:solidFill>
                <a:srgbClr val="FFFFFF"/>
              </a:solidFill>
              <a:latin typeface="Poppins"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11</a:t>
            </a:r>
          </a:p>
        </p:txBody>
      </p:sp>
      <p:sp>
        <p:nvSpPr>
          <p:cNvPr id="4" name="TextBox 3"/>
          <p:cNvSpPr txBox="1"/>
          <p:nvPr/>
        </p:nvSpPr>
        <p:spPr>
          <a:xfrm>
            <a:off x="502920" y="1225550"/>
            <a:ext cx="11156950" cy="342900"/>
          </a:xfrm>
          <a:prstGeom prst="rect">
            <a:avLst/>
          </a:prstGeom>
          <a:noFill/>
        </p:spPr>
        <p:txBody>
          <a:bodyPr wrap="square" lIns="45720" tIns="27305" rIns="45720" bIns="27305" numCol="1" vert="horz" anchor="t">
            <a:spAutoFit/>
          </a:bodyPr>
          <a:lstStyle/>
          <a:p>
            <a:pPr marL="0" indent="0" algn="l">
              <a:lnSpc>
                <a:spcPct val="110000"/>
              </a:lnSpc>
              <a:buFontTx/>
              <a:buNone/>
            </a:pPr>
            <a:r>
              <a:rPr sz="1700" b="0">
                <a:solidFill>
                  <a:srgbClr val="566577"/>
                </a:solidFill>
                <a:latin typeface="Poppins" charset="0"/>
                <a:ea typeface="NanumGothic" charset="0"/>
                <a:cs typeface="NanumGothic" charset="0"/>
              </a:rPr>
              <a:t>각 NPU에 대해 수집된 </a:t>
            </a:r>
            <a:r>
              <a:rPr sz="1700" b="0">
                <a:solidFill>
                  <a:srgbClr val="566577"/>
                </a:solidFill>
                <a:latin typeface="Poppins" charset="0"/>
                <a:ea typeface="NanumGothic" charset="0"/>
                <a:cs typeface="NanumGothic" charset="0"/>
              </a:rPr>
              <a:t>D</a:t>
            </a:r>
            <a:r>
              <a:rPr sz="1700" b="0">
                <a:solidFill>
                  <a:srgbClr val="566577"/>
                </a:solidFill>
                <a:latin typeface="Poppins" charset="0"/>
                <a:ea typeface="NanumGothic" charset="0"/>
                <a:cs typeface="NanumGothic" charset="0"/>
              </a:rPr>
              <a:t>ata</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beat의 </a:t>
            </a:r>
            <a:r>
              <a:rPr sz="1700" b="0">
                <a:solidFill>
                  <a:srgbClr val="566577"/>
                </a:solidFill>
                <a:latin typeface="Poppins" charset="0"/>
                <a:ea typeface="NanumGothic" charset="0"/>
                <a:cs typeface="NanumGothic" charset="0"/>
              </a:rPr>
              <a:t>메모리 별</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Access 비율</a:t>
            </a:r>
            <a:endParaRPr lang="ko-KR" altLang="en-US" sz="1700" b="0">
              <a:solidFill>
                <a:srgbClr val="566577"/>
              </a:solidFill>
              <a:latin typeface="Poppins" charset="0"/>
              <a:ea typeface="NanumGothic" charset="0"/>
              <a:cs typeface="NanumGothic" charset="0"/>
            </a:endParaRPr>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859790" y="1783080"/>
            <a:ext cx="10470515" cy="3441065"/>
          </a:xfrm>
          <a:prstGeom prst="rect"/>
          <a:noFill/>
        </p:spPr>
      </p:pic>
      <p:sp>
        <p:nvSpPr>
          <p:cNvPr id="9" name="TextBox 8"/>
          <p:cNvSpPr txBox="1">
            <a:spLocks/>
          </p:cNvSpPr>
          <p:nvPr/>
        </p:nvSpPr>
        <p:spPr>
          <a:xfrm>
            <a:off x="594360" y="5276215"/>
            <a:ext cx="10974705" cy="937895"/>
          </a:xfrm>
          <a:prstGeom prst="rect"/>
          <a:noFill/>
        </p:spPr>
        <p:txBody>
          <a:bodyPr wrap="square" lIns="45720" tIns="27305" rIns="45720" bIns="27305" numCol="1" vert="horz" anchor="t">
            <a:spAutoFit/>
          </a:bodyPr>
          <a:lstStyle/>
          <a:p>
            <a:pPr marL="0" indent="0" algn="l">
              <a:lnSpc>
                <a:spcPct val="110000"/>
              </a:lnSpc>
              <a:buFontTx/>
              <a:buNone/>
            </a:pPr>
            <a:r>
              <a:rPr sz="1400" b="0">
                <a:solidFill>
                  <a:srgbClr val="566577"/>
                </a:solidFill>
                <a:latin typeface="Poppins" charset="0"/>
                <a:ea typeface="NanumGothic" charset="0"/>
                <a:cs typeface="NanumGothic" charset="0"/>
              </a:rPr>
              <a:t>U55/U65: AXI0 read/write + AXI1 read (AXI1 write 정보는 제공되지 않음)  |  U85: SRAM/External(DRAM,Flash) read/write 전체</a:t>
            </a:r>
            <a:endParaRPr lang="ko-KR" altLang="en-US" sz="1400" b="0">
              <a:solidFill>
                <a:srgbClr val="566577"/>
              </a:solidFill>
              <a:latin typeface="Poppins" charset="0"/>
              <a:ea typeface="NanumGothic" charset="0"/>
              <a:cs typeface="NanumGothic" charset="0"/>
            </a:endParaRPr>
          </a:p>
          <a:p>
            <a:pPr marL="0" indent="0" algn="l">
              <a:buFontTx/>
              <a:buNone/>
            </a:pPr>
            <a:r>
              <a:rPr sz="1400" b="0">
                <a:solidFill>
                  <a:srgbClr val="566577"/>
                </a:solidFill>
                <a:latin typeface="Poppins" charset="0"/>
                <a:ea typeface="NanumGothic" charset="0"/>
                <a:cs typeface="NanumGothic" charset="0"/>
              </a:rPr>
              <a:t>집계 항목/메모리 모드/MAC Scale이 (Arm Profile) System마다 달라 System 간 비교는 하지 않음</a:t>
            </a:r>
            <a:r>
              <a:rPr lang="ko-KR" altLang="en-US" sz="1400" b="0">
                <a:solidFill>
                  <a:srgbClr val="566577"/>
                </a:solidFill>
                <a:latin typeface="Poppins" charset="0"/>
                <a:ea typeface="NanumGothic" charset="0"/>
                <a:cs typeface="NanumGothic" charset="0"/>
              </a:rPr>
              <a:t/>
            </a:r>
            <a:br>
              <a:rPr lang="ko-KR" altLang="en-US" sz="1400" b="0">
                <a:solidFill>
                  <a:srgbClr val="566577"/>
                </a:solidFill>
                <a:latin typeface="Poppins" charset="0"/>
                <a:ea typeface="NanumGothic" charset="0"/>
                <a:cs typeface="NanumGothic" charset="0"/>
              </a:rPr>
            </a:br>
            <a:r>
              <a:rPr lang="ko-KR" altLang="en-US" sz="1400" b="0">
                <a:solidFill>
                  <a:srgbClr val="566577"/>
                </a:solidFill>
                <a:latin typeface="Poppins" charset="0"/>
                <a:ea typeface="NanumGothic" charset="0"/>
                <a:cs typeface="NanumGothic" charset="0"/>
              </a:rPr>
              <a:t/>
            </a:r>
            <a:br>
              <a:rPr lang="ko-KR" altLang="en-US" sz="1400" b="0">
                <a:solidFill>
                  <a:srgbClr val="566577"/>
                </a:solidFill>
                <a:latin typeface="Poppins" charset="0"/>
                <a:ea typeface="NanumGothic" charset="0"/>
                <a:cs typeface="NanumGothic" charset="0"/>
              </a:rPr>
            </a:br>
            <a:r>
              <a:rPr sz="1400" b="0">
                <a:solidFill>
                  <a:srgbClr val="566577"/>
                </a:solidFill>
                <a:latin typeface="Poppins" charset="0"/>
                <a:ea typeface="NanumGothic" charset="0"/>
                <a:cs typeface="NanumGothic" charset="0"/>
              </a:rPr>
              <a:t>RNNNoise의 경우 94~97%가 EXT(DRAM, Flash)를 사용하였으며, 메모리 Traffic이 주된 원인인지 파악 예정</a:t>
            </a:r>
            <a:endParaRPr lang="ko-KR" altLang="en-US" sz="1400" b="0">
              <a:solidFill>
                <a:srgbClr val="566577"/>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00685"/>
          </a:xfrm>
          <a:prstGeom prst="rect">
            <a:avLst/>
          </a:prstGeom>
          <a:noFill/>
        </p:spPr>
        <p:txBody>
          <a:bodyPr wrap="square" lIns="0" tIns="0" rIns="0" bIns="0" numCol="1" vert="horz" anchor="t">
            <a:spAutoFit/>
          </a:bodyPr>
          <a:lstStyle/>
          <a:p>
            <a:pPr marL="0" indent="0">
              <a:spcAft>
                <a:spcPts val="500"/>
              </a:spcAft>
              <a:buFontTx/>
              <a:buNone/>
            </a:pPr>
            <a:r>
              <a:rPr sz="2600" b="1">
                <a:solidFill>
                  <a:srgbClr val="FFFFFF"/>
                </a:solidFill>
                <a:latin typeface="NanumGothic" charset="0"/>
                <a:ea typeface="NanumGothic" charset="0"/>
                <a:cs typeface="NanumGothic" charset="0"/>
              </a:rPr>
              <a:t>메모리 </a:t>
            </a:r>
            <a:r>
              <a:rPr sz="2600" b="1">
                <a:solidFill>
                  <a:srgbClr val="FFFFFF"/>
                </a:solidFill>
                <a:latin typeface="Poppins" charset="0"/>
                <a:ea typeface="Poppins" charset="0"/>
                <a:cs typeface="NanumGothic" charset="0"/>
              </a:rPr>
              <a:t>Access</a:t>
            </a:r>
            <a:r>
              <a:rPr sz="2600" b="1">
                <a:solidFill>
                  <a:srgbClr val="FFFFFF"/>
                </a:solidFill>
                <a:latin typeface="NanumGothic" charset="0"/>
                <a:ea typeface="NanumGothic" charset="0"/>
                <a:cs typeface="NanumGothic" charset="0"/>
              </a:rPr>
              <a:t> 변화와 </a:t>
            </a:r>
            <a:r>
              <a:rPr sz="2600" b="1">
                <a:solidFill>
                  <a:srgbClr val="FFFFFF"/>
                </a:solidFill>
                <a:latin typeface="Poppins" charset="0"/>
                <a:ea typeface="Poppins" charset="0"/>
                <a:cs typeface="NanumGothic" charset="0"/>
              </a:rPr>
              <a:t>Cycle</a:t>
            </a:r>
            <a:r>
              <a:rPr sz="2600" b="1">
                <a:solidFill>
                  <a:srgbClr val="FFFFFF"/>
                </a:solidFill>
                <a:latin typeface="NanumGothic" charset="0"/>
                <a:ea typeface="NanumGothic" charset="0"/>
                <a:cs typeface="NanumGothic" charset="0"/>
              </a:rPr>
              <a:t> 변화의 관계</a:t>
            </a:r>
            <a:endParaRPr lang="ko-KR" altLang="en-US" sz="2600" b="1">
              <a:solidFill>
                <a:srgbClr val="FFFFFF"/>
              </a:solidFill>
              <a:latin typeface="NanumGothic"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12</a:t>
            </a:r>
          </a:p>
        </p:txBody>
      </p:sp>
      <p:sp>
        <p:nvSpPr>
          <p:cNvPr id="4" name="TextBox 3"/>
          <p:cNvSpPr txBox="1"/>
          <p:nvPr/>
        </p:nvSpPr>
        <p:spPr>
          <a:xfrm>
            <a:off x="502920" y="1225550"/>
            <a:ext cx="11156315" cy="262255"/>
          </a:xfrm>
          <a:prstGeom prst="rect">
            <a:avLst/>
          </a:prstGeom>
          <a:noFill/>
        </p:spPr>
        <p:txBody>
          <a:bodyPr wrap="square" lIns="0" tIns="0" rIns="0" bIns="0" numCol="1" vert="horz" anchor="t">
            <a:spAutoFit/>
          </a:bodyPr>
          <a:lstStyle/>
          <a:p>
            <a:pPr marL="0" indent="0">
              <a:spcAft>
                <a:spcPts val="500"/>
              </a:spcAft>
              <a:buFontTx/>
              <a:buNone/>
            </a:pPr>
            <a:r>
              <a:rPr sz="1700" b="0">
                <a:solidFill>
                  <a:srgbClr val="566577"/>
                </a:solidFill>
                <a:latin typeface="NanumGothic" charset="0"/>
                <a:ea typeface="NanumGothic" charset="0"/>
                <a:cs typeface="NanumGothic" charset="0"/>
              </a:rPr>
              <a:t>NPU별 </a:t>
            </a:r>
            <a:r>
              <a:rPr sz="1700" b="0">
                <a:solidFill>
                  <a:srgbClr val="566577"/>
                </a:solidFill>
                <a:latin typeface="Poppins" charset="0"/>
                <a:ea typeface="Poppins" charset="0"/>
                <a:cs typeface="NanumGothic" charset="0"/>
              </a:rPr>
              <a:t>Min ~ Max MAC</a:t>
            </a:r>
            <a:r>
              <a:rPr sz="1700" b="0">
                <a:solidFill>
                  <a:srgbClr val="566577"/>
                </a:solidFill>
                <a:latin typeface="NanumGothic" charset="0"/>
                <a:ea typeface="NanumGothic" charset="0"/>
                <a:cs typeface="NanumGothic" charset="0"/>
              </a:rPr>
              <a:t> 구성에</a:t>
            </a:r>
            <a:r>
              <a:rPr sz="1700" b="0">
                <a:solidFill>
                  <a:srgbClr val="566577"/>
                </a:solidFill>
                <a:latin typeface="NanumGothic" charset="0"/>
                <a:ea typeface="NanumGothic" charset="0"/>
                <a:cs typeface="NanumGothic" charset="0"/>
              </a:rPr>
              <a:t>서의 </a:t>
            </a:r>
            <a:r>
              <a:rPr sz="1700" b="0">
                <a:solidFill>
                  <a:srgbClr val="566577"/>
                </a:solidFill>
                <a:latin typeface="Poppins" charset="0"/>
                <a:ea typeface="Poppins" charset="0"/>
                <a:cs typeface="NanumGothic" charset="0"/>
              </a:rPr>
              <a:t>Cycle </a:t>
            </a:r>
            <a:r>
              <a:rPr sz="1700" b="0">
                <a:solidFill>
                  <a:srgbClr val="566577"/>
                </a:solidFill>
                <a:latin typeface="NanumGothic" charset="0"/>
                <a:ea typeface="NanumGothic" charset="0"/>
                <a:cs typeface="NanumGothic" charset="0"/>
              </a:rPr>
              <a:t>및</a:t>
            </a:r>
            <a:r>
              <a:rPr sz="1700" b="0">
                <a:solidFill>
                  <a:srgbClr val="566577"/>
                </a:solidFill>
                <a:latin typeface="NanumGothic" charset="0"/>
                <a:ea typeface="NanumGothic" charset="0"/>
                <a:cs typeface="NanumGothic" charset="0"/>
              </a:rPr>
              <a:t> 수집된 </a:t>
            </a:r>
            <a:r>
              <a:rPr sz="1700" b="0">
                <a:solidFill>
                  <a:srgbClr val="566577"/>
                </a:solidFill>
                <a:latin typeface="Poppins" charset="0"/>
                <a:ea typeface="NanumGothic" charset="0"/>
                <a:cs typeface="NanumGothic" charset="0"/>
              </a:rPr>
              <a:t>D</a:t>
            </a:r>
            <a:r>
              <a:rPr sz="1700" b="0">
                <a:solidFill>
                  <a:srgbClr val="566577"/>
                </a:solidFill>
                <a:latin typeface="Poppins" charset="0"/>
                <a:ea typeface="NanumGothic" charset="0"/>
                <a:cs typeface="NanumGothic" charset="0"/>
              </a:rPr>
              <a:t>ata</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beat의 </a:t>
            </a:r>
            <a:r>
              <a:rPr sz="1700" b="0">
                <a:solidFill>
                  <a:srgbClr val="566577"/>
                </a:solidFill>
                <a:latin typeface="Poppins" charset="0"/>
                <a:ea typeface="NanumGothic" charset="0"/>
                <a:cs typeface="NanumGothic" charset="0"/>
              </a:rPr>
              <a:t>메모리 별</a:t>
            </a:r>
            <a:r>
              <a:rPr sz="1700" b="0">
                <a:solidFill>
                  <a:srgbClr val="566577"/>
                </a:solidFill>
                <a:latin typeface="Poppins" charset="0"/>
                <a:ea typeface="NanumGothic" charset="0"/>
                <a:cs typeface="NanumGothic" charset="0"/>
              </a:rPr>
              <a:t> </a:t>
            </a:r>
            <a:r>
              <a:rPr sz="1700" b="0">
                <a:solidFill>
                  <a:srgbClr val="566577"/>
                </a:solidFill>
                <a:latin typeface="Poppins" charset="0"/>
                <a:ea typeface="NanumGothic" charset="0"/>
                <a:cs typeface="NanumGothic" charset="0"/>
              </a:rPr>
              <a:t>Access 비율</a:t>
            </a:r>
            <a:r>
              <a:rPr sz="1700" b="0">
                <a:solidFill>
                  <a:srgbClr val="566577"/>
                </a:solidFill>
                <a:latin typeface="NanumGothic" charset="0"/>
                <a:ea typeface="NanumGothic" charset="0"/>
                <a:cs typeface="NanumGothic" charset="0"/>
              </a:rPr>
              <a:t> 변화</a:t>
            </a:r>
            <a:endParaRPr lang="ko-KR" altLang="en-US" sz="1700" b="0">
              <a:solidFill>
                <a:srgbClr val="566577"/>
              </a:solidFill>
              <a:latin typeface="NanumGothic" charset="0"/>
              <a:ea typeface="NanumGothic" charset="0"/>
              <a:cs typeface="NanumGothic" charset="0"/>
            </a:endParaRPr>
          </a:p>
        </p:txBody>
      </p:sp>
      <p:pic>
        <p:nvPicPr>
          <p:cNvPr id="8" name="Picture 7"/>
          <p:cNvPicPr>
            <a:picLocks noChangeAspect="1"/>
          </p:cNvPicPr>
          <p:nvPr/>
        </p:nvPicPr>
        <p:blipFill>
          <a:blip r:embed="rId3"/>
          <a:stretch>
            <a:fillRect/>
          </a:stretch>
        </p:blipFill>
        <p:spPr>
          <a:xfrm>
            <a:off x="976630" y="1764665"/>
            <a:ext cx="10208260" cy="3337560"/>
          </a:xfrm>
          <a:prstGeom prst="rect">
            <a:avLst/>
          </a:prstGeom>
        </p:spPr>
      </p:pic>
      <p:sp>
        <p:nvSpPr>
          <p:cNvPr id="9" name="TextBox 8"/>
          <p:cNvSpPr txBox="1">
            <a:spLocks/>
          </p:cNvSpPr>
          <p:nvPr/>
        </p:nvSpPr>
        <p:spPr>
          <a:xfrm>
            <a:off x="594360" y="5303520"/>
            <a:ext cx="10974070" cy="773430"/>
          </a:xfrm>
          <a:prstGeom prst="rect"/>
          <a:noFill/>
        </p:spPr>
        <p:txBody>
          <a:bodyPr wrap="square" lIns="0" tIns="0" rIns="0" bIns="0" numCol="1" vert="horz" anchor="t">
            <a:spAutoFit/>
          </a:bodyPr>
          <a:lstStyle/>
          <a:p>
            <a:pPr marL="0" indent="0">
              <a:spcAft>
                <a:spcPts val="500"/>
              </a:spcAft>
              <a:buFontTx/>
              <a:buNone/>
            </a:pPr>
            <a:r>
              <a:rPr sz="1400" b="0">
                <a:solidFill>
                  <a:srgbClr val="566577"/>
                </a:solidFill>
                <a:latin typeface="Poppins" charset="0"/>
                <a:ea typeface="Poppins" charset="0"/>
                <a:cs typeface="Poppins" charset="0"/>
              </a:rPr>
              <a:t>U55/U65: AXI0 read/write + AXI1 read (</a:t>
            </a:r>
            <a:r>
              <a:rPr sz="1400" b="0">
                <a:solidFill>
                  <a:srgbClr val="566577"/>
                </a:solidFill>
                <a:latin typeface="Poppins" charset="0"/>
                <a:ea typeface="NanumGothic" charset="0"/>
                <a:cs typeface="NanumGothic" charset="0"/>
              </a:rPr>
              <a:t>AXI1 write 정보는 제공되지 않음</a:t>
            </a:r>
            <a:r>
              <a:rPr sz="1400" b="0">
                <a:solidFill>
                  <a:srgbClr val="566577"/>
                </a:solidFill>
                <a:latin typeface="Poppins" charset="0"/>
                <a:ea typeface="Poppins" charset="0"/>
                <a:cs typeface="Poppins" charset="0"/>
              </a:rPr>
              <a:t>)  |  U85: SRAM/External(</a:t>
            </a:r>
            <a:r>
              <a:rPr sz="1400" b="0">
                <a:solidFill>
                  <a:srgbClr val="566577"/>
                </a:solidFill>
                <a:latin typeface="Poppins" charset="0"/>
                <a:ea typeface="NanumGothic" charset="0"/>
                <a:cs typeface="NanumGothic" charset="0"/>
              </a:rPr>
              <a:t>DRAM,Flash)</a:t>
            </a:r>
            <a:r>
              <a:rPr sz="1400" b="0">
                <a:solidFill>
                  <a:srgbClr val="566577"/>
                </a:solidFill>
                <a:latin typeface="Poppins" charset="0"/>
                <a:ea typeface="Poppins" charset="0"/>
                <a:cs typeface="Poppins" charset="0"/>
              </a:rPr>
              <a:t> read/write</a:t>
            </a:r>
            <a:endParaRPr lang="ko-KR" altLang="en-US" sz="1400" b="0">
              <a:solidFill>
                <a:srgbClr val="566577"/>
              </a:solidFill>
              <a:latin typeface="Poppins" charset="0"/>
              <a:ea typeface="Poppins" charset="0"/>
              <a:cs typeface="Poppins" charset="0"/>
            </a:endParaRPr>
          </a:p>
          <a:p>
            <a:pPr marL="0" indent="0">
              <a:spcAft>
                <a:spcPts val="500"/>
              </a:spcAft>
              <a:buFontTx/>
              <a:buNone/>
            </a:pPr>
            <a:r>
              <a:rPr sz="1400" b="0">
                <a:solidFill>
                  <a:srgbClr val="566577"/>
                </a:solidFill>
                <a:latin typeface="Poppins" charset="0"/>
                <a:ea typeface="NanumGothic" charset="0"/>
                <a:cs typeface="NanumGothic" charset="0"/>
              </a:rPr>
              <a:t>MAC를 늘렸을 때 Cycle이 줄어드는 현상에 대해, 메모리 Traffic이 줄어든 것이 원인인지 파악하기 위함</a:t>
            </a:r>
            <a:endParaRPr lang="ko-KR" altLang="en-US" sz="1400" b="0">
              <a:solidFill>
                <a:srgbClr val="566577"/>
              </a:solidFill>
              <a:latin typeface="Poppins" charset="0"/>
              <a:ea typeface="NanumGothic" charset="0"/>
              <a:cs typeface="NanumGothic" charset="0"/>
            </a:endParaRPr>
          </a:p>
          <a:p>
            <a:pPr marL="0" indent="0">
              <a:buFontTx/>
              <a:buNone/>
            </a:pPr>
            <a:r>
              <a:rPr sz="1400" b="0">
                <a:solidFill>
                  <a:srgbClr val="566577"/>
                </a:solidFill>
                <a:latin typeface="Poppins" charset="0"/>
                <a:ea typeface="Poppins" charset="0"/>
                <a:cs typeface="Poppins" charset="0"/>
              </a:rPr>
              <a:t>beat 합의 집계 항목이 NPU마다 달라 NPU 간에는 비교하지 않</a:t>
            </a:r>
            <a:endParaRPr lang="ko-KR" altLang="en-US" sz="1400" b="0">
              <a:solidFill>
                <a:srgbClr val="566577"/>
              </a:solidFill>
              <a:latin typeface="Poppins" charset="0"/>
              <a:ea typeface="Poppins" charset="0"/>
              <a:cs typeface="Poppins"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00685"/>
          </a:xfrm>
          <a:prstGeom prst="rect">
            <a:avLst/>
          </a:prstGeom>
          <a:noFill/>
        </p:spPr>
        <p:txBody>
          <a:bodyPr wrap="square" lIns="0" tIns="0" rIns="0" bIns="0" numCol="1" vert="horz" anchor="t">
            <a:spAutoFit/>
          </a:bodyPr>
          <a:lstStyle/>
          <a:p>
            <a:pPr marL="0" indent="0">
              <a:spcAft>
                <a:spcPts val="500"/>
              </a:spcAft>
              <a:buFontTx/>
              <a:buNone/>
            </a:pPr>
            <a:r>
              <a:rPr sz="2600" b="1">
                <a:solidFill>
                  <a:srgbClr val="FFFFFF"/>
                </a:solidFill>
                <a:latin typeface="Poppins" charset="0"/>
                <a:ea typeface="Poppins" charset="0"/>
                <a:cs typeface="Poppins" charset="0"/>
              </a:rPr>
              <a:t>MAC</a:t>
            </a:r>
            <a:r>
              <a:rPr sz="2600" b="1">
                <a:solidFill>
                  <a:srgbClr val="FFFFFF"/>
                </a:solidFill>
                <a:latin typeface="Poppins" charset="0"/>
                <a:ea typeface="Poppins" charset="0"/>
                <a:cs typeface="Poppins" charset="0"/>
              </a:rPr>
              <a:t> Scale 별 성능 개선 정도</a:t>
            </a:r>
            <a:endParaRPr lang="ko-KR" altLang="en-US" sz="2600" b="1">
              <a:solidFill>
                <a:srgbClr val="FFFFFF"/>
              </a:solidFill>
              <a:latin typeface="Poppins" charset="0"/>
              <a:ea typeface="Poppins" charset="0"/>
              <a:cs typeface="Poppins" charset="0"/>
            </a:endParaRP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13</a:t>
            </a:r>
          </a:p>
        </p:txBody>
      </p:sp>
      <p:sp>
        <p:nvSpPr>
          <p:cNvPr id="4" name="TextBox 3"/>
          <p:cNvSpPr txBox="1"/>
          <p:nvPr/>
        </p:nvSpPr>
        <p:spPr>
          <a:xfrm>
            <a:off x="502920" y="1225550"/>
            <a:ext cx="11156315" cy="262255"/>
          </a:xfrm>
          <a:prstGeom prst="rect">
            <a:avLst/>
          </a:prstGeom>
          <a:noFill/>
        </p:spPr>
        <p:txBody>
          <a:bodyPr wrap="square" lIns="0" tIns="0" rIns="0" bIns="0" numCol="1" vert="horz" anchor="t">
            <a:spAutoFit/>
          </a:bodyPr>
          <a:lstStyle/>
          <a:p>
            <a:pPr marL="0" indent="0">
              <a:spcAft>
                <a:spcPts val="500"/>
              </a:spcAft>
              <a:buFontTx/>
              <a:buNone/>
            </a:pPr>
            <a:r>
              <a:rPr sz="1700" b="0">
                <a:solidFill>
                  <a:srgbClr val="566577"/>
                </a:solidFill>
                <a:latin typeface="NanumGothic" charset="0"/>
                <a:ea typeface="NanumGothic" charset="0"/>
                <a:cs typeface="NanumGothic" charset="0"/>
              </a:rPr>
              <a:t>MAC </a:t>
            </a:r>
            <a:r>
              <a:rPr sz="1700" b="0">
                <a:solidFill>
                  <a:srgbClr val="566577"/>
                </a:solidFill>
                <a:latin typeface="NanumGothic" charset="0"/>
                <a:ea typeface="NanumGothic" charset="0"/>
                <a:cs typeface="NanumGothic" charset="0"/>
              </a:rPr>
              <a:t>Scale 별</a:t>
            </a:r>
            <a:r>
              <a:rPr sz="1700" b="0">
                <a:solidFill>
                  <a:srgbClr val="566577"/>
                </a:solidFill>
                <a:latin typeface="NanumGothic" charset="0"/>
                <a:ea typeface="NanumGothic" charset="0"/>
                <a:cs typeface="NanumGothic" charset="0"/>
              </a:rPr>
              <a:t> 사이클 변화</a:t>
            </a:r>
            <a:r>
              <a:rPr sz="1700" b="0">
                <a:solidFill>
                  <a:srgbClr val="566577"/>
                </a:solidFill>
                <a:latin typeface="NanumGothic" charset="0"/>
                <a:ea typeface="NanumGothic" charset="0"/>
                <a:cs typeface="NanumGothic" charset="0"/>
              </a:rPr>
              <a:t>:</a:t>
            </a:r>
            <a:r>
              <a:rPr sz="1700" b="0">
                <a:solidFill>
                  <a:srgbClr val="566577"/>
                </a:solidFill>
                <a:latin typeface="NanumGothic" charset="0"/>
                <a:ea typeface="NanumGothic" charset="0"/>
                <a:cs typeface="NanumGothic" charset="0"/>
              </a:rPr>
              <a:t> 같은 NPU</a:t>
            </a:r>
            <a:r>
              <a:rPr sz="1700" b="0">
                <a:solidFill>
                  <a:srgbClr val="566577"/>
                </a:solidFill>
                <a:latin typeface="NanumGothic" charset="0"/>
                <a:ea typeface="NanumGothic" charset="0"/>
                <a:cs typeface="NanumGothic" charset="0"/>
              </a:rPr>
              <a:t>/</a:t>
            </a:r>
            <a:r>
              <a:rPr sz="1700" b="0">
                <a:solidFill>
                  <a:srgbClr val="566577"/>
                </a:solidFill>
                <a:latin typeface="NanumGothic" charset="0"/>
                <a:ea typeface="NanumGothic" charset="0"/>
                <a:cs typeface="NanumGothic" charset="0"/>
              </a:rPr>
              <a:t>모델의 </a:t>
            </a:r>
            <a:r>
              <a:rPr sz="1700" b="0">
                <a:solidFill>
                  <a:srgbClr val="566577"/>
                </a:solidFill>
                <a:latin typeface="NanumGothic" charset="0"/>
                <a:ea typeface="NanumGothic" charset="0"/>
                <a:cs typeface="NanumGothic" charset="0"/>
              </a:rPr>
              <a:t>Minimum</a:t>
            </a:r>
            <a:r>
              <a:rPr sz="1700" b="0">
                <a:solidFill>
                  <a:srgbClr val="566577"/>
                </a:solidFill>
                <a:latin typeface="NanumGothic" charset="0"/>
                <a:ea typeface="NanumGothic" charset="0"/>
                <a:cs typeface="NanumGothic" charset="0"/>
              </a:rPr>
              <a:t> MAC 사이클을 1로</a:t>
            </a:r>
            <a:r>
              <a:rPr sz="1700" b="0">
                <a:solidFill>
                  <a:srgbClr val="566577"/>
                </a:solidFill>
                <a:latin typeface="NanumGothic" charset="0"/>
                <a:ea typeface="NanumGothic" charset="0"/>
                <a:cs typeface="NanumGothic" charset="0"/>
              </a:rPr>
              <a:t> 하여</a:t>
            </a:r>
            <a:r>
              <a:rPr sz="1700" b="0">
                <a:solidFill>
                  <a:srgbClr val="566577"/>
                </a:solidFill>
                <a:latin typeface="NanumGothic" charset="0"/>
                <a:ea typeface="NanumGothic" charset="0"/>
                <a:cs typeface="NanumGothic" charset="0"/>
              </a:rPr>
              <a:t> 정규화</a:t>
            </a:r>
            <a:endParaRPr lang="ko-KR" altLang="en-US" sz="1700" b="0">
              <a:solidFill>
                <a:srgbClr val="566577"/>
              </a:solidFill>
              <a:latin typeface="NanumGothic" charset="0"/>
              <a:ea typeface="NanumGothic" charset="0"/>
              <a:cs typeface="NanumGothic" charset="0"/>
            </a:endParaRPr>
          </a:p>
        </p:txBody>
      </p:sp>
      <p:pic>
        <p:nvPicPr>
          <p:cNvPr id="8" name="Picture 7" descr="/Users/gihwan/Library/Group Containers/L48J367XN4.com.infraware.PolarisOffice/EngineTemp/3967/image9.png"/>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1786255" y="1774190"/>
            <a:ext cx="8633460" cy="3456940"/>
          </a:xfrm>
          <a:prstGeom prst="rect"/>
          <a:noFill/>
        </p:spPr>
      </p:pic>
      <p:sp>
        <p:nvSpPr>
          <p:cNvPr id="9" name="TextBox 8"/>
          <p:cNvSpPr txBox="1">
            <a:spLocks/>
          </p:cNvSpPr>
          <p:nvPr/>
        </p:nvSpPr>
        <p:spPr>
          <a:xfrm>
            <a:off x="594360" y="5392420"/>
            <a:ext cx="10974070" cy="771525"/>
          </a:xfrm>
          <a:prstGeom prst="rect"/>
          <a:noFill/>
        </p:spPr>
        <p:txBody>
          <a:bodyPr wrap="square" lIns="0" tIns="0" rIns="0" bIns="0" numCol="1" vert="horz" anchor="t">
            <a:spAutoFit/>
          </a:bodyPr>
          <a:lstStyle/>
          <a:p>
            <a:pPr marL="0" indent="0">
              <a:spcAft>
                <a:spcPts val="500"/>
              </a:spcAft>
              <a:buFontTx/>
              <a:buNone/>
            </a:pPr>
            <a:r>
              <a:rPr sz="1400" b="1">
                <a:solidFill>
                  <a:srgbClr val="566577"/>
                </a:solidFill>
                <a:latin typeface="NanumGothic" charset="0"/>
                <a:ea typeface="NanumGothic" charset="0"/>
                <a:cs typeface="NanumGothic" charset="0"/>
              </a:rPr>
              <a:t>점선: 사이클이 MAC 수에 반비례한다고 가정한 선 (1.0 x 2⁻</a:t>
            </a:r>
            <a:r>
              <a:rPr sz="1800" b="1">
                <a:solidFill>
                  <a:srgbClr val="566577"/>
                </a:solidFill>
                <a:latin typeface="NanumGothic" charset="0"/>
                <a:ea typeface="NanumGothic" charset="0"/>
                <a:cs typeface="NanumGothic" charset="0"/>
              </a:rPr>
              <a:t>ⁿ</a:t>
            </a:r>
            <a:r>
              <a:rPr sz="1400" b="1">
                <a:solidFill>
                  <a:srgbClr val="566577"/>
                </a:solidFill>
                <a:latin typeface="NanumGothic" charset="0"/>
                <a:ea typeface="NanumGothic" charset="0"/>
                <a:cs typeface="NanumGothic" charset="0"/>
              </a:rPr>
              <a:t>)</a:t>
            </a:r>
            <a:endParaRPr lang="ko-KR" altLang="en-US" sz="1400" b="1">
              <a:solidFill>
                <a:srgbClr val="566577"/>
              </a:solidFill>
              <a:latin typeface="NanumGothic" charset="0"/>
              <a:ea typeface="NanumGothic" charset="0"/>
              <a:cs typeface="NanumGothic" charset="0"/>
            </a:endParaRPr>
          </a:p>
          <a:p>
            <a:pPr marL="0" indent="0">
              <a:buFontTx/>
              <a:buNone/>
            </a:pPr>
            <a:r>
              <a:rPr sz="1400" b="1">
                <a:solidFill>
                  <a:srgbClr val="566577"/>
                </a:solidFill>
                <a:latin typeface="NanumGothic" charset="0"/>
                <a:ea typeface="NanumGothic" charset="0"/>
                <a:cs typeface="NanumGothic" charset="0"/>
              </a:rPr>
              <a:t>U85는 MAC과 함께 컴파일 조건이 바뀌고, 256→512에서는 Memory Latency 등의 Simulator 조건도 변경됨</a:t>
            </a:r>
            <a:endParaRPr lang="ko-KR" altLang="en-US" sz="1400" b="1">
              <a:solidFill>
                <a:srgbClr val="566577"/>
              </a:solidFill>
              <a:latin typeface="NanumGothic" charset="0"/>
              <a:ea typeface="NanumGothic" charset="0"/>
              <a:cs typeface="NanumGothic" charset="0"/>
            </a:endParaRPr>
          </a:p>
          <a:p>
            <a:pPr marL="0" indent="0">
              <a:buFontTx/>
              <a:buNone/>
            </a:pPr>
            <a:r>
              <a:rPr sz="1400" b="1">
                <a:solidFill>
                  <a:srgbClr val="566577"/>
                </a:solidFill>
                <a:latin typeface="NanumGothic" charset="0"/>
                <a:ea typeface="NanumGothic" charset="0"/>
                <a:cs typeface="NanumGothic" charset="0"/>
              </a:rPr>
              <a:t>U85의 경우 Simulator상 MAC Scale 외 조건이 함께 바뀌어, 순수한 Mac Scale 만의 영향이 아님</a:t>
            </a:r>
            <a:endParaRPr lang="ko-KR" altLang="en-US" sz="1400" b="1">
              <a:solidFill>
                <a:srgbClr val="566577"/>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00685"/>
          </a:xfrm>
          <a:prstGeom prst="rect">
            <a:avLst/>
          </a:prstGeom>
          <a:noFill/>
        </p:spPr>
        <p:txBody>
          <a:bodyPr wrap="square" lIns="0" tIns="0" rIns="0" bIns="0" numCol="1" vert="horz" anchor="t">
            <a:spAutoFit/>
          </a:bodyPr>
          <a:lstStyle/>
          <a:p>
            <a:pPr marL="0" indent="0">
              <a:spcAft>
                <a:spcPts val="500"/>
              </a:spcAft>
              <a:buFontTx/>
              <a:buNone/>
            </a:pPr>
            <a:r>
              <a:rPr sz="2600" b="1">
                <a:solidFill>
                  <a:srgbClr val="FFFFFF"/>
                </a:solidFill>
                <a:latin typeface="NanumGothic" charset="0"/>
                <a:ea typeface="NanumGothic" charset="0"/>
                <a:cs typeface="NanumGothic" charset="0"/>
              </a:rPr>
              <a:t>Cycle 수는 MAC Scale에 반비례하지 않음</a:t>
            </a:r>
            <a:endParaRPr lang="ko-KR" altLang="en-US" sz="2600" b="1">
              <a:solidFill>
                <a:srgbClr val="FFFFFF"/>
              </a:solidFill>
              <a:latin typeface="NanumGothic"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14</a:t>
            </a:r>
          </a:p>
        </p:txBody>
      </p:sp>
      <p:sp>
        <p:nvSpPr>
          <p:cNvPr id="4" name="TextBox 3"/>
          <p:cNvSpPr txBox="1"/>
          <p:nvPr/>
        </p:nvSpPr>
        <p:spPr>
          <a:xfrm>
            <a:off x="502920" y="1225550"/>
            <a:ext cx="11156315" cy="262255"/>
          </a:xfrm>
          <a:prstGeom prst="rect">
            <a:avLst/>
          </a:prstGeom>
          <a:noFill/>
        </p:spPr>
        <p:txBody>
          <a:bodyPr wrap="square" lIns="0" tIns="0" rIns="0" bIns="0" numCol="1" vert="horz" anchor="t">
            <a:spAutoFit/>
          </a:bodyPr>
          <a:lstStyle/>
          <a:p>
            <a:pPr marL="0" indent="0">
              <a:spcAft>
                <a:spcPts val="500"/>
              </a:spcAft>
              <a:buFontTx/>
              <a:buNone/>
            </a:pPr>
            <a:r>
              <a:rPr sz="1700" b="0">
                <a:solidFill>
                  <a:srgbClr val="566577"/>
                </a:solidFill>
                <a:latin typeface="NanumGothic" charset="0"/>
                <a:ea typeface="NanumGothic" charset="0"/>
                <a:cs typeface="NanumGothic" charset="0"/>
              </a:rPr>
              <a:t>MAC </a:t>
            </a:r>
            <a:r>
              <a:rPr sz="1700" b="0">
                <a:solidFill>
                  <a:srgbClr val="566577"/>
                </a:solidFill>
                <a:latin typeface="NanumGothic" charset="0"/>
                <a:ea typeface="NanumGothic" charset="0"/>
                <a:cs typeface="NanumGothic" charset="0"/>
              </a:rPr>
              <a:t>Scale</a:t>
            </a:r>
            <a:r>
              <a:rPr sz="1700" b="0">
                <a:solidFill>
                  <a:srgbClr val="566577"/>
                </a:solidFill>
                <a:latin typeface="NanumGothic" charset="0"/>
                <a:ea typeface="NanumGothic" charset="0"/>
                <a:cs typeface="NanumGothic" charset="0"/>
              </a:rPr>
              <a:t> </a:t>
            </a:r>
            <a:r>
              <a:rPr sz="1700" b="0">
                <a:solidFill>
                  <a:srgbClr val="566577"/>
                </a:solidFill>
                <a:latin typeface="NanumGothic" charset="0"/>
                <a:ea typeface="NanumGothic" charset="0"/>
                <a:cs typeface="NanumGothic" charset="0"/>
              </a:rPr>
              <a:t>별</a:t>
            </a:r>
            <a:r>
              <a:rPr sz="1700" b="0">
                <a:solidFill>
                  <a:srgbClr val="566577"/>
                </a:solidFill>
                <a:latin typeface="NanumGothic" charset="0"/>
                <a:ea typeface="NanumGothic" charset="0"/>
                <a:cs typeface="NanumGothic" charset="0"/>
              </a:rPr>
              <a:t> 확장 효율</a:t>
            </a:r>
            <a:r>
              <a:rPr sz="1700" b="0">
                <a:solidFill>
                  <a:srgbClr val="566577"/>
                </a:solidFill>
                <a:latin typeface="NanumGothic" charset="0"/>
                <a:ea typeface="NanumGothic" charset="0"/>
                <a:cs typeface="NanumGothic" charset="0"/>
              </a:rPr>
              <a:t>성</a:t>
            </a:r>
            <a:r>
              <a:rPr sz="1700" b="0">
                <a:solidFill>
                  <a:srgbClr val="566577"/>
                </a:solidFill>
                <a:latin typeface="NanumGothic" charset="0"/>
                <a:ea typeface="NanumGothic" charset="0"/>
                <a:cs typeface="NanumGothic" charset="0"/>
              </a:rPr>
              <a:t> = [</a:t>
            </a:r>
            <a:r>
              <a:rPr sz="1700" b="0">
                <a:solidFill>
                  <a:srgbClr val="566577"/>
                </a:solidFill>
                <a:latin typeface="NanumGothic" charset="0"/>
                <a:ea typeface="NanumGothic" charset="0"/>
                <a:cs typeface="NanumGothic" charset="0"/>
              </a:rPr>
              <a:t>Cycle</a:t>
            </a:r>
            <a:r>
              <a:rPr sz="1700" b="0">
                <a:solidFill>
                  <a:srgbClr val="566577"/>
                </a:solidFill>
                <a:latin typeface="NanumGothic" charset="0"/>
                <a:ea typeface="NanumGothic" charset="0"/>
                <a:cs typeface="NanumGothic" charset="0"/>
              </a:rPr>
              <a:t>(이전</a:t>
            </a:r>
            <a:r>
              <a:rPr sz="1700" b="0">
                <a:solidFill>
                  <a:srgbClr val="566577"/>
                </a:solidFill>
                <a:latin typeface="NanumGothic" charset="0"/>
                <a:ea typeface="NanumGothic" charset="0"/>
                <a:cs typeface="NanumGothic" charset="0"/>
              </a:rPr>
              <a:t> MAC Scale</a:t>
            </a:r>
            <a:r>
              <a:rPr sz="1700" b="0">
                <a:solidFill>
                  <a:srgbClr val="566577"/>
                </a:solidFill>
                <a:latin typeface="NanumGothic" charset="0"/>
                <a:ea typeface="NanumGothic" charset="0"/>
                <a:cs typeface="NanumGothic" charset="0"/>
              </a:rPr>
              <a:t>) / </a:t>
            </a:r>
            <a:r>
              <a:rPr sz="1700" b="0">
                <a:solidFill>
                  <a:srgbClr val="566577"/>
                </a:solidFill>
                <a:latin typeface="NanumGothic" charset="0"/>
                <a:ea typeface="NanumGothic" charset="0"/>
                <a:cs typeface="NanumGothic" charset="0"/>
              </a:rPr>
              <a:t>Cycle</a:t>
            </a:r>
            <a:r>
              <a:rPr sz="1700" b="0">
                <a:solidFill>
                  <a:srgbClr val="566577"/>
                </a:solidFill>
                <a:latin typeface="NanumGothic" charset="0"/>
                <a:ea typeface="NanumGothic" charset="0"/>
                <a:cs typeface="NanumGothic" charset="0"/>
              </a:rPr>
              <a:t>(다음</a:t>
            </a:r>
            <a:r>
              <a:rPr sz="1700" b="0">
                <a:solidFill>
                  <a:srgbClr val="566577"/>
                </a:solidFill>
                <a:latin typeface="NanumGothic" charset="0"/>
                <a:ea typeface="NanumGothic" charset="0"/>
                <a:cs typeface="NanumGothic" charset="0"/>
              </a:rPr>
              <a:t> MAC Scale</a:t>
            </a:r>
            <a:r>
              <a:rPr sz="1700" b="0">
                <a:solidFill>
                  <a:srgbClr val="566577"/>
                </a:solidFill>
                <a:latin typeface="NanumGothic" charset="0"/>
                <a:ea typeface="NanumGothic" charset="0"/>
                <a:cs typeface="NanumGothic" charset="0"/>
              </a:rPr>
              <a:t>)] ÷ MAC </a:t>
            </a:r>
            <a:r>
              <a:rPr sz="1700" b="0">
                <a:solidFill>
                  <a:srgbClr val="566577"/>
                </a:solidFill>
                <a:latin typeface="NanumGothic" charset="0"/>
                <a:ea typeface="NanumGothic" charset="0"/>
                <a:cs typeface="NanumGothic" charset="0"/>
              </a:rPr>
              <a:t>Unit</a:t>
            </a:r>
            <a:r>
              <a:rPr sz="1700" b="0">
                <a:solidFill>
                  <a:srgbClr val="566577"/>
                </a:solidFill>
                <a:latin typeface="NanumGothic" charset="0"/>
                <a:ea typeface="NanumGothic" charset="0"/>
                <a:cs typeface="NanumGothic" charset="0"/>
              </a:rPr>
              <a:t> 배수</a:t>
            </a:r>
            <a:r>
              <a:rPr sz="1700" b="0">
                <a:solidFill>
                  <a:srgbClr val="566577"/>
                </a:solidFill>
                <a:latin typeface="NanumGothic" charset="0"/>
                <a:ea typeface="NanumGothic" charset="0"/>
                <a:cs typeface="NanumGothic" charset="0"/>
              </a:rPr>
              <a:t>( =2)</a:t>
            </a:r>
            <a:endParaRPr lang="ko-KR" altLang="en-US" sz="1700" b="0">
              <a:solidFill>
                <a:srgbClr val="566577"/>
              </a:solidFill>
              <a:latin typeface="NanumGothic" charset="0"/>
              <a:ea typeface="NanumGothic" charset="0"/>
              <a:cs typeface="NanumGothic" charset="0"/>
            </a:endParaRPr>
          </a:p>
        </p:txBody>
      </p:sp>
      <p:pic>
        <p:nvPicPr>
          <p:cNvPr id="8" name="Picture 7"/>
          <p:cNvPicPr>
            <a:picLocks noChangeAspect="1"/>
          </p:cNvPicPr>
          <p:nvPr/>
        </p:nvPicPr>
        <p:blipFill>
          <a:blip r:embed="rId3"/>
          <a:stretch>
            <a:fillRect/>
          </a:stretch>
        </p:blipFill>
        <p:spPr>
          <a:xfrm>
            <a:off x="1325245" y="1791970"/>
            <a:ext cx="9510395" cy="3237230"/>
          </a:xfrm>
          <a:prstGeom prst="rect">
            <a:avLst/>
          </a:prstGeom>
        </p:spPr>
      </p:pic>
      <p:sp>
        <p:nvSpPr>
          <p:cNvPr id="9" name="TextBox 8"/>
          <p:cNvSpPr txBox="1">
            <a:spLocks/>
          </p:cNvSpPr>
          <p:nvPr/>
        </p:nvSpPr>
        <p:spPr>
          <a:xfrm>
            <a:off x="594360" y="5145405"/>
            <a:ext cx="10974070" cy="231140"/>
          </a:xfrm>
          <a:prstGeom prst="rect"/>
          <a:noFill/>
        </p:spPr>
        <p:txBody>
          <a:bodyPr wrap="square" lIns="0" tIns="0" rIns="0" bIns="0" numCol="1" vert="horz" anchor="t">
            <a:spAutoFit/>
          </a:bodyPr>
          <a:lstStyle/>
          <a:p>
            <a:pPr marL="0" indent="0">
              <a:spcAft>
                <a:spcPts val="500"/>
              </a:spcAft>
              <a:buFontTx/>
              <a:buNone/>
            </a:pPr>
            <a:r>
              <a:rPr sz="1500" b="1">
                <a:solidFill>
                  <a:srgbClr val="13366B"/>
                </a:solidFill>
                <a:latin typeface="Poppins" charset="0"/>
                <a:ea typeface="Poppins" charset="0"/>
                <a:cs typeface="Poppins" charset="0"/>
              </a:rPr>
              <a:t>MAC</a:t>
            </a:r>
            <a:r>
              <a:rPr sz="1500" b="1">
                <a:solidFill>
                  <a:srgbClr val="13366B"/>
                </a:solidFill>
                <a:latin typeface="Poppins" charset="0"/>
                <a:ea typeface="Poppins" charset="0"/>
                <a:cs typeface="Poppins" charset="0"/>
              </a:rPr>
              <a:t> 효율 1.0 = </a:t>
            </a:r>
            <a:r>
              <a:rPr sz="1500" b="1">
                <a:solidFill>
                  <a:srgbClr val="13366B"/>
                </a:solidFill>
                <a:latin typeface="Poppins" charset="0"/>
                <a:ea typeface="Poppins" charset="0"/>
                <a:cs typeface="Poppins" charset="0"/>
              </a:rPr>
              <a:t>절반의 Cycle 수  |  0.50 = 동일한 Cycle(개선되지 않음)  |  0.50 미만 = Cycle 증가(비효율적)</a:t>
            </a:r>
            <a:endParaRPr lang="ko-KR" altLang="en-US" sz="1500" b="1">
              <a:solidFill>
                <a:srgbClr val="13366B"/>
              </a:solidFill>
              <a:latin typeface="Poppins" charset="0"/>
              <a:ea typeface="Poppins" charset="0"/>
              <a:cs typeface="Poppins" charset="0"/>
            </a:endParaRPr>
          </a:p>
        </p:txBody>
      </p:sp>
      <p:sp>
        <p:nvSpPr>
          <p:cNvPr id="10" name="TextBox 9"/>
          <p:cNvSpPr txBox="1">
            <a:spLocks/>
          </p:cNvSpPr>
          <p:nvPr/>
        </p:nvSpPr>
        <p:spPr>
          <a:xfrm rot="0">
            <a:off x="594360" y="5633085"/>
            <a:ext cx="10973435" cy="208280"/>
          </a:xfrm>
          <a:prstGeom prst="rect"/>
          <a:noFill/>
        </p:spPr>
        <p:txBody>
          <a:bodyPr wrap="square" lIns="0" tIns="0" rIns="0" bIns="0" numCol="1" vert="horz" anchor="t">
            <a:spAutoFit/>
          </a:bodyPr>
          <a:lstStyle/>
          <a:p>
            <a:pPr marL="0" indent="0">
              <a:spcAft>
                <a:spcPts val="500"/>
              </a:spcAft>
              <a:buFontTx/>
              <a:buNone/>
            </a:pPr>
            <a:r>
              <a:rPr sz="1350" b="0">
                <a:solidFill>
                  <a:srgbClr val="566577"/>
                </a:solidFill>
                <a:latin typeface="NanumGothic" charset="0"/>
                <a:ea typeface="NanumGothic" charset="0"/>
                <a:cs typeface="NanumGothic" charset="0"/>
              </a:rPr>
              <a:t>* </a:t>
            </a:r>
            <a:r>
              <a:rPr sz="1350" b="0">
                <a:solidFill>
                  <a:srgbClr val="566577"/>
                </a:solidFill>
                <a:latin typeface="NanumGothic" charset="0"/>
                <a:ea typeface="NanumGothic" charset="0"/>
                <a:cs typeface="NanumGothic" charset="0"/>
              </a:rPr>
              <a:t>U55 Wav2Letter 32/64/128 MAC은 </a:t>
            </a:r>
            <a:r>
              <a:rPr sz="1350" b="0">
                <a:solidFill>
                  <a:srgbClr val="566577"/>
                </a:solidFill>
                <a:latin typeface="NanumGothic" charset="0"/>
                <a:ea typeface="NanumGothic" charset="0"/>
                <a:cs typeface="NanumGothic" charset="0"/>
              </a:rPr>
              <a:t>SRAM 용량 부족(가중치 13.8MB)으로</a:t>
            </a:r>
            <a:r>
              <a:rPr sz="1350" b="0">
                <a:solidFill>
                  <a:srgbClr val="566577"/>
                </a:solidFill>
                <a:latin typeface="NanumGothic" charset="0"/>
                <a:ea typeface="NanumGothic" charset="0"/>
                <a:cs typeface="NanumGothic" charset="0"/>
              </a:rPr>
              <a:t> 실행</a:t>
            </a:r>
            <a:r>
              <a:rPr sz="1350" b="0">
                <a:solidFill>
                  <a:srgbClr val="566577"/>
                </a:solidFill>
                <a:latin typeface="NanumGothic" charset="0"/>
                <a:ea typeface="NanumGothic" charset="0"/>
                <a:cs typeface="NanumGothic" charset="0"/>
              </a:rPr>
              <a:t>되지 않음</a:t>
            </a:r>
            <a:endParaRPr lang="ko-KR" altLang="en-US" sz="1350" b="0">
              <a:solidFill>
                <a:srgbClr val="566577"/>
              </a:solidFill>
              <a:latin typeface="NanumGothic"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상자 4"/>
          <p:cNvSpPr txBox="1">
            <a:spLocks/>
          </p:cNvSpPr>
          <p:nvPr/>
        </p:nvSpPr>
        <p:spPr>
          <a:xfrm rot="0">
            <a:off x="773430" y="2990215"/>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4. Research Questions</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9115" cy="495299"/>
          </a:xfrm>
          <a:prstGeom prst="rect">
            <a:avLst/>
          </a:prstGeom>
          <a:noFill/>
        </p:spPr>
        <p:txBody>
          <a:bodyPr wrap="square" lIns="45720" tIns="27305" rIns="45720" bIns="27305" numCol="1" vert="horz" anchor="t">
            <a:spAutoFit/>
          </a:bodyPr>
          <a:lstStyle/>
          <a:p>
            <a:pPr marL="0" indent="0" algn="l">
              <a:lnSpc>
                <a:spcPct val="110000"/>
              </a:lnSpc>
              <a:buFontTx/>
              <a:buNone/>
            </a:pPr>
            <a:r>
              <a:rPr sz="2600" b="1">
                <a:solidFill>
                  <a:srgbClr val="FFFFFF"/>
                </a:solidFill>
                <a:latin typeface="Poppins" charset="0"/>
                <a:ea typeface="NanumGothic" charset="0"/>
                <a:cs typeface="NanumGothic" charset="0"/>
              </a:rPr>
              <a:t>병목을 발생시킬 수</a:t>
            </a:r>
            <a:r>
              <a:rPr sz="2600" b="1">
                <a:solidFill>
                  <a:srgbClr val="FFFFFF"/>
                </a:solidFill>
                <a:latin typeface="Poppins" charset="0"/>
                <a:ea typeface="NanumGothic" charset="0"/>
                <a:cs typeface="NanumGothic" charset="0"/>
              </a:rPr>
              <a:t> 있는 요인</a:t>
            </a:r>
            <a:endParaRPr lang="ko-KR" altLang="en-US" sz="2600" b="1">
              <a:solidFill>
                <a:srgbClr val="FFFFFF"/>
              </a:solidFill>
              <a:latin typeface="Poppins" charset="0"/>
              <a:ea typeface="NanumGothic" charset="0"/>
              <a:cs typeface="NanumGothic" charset="0"/>
            </a:endParaRPr>
          </a:p>
        </p:txBody>
      </p:sp>
      <p:sp>
        <p:nvSpPr>
          <p:cNvPr id="3" name="TextBox 2"/>
          <p:cNvSpPr txBox="1"/>
          <p:nvPr/>
        </p:nvSpPr>
        <p:spPr>
          <a:xfrm>
            <a:off x="11000105"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15</a:t>
            </a:r>
          </a:p>
        </p:txBody>
      </p:sp>
      <p:sp>
        <p:nvSpPr>
          <p:cNvPr id="4" name="TextBox 3"/>
          <p:cNvSpPr txBox="1"/>
          <p:nvPr/>
        </p:nvSpPr>
        <p:spPr>
          <a:xfrm>
            <a:off x="502920" y="1225550"/>
            <a:ext cx="11155680" cy="521335"/>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요인별 통제 개입 실험(H13: 131셀, 게이트 전부 통과) 결과. 원인으로 확정된 요인은 없으나 각 요인이 작동하는 조건이 특정됐다.</a:t>
            </a:r>
          </a:p>
        </p:txBody>
      </p:sp>
      <p:sp>
        <p:nvSpPr>
          <p:cNvPr id="5" name="Rectangle 4"/>
          <p:cNvSpPr/>
          <p:nvPr/>
        </p:nvSpPr>
        <p:spPr>
          <a:xfrm>
            <a:off x="457200" y="5806440"/>
            <a:ext cx="11265535"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830"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6770"/>
            <a:ext cx="10972800" cy="292735"/>
          </a:xfrm>
          <a:prstGeom prst="rect">
            <a:avLst/>
          </a:prstGeom>
          <a:noFill/>
        </p:spPr>
        <p:txBody>
          <a:bodyPr wrap="square" anchor="t" lIns="45720" rIns="45720" tIns="27432" bIns="27432">
            <a:spAutoFit/>
          </a:bodyPr>
          <a:lstStyle/>
          <a:p>
            <a:pPr algn="l">
              <a:lnSpc>
                <a:spcPct val="110000"/>
              </a:lnSpc>
            </a:pPr>
            <a:r>
              <a:rPr sz="1550" b="1">
                <a:solidFill>
                  <a:srgbClr val="13366B"/>
                </a:solidFill>
                <a:latin typeface="Poppins"/>
                <a:ea typeface="NanumGothic"/>
                <a:cs typeface="NanumGothic"/>
              </a:rPr>
              <a:t>부수 확인: EXT_MAXR=64는 6비트 마스크로 무제한 (부록 A7) · 형상 효과의 통제 보강은 H3-R (부록 A8·A9)</a:t>
            </a:r>
          </a:p>
        </p:txBody>
      </p:sp>
      <p:sp>
        <p:nvSpPr>
          <p:cNvPr id="8" name="Rectangle 7"/>
          <p:cNvSpPr/>
          <p:nvPr/>
        </p:nvSpPr>
        <p:spPr>
          <a:xfrm>
            <a:off x="502920" y="1847215"/>
            <a:ext cx="5349240"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665" y="1929129"/>
            <a:ext cx="5121275" cy="325755"/>
          </a:xfrm>
          <a:prstGeom prst="rect">
            <a:avLst/>
          </a:prstGeom>
          <a:noFill/>
        </p:spPr>
        <p:txBody>
          <a:bodyPr wrap="square" lIns="45720" tIns="27305" rIns="45720" bIns="27305" numCol="1" vert="horz" anchor="t">
            <a:spAutoFit/>
          </a:bodyPr>
          <a:lstStyle/>
          <a:p>
            <a:pPr marL="0" indent="0" algn="l">
              <a:lnSpc>
                <a:spcPct val="110000"/>
              </a:lnSpc>
              <a:buFontTx/>
              <a:buNone/>
            </a:pPr>
            <a:r>
              <a:rPr sz="1600" b="1">
                <a:solidFill>
                  <a:srgbClr val="FFFFFF"/>
                </a:solidFill>
                <a:latin typeface="Poppins" charset="0"/>
                <a:ea typeface="NanumGothic" charset="0"/>
                <a:cs typeface="NanumGothic" charset="0"/>
              </a:rPr>
              <a:t>메모리 시스템</a:t>
            </a:r>
            <a:endParaRPr lang="ko-KR" altLang="en-US" sz="1600" b="1">
              <a:solidFill>
                <a:srgbClr val="FFFFFF"/>
              </a:solidFill>
              <a:latin typeface="Poppins" charset="0"/>
              <a:ea typeface="NanumGothic" charset="0"/>
              <a:cs typeface="NanumGothic" charset="0"/>
            </a:endParaRPr>
          </a:p>
        </p:txBody>
      </p:sp>
      <p:sp>
        <p:nvSpPr>
          <p:cNvPr id="10" name="Rectangle 9"/>
          <p:cNvSpPr/>
          <p:nvPr/>
        </p:nvSpPr>
        <p:spPr>
          <a:xfrm>
            <a:off x="502920" y="2304415"/>
            <a:ext cx="5349240" cy="713105"/>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665" y="237744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1  SRAM 대역폭 압박</a:t>
            </a:r>
          </a:p>
        </p:txBody>
      </p:sp>
      <p:sp>
        <p:nvSpPr>
          <p:cNvPr id="12" name="TextBox 11"/>
          <p:cNvSpPr txBox="1"/>
          <p:nvPr/>
        </p:nvSpPr>
        <p:spPr>
          <a:xfrm>
            <a:off x="621665" y="2688590"/>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상한 절반 → 35–64% 느려짐 · 해제 → 0.8–5.3% 개선 (임계 10% 미달)</a:t>
            </a:r>
          </a:p>
        </p:txBody>
      </p:sp>
      <p:sp>
        <p:nvSpPr>
          <p:cNvPr id="13" name="Rectangle 12"/>
          <p:cNvSpPr/>
          <p:nvPr/>
        </p:nvSpPr>
        <p:spPr>
          <a:xfrm>
            <a:off x="502920" y="3017520"/>
            <a:ext cx="5349240" cy="7131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665" y="3090545"/>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2  외부 메모리 서비스 지연</a:t>
            </a:r>
          </a:p>
        </p:txBody>
      </p:sp>
      <p:sp>
        <p:nvSpPr>
          <p:cNvPr id="15" name="TextBox 14"/>
          <p:cNvSpPr txBox="1"/>
          <p:nvPr/>
        </p:nvSpPr>
        <p:spPr>
          <a:xfrm>
            <a:off x="621665" y="3401695"/>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읽기 지연이 주 성분(쓰기의 8–13배) · 동시 요청 수가 민감도 좌우</a:t>
            </a:r>
          </a:p>
        </p:txBody>
      </p:sp>
      <p:sp>
        <p:nvSpPr>
          <p:cNvPr id="16" name="Rectangle 15"/>
          <p:cNvSpPr/>
          <p:nvPr/>
        </p:nvSpPr>
        <p:spPr>
          <a:xfrm>
            <a:off x="502920" y="3730625"/>
            <a:ext cx="5349240" cy="713105"/>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665" y="380365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3  온칩 용량 · 가중치 스트리밍</a:t>
            </a:r>
          </a:p>
        </p:txBody>
      </p:sp>
      <p:sp>
        <p:nvSpPr>
          <p:cNvPr id="18" name="TextBox 17"/>
          <p:cNvSpPr txBox="1"/>
          <p:nvPr/>
        </p:nvSpPr>
        <p:spPr>
          <a:xfrm>
            <a:off x="621665" y="4114800"/>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외부 지연·상한을 풀어도 개선 10% 미만 · 가중치 SRAM 배치는 −10% (탐색)</a:t>
            </a:r>
          </a:p>
        </p:txBody>
      </p:sp>
      <p:sp>
        <p:nvSpPr>
          <p:cNvPr id="19" name="Rectangle 18"/>
          <p:cNvSpPr/>
          <p:nvPr/>
        </p:nvSpPr>
        <p:spPr>
          <a:xfrm>
            <a:off x="6355080" y="1847215"/>
            <a:ext cx="5349240"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825" y="1929129"/>
            <a:ext cx="5121275" cy="325755"/>
          </a:xfrm>
          <a:prstGeom prst="rect">
            <a:avLst/>
          </a:prstGeom>
          <a:noFill/>
        </p:spPr>
        <p:txBody>
          <a:bodyPr wrap="square" lIns="45720" tIns="27305" rIns="45720" bIns="27305" numCol="1" vert="horz" anchor="t">
            <a:spAutoFit/>
          </a:bodyPr>
          <a:lstStyle/>
          <a:p>
            <a:pPr marL="0" indent="0" algn="l">
              <a:lnSpc>
                <a:spcPct val="110000"/>
              </a:lnSpc>
              <a:buFontTx/>
              <a:buNone/>
            </a:pPr>
            <a:r>
              <a:rPr sz="1600" b="1">
                <a:solidFill>
                  <a:srgbClr val="FFFFFF"/>
                </a:solidFill>
                <a:latin typeface="Poppins" charset="0"/>
                <a:ea typeface="NanumGothic" charset="0"/>
                <a:cs typeface="NanumGothic" charset="0"/>
              </a:rPr>
              <a:t>연산 구조 · 컴파일</a:t>
            </a:r>
            <a:endParaRPr lang="ko-KR" altLang="en-US" sz="1600" b="1">
              <a:solidFill>
                <a:srgbClr val="FFFFFF"/>
              </a:solidFill>
              <a:latin typeface="Poppins" charset="0"/>
              <a:ea typeface="NanumGothic" charset="0"/>
              <a:cs typeface="NanumGothic" charset="0"/>
            </a:endParaRPr>
          </a:p>
        </p:txBody>
      </p:sp>
      <p:sp>
        <p:nvSpPr>
          <p:cNvPr id="21" name="Rectangle 20"/>
          <p:cNvSpPr/>
          <p:nvPr/>
        </p:nvSpPr>
        <p:spPr>
          <a:xfrm>
            <a:off x="6355080" y="2304415"/>
            <a:ext cx="5349240" cy="713105"/>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825" y="237744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4  DWConv · 출력 채널 불일치</a:t>
            </a:r>
          </a:p>
        </p:txBody>
      </p:sp>
      <p:sp>
        <p:nvSpPr>
          <p:cNvPr id="23" name="TextBox 22"/>
          <p:cNvSpPr txBox="1"/>
          <p:nvPr/>
        </p:nvSpPr>
        <p:spPr>
          <a:xfrm>
            <a:off x="6473825" y="2688590"/>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3×3 DW는 512 이득 없음 · 양자화·실효 TA를 고정해도 같은 값 (H3-R)</a:t>
            </a:r>
          </a:p>
        </p:txBody>
      </p:sp>
      <p:sp>
        <p:nvSpPr>
          <p:cNvPr id="24" name="Rectangle 23"/>
          <p:cNvSpPr/>
          <p:nvPr/>
        </p:nvSpPr>
        <p:spPr>
          <a:xfrm>
            <a:off x="6355080" y="3017520"/>
            <a:ext cx="5349240" cy="7131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825" y="3090545"/>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5  작은 feature map · 타일 병렬성</a:t>
            </a:r>
          </a:p>
        </p:txBody>
      </p:sp>
      <p:sp>
        <p:nvSpPr>
          <p:cNvPr id="26" name="TextBox 25"/>
          <p:cNvSpPr txBox="1"/>
          <p:nvPr/>
        </p:nvSpPr>
        <p:spPr>
          <a:xfrm>
            <a:off x="6473825" y="3401695"/>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형상 따라 효율 변화 · Conv은 TA 완화 시 소멸 · H3-R로 통제 보강 완료</a:t>
            </a:r>
          </a:p>
        </p:txBody>
      </p:sp>
      <p:sp>
        <p:nvSpPr>
          <p:cNvPr id="27" name="Rectangle 26"/>
          <p:cNvSpPr/>
          <p:nvPr/>
        </p:nvSpPr>
        <p:spPr>
          <a:xfrm>
            <a:off x="6355080" y="3730625"/>
            <a:ext cx="5349240" cy="713105"/>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825" y="380365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6  낮은 연산량 · 실행 비용 하한</a:t>
            </a:r>
          </a:p>
        </p:txBody>
      </p:sp>
      <p:sp>
        <p:nvSpPr>
          <p:cNvPr id="29" name="TextBox 28"/>
          <p:cNvSpPr txBox="1"/>
          <p:nvPr/>
        </p:nvSpPr>
        <p:spPr>
          <a:xfrm>
            <a:off x="6473825" y="4114800"/>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1×1·DW 면적 36은 ≈6,000으로 모이나 3×3은 31–50k · 원인 미분리 유지</a:t>
            </a:r>
          </a:p>
        </p:txBody>
      </p:sp>
      <p:sp>
        <p:nvSpPr>
          <p:cNvPr id="30" name="Rectangle 29"/>
          <p:cNvSpPr/>
          <p:nvPr/>
        </p:nvSpPr>
        <p:spPr>
          <a:xfrm>
            <a:off x="6355080" y="4443730"/>
            <a:ext cx="5349240" cy="7131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825" y="4517390"/>
            <a:ext cx="5120640" cy="320040"/>
          </a:xfrm>
          <a:prstGeom prst="rect">
            <a:avLst/>
          </a:prstGeom>
          <a:noFill/>
        </p:spPr>
        <p:txBody>
          <a:bodyPr wrap="square" anchor="t" lIns="45720" rIns="45720" tIns="27432" bIns="27432">
            <a:spAutoFit/>
          </a:bodyPr>
          <a:lstStyle/>
          <a:p>
            <a:pPr algn="l">
              <a:lnSpc>
                <a:spcPct val="110000"/>
              </a:lnSpc>
            </a:pPr>
            <a:r>
              <a:rPr sz="1500" b="1">
                <a:solidFill>
                  <a:srgbClr val="22364B"/>
                </a:solidFill>
                <a:latin typeface="Poppins"/>
                <a:ea typeface="NanumGothic"/>
                <a:cs typeface="NanumGothic"/>
              </a:rPr>
              <a:t>7  ublock 형상 변화</a:t>
            </a:r>
          </a:p>
        </p:txBody>
      </p:sp>
      <p:sp>
        <p:nvSpPr>
          <p:cNvPr id="32" name="TextBox 31"/>
          <p:cNvSpPr txBox="1"/>
          <p:nvPr/>
        </p:nvSpPr>
        <p:spPr>
          <a:xfrm>
            <a:off x="6473825" y="4827905"/>
            <a:ext cx="5120640" cy="301625"/>
          </a:xfrm>
          <a:prstGeom prst="rect">
            <a:avLst/>
          </a:prstGeom>
          <a:noFill/>
        </p:spPr>
        <p:txBody>
          <a:bodyPr wrap="square" anchor="t" lIns="45720" rIns="45720" tIns="27432" bIns="27432">
            <a:spAutoFit/>
          </a:bodyPr>
          <a:lstStyle/>
          <a:p>
            <a:pPr algn="l">
              <a:lnSpc>
                <a:spcPct val="110000"/>
              </a:lnSpc>
            </a:pPr>
            <a:r>
              <a:rPr sz="1350" b="0">
                <a:solidFill>
                  <a:srgbClr val="566577"/>
                </a:solidFill>
                <a:latin typeface="Poppins"/>
                <a:ea typeface="NanumGothic"/>
                <a:cs typeface="NanumGothic"/>
              </a:rPr>
              <a:t>256 block이 좁은 형상(36×1·12×3)에 안 맞을 때 손해 · H3-R에서 블록 동일</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메모리 서비스 개입 실험 — 읽기·쓰기 지연 분리와 요청 동시성</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16</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산출물 고정 · TA 16개 값 명시 · RNNoise U85 4 MAC + KWS·AD 256/512 · 셀당 3회 + 출력 검증 빌드 · 수치는 23장</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외부 지연 민감도는 읽기 경로이고, 그 크기는 미완료 읽기 요청 수가 정한다. RNNoise 특유가 아니라 KWS·AD에서도 같다.</a:t>
            </a:r>
          </a:p>
        </p:txBody>
      </p:sp>
      <p:sp>
        <p:nvSpPr>
          <p:cNvPr id="8" name="Rectangle 7"/>
          <p:cNvSpPr/>
          <p:nvPr/>
        </p:nvSpPr>
        <p:spPr>
          <a:xfrm>
            <a:off x="502920" y="1783080"/>
            <a:ext cx="10058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37943"/>
            <a:ext cx="78638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RNNoise U85</a:t>
            </a:r>
          </a:p>
        </p:txBody>
      </p:sp>
      <p:sp>
        <p:nvSpPr>
          <p:cNvPr id="10" name="Rectangle 9"/>
          <p:cNvSpPr/>
          <p:nvPr/>
        </p:nvSpPr>
        <p:spPr>
          <a:xfrm>
            <a:off x="1508760" y="1783080"/>
            <a:ext cx="155448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18488" y="1837943"/>
            <a:ext cx="133502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k_r (읽기, 쓰기 250 고정)</a:t>
            </a:r>
          </a:p>
        </p:txBody>
      </p:sp>
      <p:sp>
        <p:nvSpPr>
          <p:cNvPr id="12" name="Rectangle 11"/>
          <p:cNvSpPr/>
          <p:nvPr/>
        </p:nvSpPr>
        <p:spPr>
          <a:xfrm>
            <a:off x="3063240" y="1783080"/>
            <a:ext cx="155448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2968" y="1837943"/>
            <a:ext cx="133502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k_w (쓰기, 읽기 500 고정)</a:t>
            </a:r>
          </a:p>
        </p:txBody>
      </p:sp>
      <p:sp>
        <p:nvSpPr>
          <p:cNvPr id="14" name="Rectangle 13"/>
          <p:cNvSpPr/>
          <p:nvPr/>
        </p:nvSpPr>
        <p:spPr>
          <a:xfrm>
            <a:off x="4617720" y="1783080"/>
            <a:ext cx="178308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1837943"/>
            <a:ext cx="156362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판정</a:t>
            </a:r>
          </a:p>
        </p:txBody>
      </p:sp>
      <p:sp>
        <p:nvSpPr>
          <p:cNvPr id="16" name="Rectangle 15"/>
          <p:cNvSpPr/>
          <p:nvPr/>
        </p:nvSpPr>
        <p:spPr>
          <a:xfrm>
            <a:off x="6400800" y="1783080"/>
            <a:ext cx="1874519"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1837943"/>
            <a:ext cx="1655063"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C(0,0) 예측 / 실측</a:t>
            </a:r>
          </a:p>
        </p:txBody>
      </p:sp>
      <p:sp>
        <p:nvSpPr>
          <p:cNvPr id="18" name="Rectangle 17"/>
          <p:cNvSpPr/>
          <p:nvPr/>
        </p:nvSpPr>
        <p:spPr>
          <a:xfrm>
            <a:off x="502920" y="2167128"/>
            <a:ext cx="100584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 y="2212848"/>
            <a:ext cx="786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256 MAC</a:t>
            </a:r>
          </a:p>
        </p:txBody>
      </p:sp>
      <p:sp>
        <p:nvSpPr>
          <p:cNvPr id="20" name="Rectangle 19"/>
          <p:cNvSpPr/>
          <p:nvPr/>
        </p:nvSpPr>
        <p:spPr>
          <a:xfrm>
            <a:off x="1508760" y="2167128"/>
            <a:ext cx="155448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18488" y="2212848"/>
            <a:ext cx="13350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92</a:t>
            </a:r>
          </a:p>
        </p:txBody>
      </p:sp>
      <p:sp>
        <p:nvSpPr>
          <p:cNvPr id="22" name="Rectangle 21"/>
          <p:cNvSpPr/>
          <p:nvPr/>
        </p:nvSpPr>
        <p:spPr>
          <a:xfrm>
            <a:off x="3063240" y="2167128"/>
            <a:ext cx="155448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72968" y="2212848"/>
            <a:ext cx="13350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10</a:t>
            </a:r>
          </a:p>
        </p:txBody>
      </p:sp>
      <p:sp>
        <p:nvSpPr>
          <p:cNvPr id="24" name="Rectangle 23"/>
          <p:cNvSpPr/>
          <p:nvPr/>
        </p:nvSpPr>
        <p:spPr>
          <a:xfrm>
            <a:off x="4617720" y="2167128"/>
            <a:ext cx="178308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27448" y="2212848"/>
            <a:ext cx="15636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READ_DOMINANT</a:t>
            </a:r>
          </a:p>
        </p:txBody>
      </p:sp>
      <p:sp>
        <p:nvSpPr>
          <p:cNvPr id="26" name="Rectangle 25"/>
          <p:cNvSpPr/>
          <p:nvPr/>
        </p:nvSpPr>
        <p:spPr>
          <a:xfrm>
            <a:off x="6400800" y="2167128"/>
            <a:ext cx="1874519"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2212848"/>
            <a:ext cx="1655063"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19,086 / 21,086 (비가산)</a:t>
            </a:r>
          </a:p>
        </p:txBody>
      </p:sp>
      <p:sp>
        <p:nvSpPr>
          <p:cNvPr id="28" name="Rectangle 27"/>
          <p:cNvSpPr/>
          <p:nvPr/>
        </p:nvSpPr>
        <p:spPr>
          <a:xfrm>
            <a:off x="502920" y="2468880"/>
            <a:ext cx="100584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2514600"/>
            <a:ext cx="786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512 MAC</a:t>
            </a:r>
          </a:p>
        </p:txBody>
      </p:sp>
      <p:sp>
        <p:nvSpPr>
          <p:cNvPr id="30" name="Rectangle 29"/>
          <p:cNvSpPr/>
          <p:nvPr/>
        </p:nvSpPr>
        <p:spPr>
          <a:xfrm>
            <a:off x="1508760" y="2468880"/>
            <a:ext cx="155448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18488" y="2514600"/>
            <a:ext cx="13350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80</a:t>
            </a:r>
          </a:p>
        </p:txBody>
      </p:sp>
      <p:sp>
        <p:nvSpPr>
          <p:cNvPr id="32" name="Rectangle 31"/>
          <p:cNvSpPr/>
          <p:nvPr/>
        </p:nvSpPr>
        <p:spPr>
          <a:xfrm>
            <a:off x="3063240" y="2468880"/>
            <a:ext cx="155448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72968" y="2514600"/>
            <a:ext cx="13350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6</a:t>
            </a:r>
          </a:p>
        </p:txBody>
      </p:sp>
      <p:sp>
        <p:nvSpPr>
          <p:cNvPr id="34" name="Rectangle 33"/>
          <p:cNvSpPr/>
          <p:nvPr/>
        </p:nvSpPr>
        <p:spPr>
          <a:xfrm>
            <a:off x="4617720" y="2468880"/>
            <a:ext cx="178308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27448" y="2514600"/>
            <a:ext cx="15636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READ_DOMINANT</a:t>
            </a:r>
          </a:p>
        </p:txBody>
      </p:sp>
      <p:sp>
        <p:nvSpPr>
          <p:cNvPr id="36" name="Rectangle 35"/>
          <p:cNvSpPr/>
          <p:nvPr/>
        </p:nvSpPr>
        <p:spPr>
          <a:xfrm>
            <a:off x="6400800" y="2468880"/>
            <a:ext cx="1874519"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10528" y="2514600"/>
            <a:ext cx="1655063"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17,086 / 16,086 (비가산)</a:t>
            </a:r>
          </a:p>
        </p:txBody>
      </p:sp>
      <p:sp>
        <p:nvSpPr>
          <p:cNvPr id="38" name="Rectangle 37"/>
          <p:cNvSpPr/>
          <p:nvPr/>
        </p:nvSpPr>
        <p:spPr>
          <a:xfrm>
            <a:off x="502920" y="2770632"/>
            <a:ext cx="100584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2648" y="2816352"/>
            <a:ext cx="786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1024 MAC</a:t>
            </a:r>
          </a:p>
        </p:txBody>
      </p:sp>
      <p:sp>
        <p:nvSpPr>
          <p:cNvPr id="40" name="Rectangle 39"/>
          <p:cNvSpPr/>
          <p:nvPr/>
        </p:nvSpPr>
        <p:spPr>
          <a:xfrm>
            <a:off x="1508760" y="2770632"/>
            <a:ext cx="155448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618488" y="2816352"/>
            <a:ext cx="13350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77</a:t>
            </a:r>
          </a:p>
        </p:txBody>
      </p:sp>
      <p:sp>
        <p:nvSpPr>
          <p:cNvPr id="42" name="Rectangle 41"/>
          <p:cNvSpPr/>
          <p:nvPr/>
        </p:nvSpPr>
        <p:spPr>
          <a:xfrm>
            <a:off x="3063240" y="2770632"/>
            <a:ext cx="155448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72968" y="2816352"/>
            <a:ext cx="13350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12</a:t>
            </a:r>
          </a:p>
        </p:txBody>
      </p:sp>
      <p:sp>
        <p:nvSpPr>
          <p:cNvPr id="44" name="Rectangle 43"/>
          <p:cNvSpPr/>
          <p:nvPr/>
        </p:nvSpPr>
        <p:spPr>
          <a:xfrm>
            <a:off x="4617720" y="2770632"/>
            <a:ext cx="178308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27448" y="2816352"/>
            <a:ext cx="15636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READ_DOMINANT</a:t>
            </a:r>
          </a:p>
        </p:txBody>
      </p:sp>
      <p:sp>
        <p:nvSpPr>
          <p:cNvPr id="46" name="Rectangle 45"/>
          <p:cNvSpPr/>
          <p:nvPr/>
        </p:nvSpPr>
        <p:spPr>
          <a:xfrm>
            <a:off x="6400800" y="2770632"/>
            <a:ext cx="1874519"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10528" y="2816352"/>
            <a:ext cx="1655063"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11,086 / 11,086 (가산)</a:t>
            </a:r>
          </a:p>
        </p:txBody>
      </p:sp>
      <p:sp>
        <p:nvSpPr>
          <p:cNvPr id="48" name="Rectangle 47"/>
          <p:cNvSpPr/>
          <p:nvPr/>
        </p:nvSpPr>
        <p:spPr>
          <a:xfrm>
            <a:off x="502920" y="3072384"/>
            <a:ext cx="100584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2648" y="3118104"/>
            <a:ext cx="786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2048 MAC</a:t>
            </a:r>
          </a:p>
        </p:txBody>
      </p:sp>
      <p:sp>
        <p:nvSpPr>
          <p:cNvPr id="50" name="Rectangle 49"/>
          <p:cNvSpPr/>
          <p:nvPr/>
        </p:nvSpPr>
        <p:spPr>
          <a:xfrm>
            <a:off x="1508760" y="3072384"/>
            <a:ext cx="155448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618488" y="3118104"/>
            <a:ext cx="13350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86</a:t>
            </a:r>
          </a:p>
        </p:txBody>
      </p:sp>
      <p:sp>
        <p:nvSpPr>
          <p:cNvPr id="52" name="Rectangle 51"/>
          <p:cNvSpPr/>
          <p:nvPr/>
        </p:nvSpPr>
        <p:spPr>
          <a:xfrm>
            <a:off x="3063240" y="3072384"/>
            <a:ext cx="155448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172968" y="3118104"/>
            <a:ext cx="13350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8</a:t>
            </a:r>
          </a:p>
        </p:txBody>
      </p:sp>
      <p:sp>
        <p:nvSpPr>
          <p:cNvPr id="54" name="Rectangle 53"/>
          <p:cNvSpPr/>
          <p:nvPr/>
        </p:nvSpPr>
        <p:spPr>
          <a:xfrm>
            <a:off x="4617720" y="3072384"/>
            <a:ext cx="178308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27448" y="3118104"/>
            <a:ext cx="156362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READ_DOMINANT</a:t>
            </a:r>
          </a:p>
        </p:txBody>
      </p:sp>
      <p:sp>
        <p:nvSpPr>
          <p:cNvPr id="56" name="Rectangle 55"/>
          <p:cNvSpPr/>
          <p:nvPr/>
        </p:nvSpPr>
        <p:spPr>
          <a:xfrm>
            <a:off x="6400800" y="3072384"/>
            <a:ext cx="1874519"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10528" y="3118104"/>
            <a:ext cx="1655063"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11,086 / 11,086 (가산)</a:t>
            </a:r>
          </a:p>
        </p:txBody>
      </p:sp>
      <p:sp>
        <p:nvSpPr>
          <p:cNvPr id="58" name="Rectangle 57"/>
          <p:cNvSpPr/>
          <p:nvPr/>
        </p:nvSpPr>
        <p:spPr>
          <a:xfrm>
            <a:off x="8412480" y="1783080"/>
            <a:ext cx="128016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22207" y="1837943"/>
            <a:ext cx="1060704"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EXT_MAXR</a:t>
            </a:r>
          </a:p>
        </p:txBody>
      </p:sp>
      <p:sp>
        <p:nvSpPr>
          <p:cNvPr id="60" name="Rectangle 59"/>
          <p:cNvSpPr/>
          <p:nvPr/>
        </p:nvSpPr>
        <p:spPr>
          <a:xfrm>
            <a:off x="9692640" y="1783080"/>
            <a:ext cx="10058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02367" y="1837943"/>
            <a:ext cx="786384"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256: s</a:t>
            </a:r>
          </a:p>
        </p:txBody>
      </p:sp>
      <p:sp>
        <p:nvSpPr>
          <p:cNvPr id="62" name="Rectangle 61"/>
          <p:cNvSpPr/>
          <p:nvPr/>
        </p:nvSpPr>
        <p:spPr>
          <a:xfrm>
            <a:off x="10698480" y="1783080"/>
            <a:ext cx="10058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808207" y="1837943"/>
            <a:ext cx="786384"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512: s</a:t>
            </a:r>
          </a:p>
        </p:txBody>
      </p:sp>
      <p:sp>
        <p:nvSpPr>
          <p:cNvPr id="64" name="Rectangle 63"/>
          <p:cNvSpPr/>
          <p:nvPr/>
        </p:nvSpPr>
        <p:spPr>
          <a:xfrm>
            <a:off x="8412480" y="2167128"/>
            <a:ext cx="128016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522207" y="2212848"/>
            <a:ext cx="106070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a:t>
            </a:r>
          </a:p>
        </p:txBody>
      </p:sp>
      <p:sp>
        <p:nvSpPr>
          <p:cNvPr id="66" name="Rectangle 65"/>
          <p:cNvSpPr/>
          <p:nvPr/>
        </p:nvSpPr>
        <p:spPr>
          <a:xfrm>
            <a:off x="9692640" y="2167128"/>
            <a:ext cx="10058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02367" y="2212848"/>
            <a:ext cx="78638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944</a:t>
            </a:r>
          </a:p>
        </p:txBody>
      </p:sp>
      <p:sp>
        <p:nvSpPr>
          <p:cNvPr id="68" name="Rectangle 67"/>
          <p:cNvSpPr/>
          <p:nvPr/>
        </p:nvSpPr>
        <p:spPr>
          <a:xfrm>
            <a:off x="10698480" y="2167128"/>
            <a:ext cx="10058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808207" y="2212848"/>
            <a:ext cx="78638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963</a:t>
            </a:r>
          </a:p>
        </p:txBody>
      </p:sp>
      <p:sp>
        <p:nvSpPr>
          <p:cNvPr id="70" name="Rectangle 69"/>
          <p:cNvSpPr/>
          <p:nvPr/>
        </p:nvSpPr>
        <p:spPr>
          <a:xfrm>
            <a:off x="8412480" y="2450592"/>
            <a:ext cx="128016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22207" y="2496312"/>
            <a:ext cx="106070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4</a:t>
            </a:r>
          </a:p>
        </p:txBody>
      </p:sp>
      <p:sp>
        <p:nvSpPr>
          <p:cNvPr id="72" name="Rectangle 71"/>
          <p:cNvSpPr/>
          <p:nvPr/>
        </p:nvSpPr>
        <p:spPr>
          <a:xfrm>
            <a:off x="9692640" y="2450592"/>
            <a:ext cx="10058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802367" y="2496312"/>
            <a:ext cx="78638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243</a:t>
            </a:r>
          </a:p>
        </p:txBody>
      </p:sp>
      <p:sp>
        <p:nvSpPr>
          <p:cNvPr id="74" name="Rectangle 73"/>
          <p:cNvSpPr/>
          <p:nvPr/>
        </p:nvSpPr>
        <p:spPr>
          <a:xfrm>
            <a:off x="10698480" y="2450592"/>
            <a:ext cx="10058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808207" y="2496312"/>
            <a:ext cx="78638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245</a:t>
            </a:r>
          </a:p>
        </p:txBody>
      </p:sp>
      <p:sp>
        <p:nvSpPr>
          <p:cNvPr id="76" name="Rectangle 75"/>
          <p:cNvSpPr/>
          <p:nvPr/>
        </p:nvSpPr>
        <p:spPr>
          <a:xfrm>
            <a:off x="8412480" y="2734056"/>
            <a:ext cx="128016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522207" y="2779776"/>
            <a:ext cx="106070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16</a:t>
            </a:r>
          </a:p>
        </p:txBody>
      </p:sp>
      <p:sp>
        <p:nvSpPr>
          <p:cNvPr id="78" name="Rectangle 77"/>
          <p:cNvSpPr/>
          <p:nvPr/>
        </p:nvSpPr>
        <p:spPr>
          <a:xfrm>
            <a:off x="9692640" y="2734056"/>
            <a:ext cx="10058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02367" y="2779776"/>
            <a:ext cx="78638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103</a:t>
            </a:r>
          </a:p>
        </p:txBody>
      </p:sp>
      <p:sp>
        <p:nvSpPr>
          <p:cNvPr id="80" name="Rectangle 79"/>
          <p:cNvSpPr/>
          <p:nvPr/>
        </p:nvSpPr>
        <p:spPr>
          <a:xfrm>
            <a:off x="10698480" y="2734056"/>
            <a:ext cx="10058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808207" y="2779776"/>
            <a:ext cx="78638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96</a:t>
            </a:r>
          </a:p>
        </p:txBody>
      </p:sp>
      <p:sp>
        <p:nvSpPr>
          <p:cNvPr id="82" name="Rectangle 81"/>
          <p:cNvSpPr/>
          <p:nvPr/>
        </p:nvSpPr>
        <p:spPr>
          <a:xfrm>
            <a:off x="8412480" y="3017520"/>
            <a:ext cx="128016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522207" y="3063240"/>
            <a:ext cx="106070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63 · 64 · 0</a:t>
            </a:r>
          </a:p>
        </p:txBody>
      </p:sp>
      <p:sp>
        <p:nvSpPr>
          <p:cNvPr id="84" name="Rectangle 83"/>
          <p:cNvSpPr/>
          <p:nvPr/>
        </p:nvSpPr>
        <p:spPr>
          <a:xfrm>
            <a:off x="9692640" y="3017520"/>
            <a:ext cx="10058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802367" y="3063240"/>
            <a:ext cx="78638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103</a:t>
            </a:r>
          </a:p>
        </p:txBody>
      </p:sp>
      <p:sp>
        <p:nvSpPr>
          <p:cNvPr id="86" name="Rectangle 85"/>
          <p:cNvSpPr/>
          <p:nvPr/>
        </p:nvSpPr>
        <p:spPr>
          <a:xfrm>
            <a:off x="10698480" y="3017520"/>
            <a:ext cx="10058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808207" y="3063240"/>
            <a:ext cx="786384" cy="19202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89</a:t>
            </a:r>
          </a:p>
        </p:txBody>
      </p:sp>
      <p:sp>
        <p:nvSpPr>
          <p:cNvPr id="88" name="TextBox 87"/>
          <p:cNvSpPr txBox="1"/>
          <p:nvPr/>
        </p:nvSpPr>
        <p:spPr>
          <a:xfrm>
            <a:off x="594360" y="3520440"/>
            <a:ext cx="7680960" cy="1371600"/>
          </a:xfrm>
          <a:prstGeom prst="rect">
            <a:avLst/>
          </a:prstGeom>
          <a:noFill/>
        </p:spPr>
        <p:txBody>
          <a:bodyPr wrap="square" anchor="t" lIns="45720" rIns="45720" tIns="27432" bIns="27432">
            <a:spAutoFit/>
          </a:bodyPr>
          <a:lstStyle/>
          <a:p>
            <a:pPr algn="l">
              <a:lnSpc>
                <a:spcPct val="110000"/>
              </a:lnSpc>
            </a:pPr>
            <a:r>
              <a:rPr sz="1050" b="0">
                <a:solidFill>
                  <a:srgbClr val="566577"/>
                </a:solidFill>
                <a:latin typeface="Poppins"/>
                <a:ea typeface="NanumGothic"/>
                <a:cs typeface="NanumGothic"/>
              </a:rPr>
              <a:t>k = 설정 지연 1사이클당 PMU 사이클(구간 평균 민감도). 읽기 민감도가 쓰기의 8–13배. MAC 간 k_r 최대/최소 1.19 → '민감도가 MAC과 무관'은 성립하지 않음.</a:t>
            </a:r>
          </a:p>
          <a:p>
            <a:pPr algn="l">
              <a:lnSpc>
                <a:spcPct val="110000"/>
              </a:lnSpc>
            </a:pPr>
            <a:r>
              <a:rPr sz="1050" b="0">
                <a:solidFill>
                  <a:srgbClr val="566577"/>
                </a:solidFill>
                <a:latin typeface="Poppins"/>
                <a:ea typeface="NanumGothic"/>
                <a:cs typeface="NanumGothic"/>
              </a:rPr>
              <a:t>s = [C(1000) − C(250)] / 750 · MAXR을 1 → 4 → 16으로 올리면 민감도가 약 9.4 → 2.4 → 1배로 줄고, 256은 16 이상 동일·512는 63 이상 동일(16→63 사이 7%). 64와 0(무제한)은 동일 — 드라이버가 6비트로 마스크(64 &amp; 0x3F = 0).</a:t>
            </a:r>
          </a:p>
          <a:p>
            <a:pPr algn="l">
              <a:lnSpc>
                <a:spcPct val="110000"/>
              </a:lnSpc>
            </a:pPr>
            <a:r>
              <a:rPr sz="1050" b="0">
                <a:solidFill>
                  <a:srgbClr val="566577"/>
                </a:solidFill>
                <a:latin typeface="Poppins"/>
                <a:ea typeface="NanumGothic"/>
                <a:cs typeface="NanumGothic"/>
              </a:rPr>
              <a:t>KWS·AD 256/512 읽기 sweep: C(1000)/C(0) = 1.32 / 1.57 / 1.51 / 1.58 → 네 셀 모두 LATENCY_SENSITIVE (GENERALISES_TO_KWS_AD).</a:t>
            </a:r>
          </a:p>
          <a:p>
            <a:pPr algn="l">
              <a:lnSpc>
                <a:spcPct val="110000"/>
              </a:lnSpc>
            </a:pPr>
            <a:r>
              <a:rPr sz="1050" b="0">
                <a:solidFill>
                  <a:srgbClr val="566577"/>
                </a:solidFill>
                <a:latin typeface="Poppins"/>
                <a:ea typeface="NanumGothic"/>
                <a:cs typeface="NanumGothic"/>
              </a:rPr>
              <a:t>375·750 예측(측정 전 고정): 1024만 선형 모델 ±5% 통과. 256·512·2048은 선형·구간보간 모두 750에서 2–8% 과대 → NEITHER_MODEL_PREDICTS. 사후 모델은 만들지 않음.</a:t>
            </a:r>
          </a:p>
        </p:txBody>
      </p:sp>
      <p:sp>
        <p:nvSpPr>
          <p:cNvPr id="89" name="TextBox 88"/>
          <p:cNvSpPr txBox="1"/>
          <p:nvPr/>
        </p:nvSpPr>
        <p:spPr>
          <a:xfrm>
            <a:off x="8458200" y="3520440"/>
            <a:ext cx="3246120" cy="1371600"/>
          </a:xfrm>
          <a:prstGeom prst="rect">
            <a:avLst/>
          </a:prstGeom>
          <a:noFill/>
        </p:spPr>
        <p:txBody>
          <a:bodyPr wrap="square" anchor="t" lIns="45720" rIns="45720" tIns="27432" bIns="27432">
            <a:spAutoFit/>
          </a:bodyPr>
          <a:lstStyle/>
          <a:p>
            <a:pPr algn="l">
              <a:lnSpc>
                <a:spcPct val="110000"/>
              </a:lnSpc>
            </a:pPr>
            <a:r>
              <a:rPr sz="1050" b="0">
                <a:solidFill>
                  <a:srgbClr val="566577"/>
                </a:solidFill>
                <a:latin typeface="Poppins"/>
                <a:ea typeface="NanumGothic"/>
                <a:cs typeface="NanumGothic"/>
              </a:rPr>
              <a:t>지연 0/0에서 MAXR을 1로 줄이면 256은 그대로(21,086), 512는 +18.7%(16,086 → 19,086). 지연 0의 잔여 비용을 메모리와 무관한 비용으로 분류하지 않는다.</a:t>
            </a:r>
          </a:p>
        </p:txBody>
      </p:sp>
      <p:sp>
        <p:nvSpPr>
          <p:cNvPr id="90" name="TextBox 89"/>
          <p:cNvSpPr txBox="1"/>
          <p:nvPr/>
        </p:nvSpPr>
        <p:spPr>
          <a:xfrm>
            <a:off x="594360" y="4983480"/>
            <a:ext cx="11064240" cy="731520"/>
          </a:xfrm>
          <a:prstGeom prst="rect">
            <a:avLst/>
          </a:prstGeom>
          <a:noFill/>
        </p:spPr>
        <p:txBody>
          <a:bodyPr wrap="square" anchor="t" lIns="45720" rIns="45720" tIns="27432" bIns="27432">
            <a:spAutoFit/>
          </a:bodyPr>
          <a:lstStyle/>
          <a:p>
            <a:pPr algn="l">
              <a:lnSpc>
                <a:spcPct val="110000"/>
              </a:lnSpc>
            </a:pPr>
            <a:r>
              <a:rPr sz="1050" b="0">
                <a:solidFill>
                  <a:srgbClr val="566577"/>
                </a:solidFill>
                <a:latin typeface="Poppins"/>
                <a:ea typeface="NanumGothic"/>
                <a:cs typeface="NanumGothic"/>
              </a:rPr>
              <a:t>말하지 않는 것: k나 s를 왕복 횟수·직렬 실행으로 읽는 것 · 전 구간 동일 기울기(256 구간별 40→80→104→108) · 실제 하드웨어 병목. 게이트: 산출물 SHA = 동결 · 기본 arm이 동결 카운터 정확 재현 · 3회 동일 · 생성 헤더 16값 = 요청값 · 출력 바이트 셀별 동일.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연산 구조 개입 실험 — 형상·면적·연산 종류를 직접 바꿈</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17</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합성 INT8 단일 연산 51모델(1×1 Conv · 3×3 Conv · 3×3 DW × 면적 36/64/256 형상) × U85 256/512 × TA 기본/완화 · 수치는 25장</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형상만 바꿔도 효율이 바뀌며, Conv의 그 차이는 메모리 서비스 완화로 대부분 사라진다. 양자화와 실효 TA를 고정해도 같은 값이 나온다(H3-R).</a:t>
            </a:r>
          </a:p>
        </p:txBody>
      </p:sp>
      <p:sp>
        <p:nvSpPr>
          <p:cNvPr id="8" name="Rectangle 7"/>
          <p:cNvSpPr/>
          <p:nvPr/>
        </p:nvSpPr>
        <p:spPr>
          <a:xfrm>
            <a:off x="502920" y="1783080"/>
            <a:ext cx="32918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37943"/>
            <a:ext cx="3072384"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면적 36, r = C512/C256 중앙값 (spread)</a:t>
            </a:r>
          </a:p>
        </p:txBody>
      </p:sp>
      <p:sp>
        <p:nvSpPr>
          <p:cNvPr id="10" name="Rectangle 9"/>
          <p:cNvSpPr/>
          <p:nvPr/>
        </p:nvSpPr>
        <p:spPr>
          <a:xfrm>
            <a:off x="3794760" y="1783080"/>
            <a:ext cx="155448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04488" y="1837943"/>
            <a:ext cx="1335024"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TA 기본</a:t>
            </a:r>
          </a:p>
        </p:txBody>
      </p:sp>
      <p:sp>
        <p:nvSpPr>
          <p:cNvPr id="12" name="Rectangle 11"/>
          <p:cNvSpPr/>
          <p:nvPr/>
        </p:nvSpPr>
        <p:spPr>
          <a:xfrm>
            <a:off x="5349240" y="1783080"/>
            <a:ext cx="155448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58968" y="1837943"/>
            <a:ext cx="1335024"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TA 완화</a:t>
            </a:r>
          </a:p>
        </p:txBody>
      </p:sp>
      <p:sp>
        <p:nvSpPr>
          <p:cNvPr id="14" name="Rectangle 13"/>
          <p:cNvSpPr/>
          <p:nvPr/>
        </p:nvSpPr>
        <p:spPr>
          <a:xfrm>
            <a:off x="6903720" y="1783080"/>
            <a:ext cx="484632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3448" y="1837943"/>
            <a:ext cx="4626864"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판정</a:t>
            </a:r>
          </a:p>
        </p:txBody>
      </p:sp>
      <p:sp>
        <p:nvSpPr>
          <p:cNvPr id="16" name="Rectangle 15"/>
          <p:cNvSpPr/>
          <p:nvPr/>
        </p:nvSpPr>
        <p:spPr>
          <a:xfrm>
            <a:off x="502920" y="2167128"/>
            <a:ext cx="3291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2212848"/>
            <a:ext cx="307238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1×1 Conv (9 형상)</a:t>
            </a:r>
          </a:p>
        </p:txBody>
      </p:sp>
      <p:sp>
        <p:nvSpPr>
          <p:cNvPr id="18" name="Rectangle 17"/>
          <p:cNvSpPr/>
          <p:nvPr/>
        </p:nvSpPr>
        <p:spPr>
          <a:xfrm>
            <a:off x="3794760" y="2167128"/>
            <a:ext cx="155448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04488" y="2212848"/>
            <a:ext cx="133502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1.165 (0.463)</a:t>
            </a:r>
          </a:p>
        </p:txBody>
      </p:sp>
      <p:sp>
        <p:nvSpPr>
          <p:cNvPr id="20" name="Rectangle 19"/>
          <p:cNvSpPr/>
          <p:nvPr/>
        </p:nvSpPr>
        <p:spPr>
          <a:xfrm>
            <a:off x="5349240" y="2167128"/>
            <a:ext cx="155448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58968" y="2212848"/>
            <a:ext cx="133502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0.754 (0.132)</a:t>
            </a:r>
          </a:p>
        </p:txBody>
      </p:sp>
      <p:sp>
        <p:nvSpPr>
          <p:cNvPr id="22" name="Rectangle 21"/>
          <p:cNvSpPr/>
          <p:nvPr/>
        </p:nvSpPr>
        <p:spPr>
          <a:xfrm>
            <a:off x="6903720" y="2167128"/>
            <a:ext cx="484632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212848"/>
            <a:ext cx="462686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SHAPE_EFFECT · 상호작용 (TOTAL 기준 성립, ACTIVE 기준 불성립)</a:t>
            </a:r>
          </a:p>
        </p:txBody>
      </p:sp>
      <p:sp>
        <p:nvSpPr>
          <p:cNvPr id="24" name="Rectangle 23"/>
          <p:cNvSpPr/>
          <p:nvPr/>
        </p:nvSpPr>
        <p:spPr>
          <a:xfrm>
            <a:off x="502920" y="2496312"/>
            <a:ext cx="3291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2542032"/>
            <a:ext cx="307238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3×3 Conv (9 형상)</a:t>
            </a:r>
          </a:p>
        </p:txBody>
      </p:sp>
      <p:sp>
        <p:nvSpPr>
          <p:cNvPr id="26" name="Rectangle 25"/>
          <p:cNvSpPr/>
          <p:nvPr/>
        </p:nvSpPr>
        <p:spPr>
          <a:xfrm>
            <a:off x="3794760" y="2496312"/>
            <a:ext cx="155448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4488" y="2542032"/>
            <a:ext cx="133502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0.936 (0.355)</a:t>
            </a:r>
          </a:p>
        </p:txBody>
      </p:sp>
      <p:sp>
        <p:nvSpPr>
          <p:cNvPr id="28" name="Rectangle 27"/>
          <p:cNvSpPr/>
          <p:nvPr/>
        </p:nvSpPr>
        <p:spPr>
          <a:xfrm>
            <a:off x="5349240" y="2496312"/>
            <a:ext cx="155448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58968" y="2542032"/>
            <a:ext cx="133502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0.561 (0.049)</a:t>
            </a:r>
          </a:p>
        </p:txBody>
      </p:sp>
      <p:sp>
        <p:nvSpPr>
          <p:cNvPr id="30" name="Rectangle 29"/>
          <p:cNvSpPr/>
          <p:nvPr/>
        </p:nvSpPr>
        <p:spPr>
          <a:xfrm>
            <a:off x="6903720" y="2496312"/>
            <a:ext cx="48463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3448" y="2542032"/>
            <a:ext cx="462686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SHAPE_EFFECT · MEMORY_SHAPE_INTERACTION</a:t>
            </a:r>
          </a:p>
        </p:txBody>
      </p:sp>
      <p:sp>
        <p:nvSpPr>
          <p:cNvPr id="32" name="Rectangle 31"/>
          <p:cNvSpPr/>
          <p:nvPr/>
        </p:nvSpPr>
        <p:spPr>
          <a:xfrm>
            <a:off x="502920" y="2825496"/>
            <a:ext cx="3291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 y="2871215"/>
            <a:ext cx="307238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3×3 DW (9 형상)</a:t>
            </a:r>
          </a:p>
        </p:txBody>
      </p:sp>
      <p:sp>
        <p:nvSpPr>
          <p:cNvPr id="34" name="Rectangle 33"/>
          <p:cNvSpPr/>
          <p:nvPr/>
        </p:nvSpPr>
        <p:spPr>
          <a:xfrm>
            <a:off x="3794760" y="2825496"/>
            <a:ext cx="155448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04488" y="2871215"/>
            <a:ext cx="133502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1.000 (0.000)</a:t>
            </a:r>
          </a:p>
        </p:txBody>
      </p:sp>
      <p:sp>
        <p:nvSpPr>
          <p:cNvPr id="36" name="Rectangle 35"/>
          <p:cNvSpPr/>
          <p:nvPr/>
        </p:nvSpPr>
        <p:spPr>
          <a:xfrm>
            <a:off x="5349240" y="2825496"/>
            <a:ext cx="155448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58968" y="2871215"/>
            <a:ext cx="133502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0.674 (0.492)</a:t>
            </a:r>
          </a:p>
        </p:txBody>
      </p:sp>
      <p:sp>
        <p:nvSpPr>
          <p:cNvPr id="38" name="Rectangle 37"/>
          <p:cNvSpPr/>
          <p:nvPr/>
        </p:nvSpPr>
        <p:spPr>
          <a:xfrm>
            <a:off x="6903720" y="2825496"/>
            <a:ext cx="484632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13448" y="2871215"/>
            <a:ext cx="4626864" cy="237744"/>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이득 없음(ACTIVE r 1.05) · 완화에서 형상 차이가 커짐</a:t>
            </a:r>
          </a:p>
        </p:txBody>
      </p:sp>
      <p:sp>
        <p:nvSpPr>
          <p:cNvPr id="40" name="Rectangle 39"/>
          <p:cNvSpPr/>
          <p:nvPr/>
        </p:nvSpPr>
        <p:spPr>
          <a:xfrm>
            <a:off x="502920" y="3337560"/>
            <a:ext cx="283464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648" y="3392424"/>
            <a:ext cx="2615184"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면적 확장 (r 중앙값, TA 기본)</a:t>
            </a:r>
          </a:p>
        </p:txBody>
      </p:sp>
      <p:sp>
        <p:nvSpPr>
          <p:cNvPr id="42" name="Rectangle 41"/>
          <p:cNvSpPr/>
          <p:nvPr/>
        </p:nvSpPr>
        <p:spPr>
          <a:xfrm>
            <a:off x="3337560" y="3337560"/>
            <a:ext cx="8229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47288" y="3392424"/>
            <a:ext cx="603504"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36</a:t>
            </a:r>
          </a:p>
        </p:txBody>
      </p:sp>
      <p:sp>
        <p:nvSpPr>
          <p:cNvPr id="44" name="Rectangle 43"/>
          <p:cNvSpPr/>
          <p:nvPr/>
        </p:nvSpPr>
        <p:spPr>
          <a:xfrm>
            <a:off x="4160520" y="3337560"/>
            <a:ext cx="8229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70248" y="3392424"/>
            <a:ext cx="603504"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64</a:t>
            </a:r>
          </a:p>
        </p:txBody>
      </p:sp>
      <p:sp>
        <p:nvSpPr>
          <p:cNvPr id="46" name="Rectangle 45"/>
          <p:cNvSpPr/>
          <p:nvPr/>
        </p:nvSpPr>
        <p:spPr>
          <a:xfrm>
            <a:off x="4983480" y="3337560"/>
            <a:ext cx="8229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93208" y="3392424"/>
            <a:ext cx="603504"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256</a:t>
            </a:r>
          </a:p>
        </p:txBody>
      </p:sp>
      <p:sp>
        <p:nvSpPr>
          <p:cNvPr id="48" name="Rectangle 47"/>
          <p:cNvSpPr/>
          <p:nvPr/>
        </p:nvSpPr>
        <p:spPr>
          <a:xfrm>
            <a:off x="5806440" y="3337560"/>
            <a:ext cx="228600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16168" y="3392424"/>
            <a:ext cx="2066543"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판정</a:t>
            </a:r>
          </a:p>
        </p:txBody>
      </p:sp>
      <p:sp>
        <p:nvSpPr>
          <p:cNvPr id="50" name="Rectangle 49"/>
          <p:cNvSpPr/>
          <p:nvPr/>
        </p:nvSpPr>
        <p:spPr>
          <a:xfrm>
            <a:off x="502920" y="3703320"/>
            <a:ext cx="283464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2648" y="3749039"/>
            <a:ext cx="261518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1×1 Conv</a:t>
            </a:r>
          </a:p>
        </p:txBody>
      </p:sp>
      <p:sp>
        <p:nvSpPr>
          <p:cNvPr id="52" name="Rectangle 51"/>
          <p:cNvSpPr/>
          <p:nvPr/>
        </p:nvSpPr>
        <p:spPr>
          <a:xfrm>
            <a:off x="3337560" y="3703320"/>
            <a:ext cx="8229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47288" y="3749039"/>
            <a:ext cx="60350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1.165</a:t>
            </a:r>
          </a:p>
        </p:txBody>
      </p:sp>
      <p:sp>
        <p:nvSpPr>
          <p:cNvPr id="54" name="Rectangle 53"/>
          <p:cNvSpPr/>
          <p:nvPr/>
        </p:nvSpPr>
        <p:spPr>
          <a:xfrm>
            <a:off x="4160520" y="3703320"/>
            <a:ext cx="8229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70248" y="3749039"/>
            <a:ext cx="60350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0.910</a:t>
            </a:r>
          </a:p>
        </p:txBody>
      </p:sp>
      <p:sp>
        <p:nvSpPr>
          <p:cNvPr id="56" name="Rectangle 55"/>
          <p:cNvSpPr/>
          <p:nvPr/>
        </p:nvSpPr>
        <p:spPr>
          <a:xfrm>
            <a:off x="4983480" y="3703320"/>
            <a:ext cx="8229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93208" y="3749039"/>
            <a:ext cx="60350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0.922</a:t>
            </a:r>
          </a:p>
        </p:txBody>
      </p:sp>
      <p:sp>
        <p:nvSpPr>
          <p:cNvPr id="58" name="Rectangle 57"/>
          <p:cNvSpPr/>
          <p:nvPr/>
        </p:nvSpPr>
        <p:spPr>
          <a:xfrm>
            <a:off x="5806440" y="3703320"/>
            <a:ext cx="228600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16168" y="3749039"/>
            <a:ext cx="2066543"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단조 아님 (ACTIVE: 단조)</a:t>
            </a:r>
          </a:p>
        </p:txBody>
      </p:sp>
      <p:sp>
        <p:nvSpPr>
          <p:cNvPr id="60" name="Rectangle 59"/>
          <p:cNvSpPr/>
          <p:nvPr/>
        </p:nvSpPr>
        <p:spPr>
          <a:xfrm>
            <a:off x="502920" y="3995928"/>
            <a:ext cx="28346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2648" y="4041648"/>
            <a:ext cx="261518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3×3 Conv</a:t>
            </a:r>
          </a:p>
        </p:txBody>
      </p:sp>
      <p:sp>
        <p:nvSpPr>
          <p:cNvPr id="62" name="Rectangle 61"/>
          <p:cNvSpPr/>
          <p:nvPr/>
        </p:nvSpPr>
        <p:spPr>
          <a:xfrm>
            <a:off x="3337560" y="3995928"/>
            <a:ext cx="8229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447288" y="4041648"/>
            <a:ext cx="60350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0.936</a:t>
            </a:r>
          </a:p>
        </p:txBody>
      </p:sp>
      <p:sp>
        <p:nvSpPr>
          <p:cNvPr id="64" name="Rectangle 63"/>
          <p:cNvSpPr/>
          <p:nvPr/>
        </p:nvSpPr>
        <p:spPr>
          <a:xfrm>
            <a:off x="4160520" y="3995928"/>
            <a:ext cx="8229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270248" y="4041648"/>
            <a:ext cx="60350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0.674</a:t>
            </a:r>
          </a:p>
        </p:txBody>
      </p:sp>
      <p:sp>
        <p:nvSpPr>
          <p:cNvPr id="66" name="Rectangle 65"/>
          <p:cNvSpPr/>
          <p:nvPr/>
        </p:nvSpPr>
        <p:spPr>
          <a:xfrm>
            <a:off x="4983480" y="3995928"/>
            <a:ext cx="8229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93208" y="4041648"/>
            <a:ext cx="60350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0.493</a:t>
            </a:r>
          </a:p>
        </p:txBody>
      </p:sp>
      <p:sp>
        <p:nvSpPr>
          <p:cNvPr id="68" name="Rectangle 67"/>
          <p:cNvSpPr/>
          <p:nvPr/>
        </p:nvSpPr>
        <p:spPr>
          <a:xfrm>
            <a:off x="5806440" y="3995928"/>
            <a:ext cx="2286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16168" y="4041648"/>
            <a:ext cx="2066543"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AREA_EFFECT</a:t>
            </a:r>
          </a:p>
        </p:txBody>
      </p:sp>
      <p:sp>
        <p:nvSpPr>
          <p:cNvPr id="70" name="Rectangle 69"/>
          <p:cNvSpPr/>
          <p:nvPr/>
        </p:nvSpPr>
        <p:spPr>
          <a:xfrm>
            <a:off x="502920" y="4288536"/>
            <a:ext cx="283464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12648" y="4334256"/>
            <a:ext cx="261518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3×3 DW</a:t>
            </a:r>
          </a:p>
        </p:txBody>
      </p:sp>
      <p:sp>
        <p:nvSpPr>
          <p:cNvPr id="72" name="Rectangle 71"/>
          <p:cNvSpPr/>
          <p:nvPr/>
        </p:nvSpPr>
        <p:spPr>
          <a:xfrm>
            <a:off x="3337560" y="4288536"/>
            <a:ext cx="8229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47288" y="4334256"/>
            <a:ext cx="60350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1.000</a:t>
            </a:r>
          </a:p>
        </p:txBody>
      </p:sp>
      <p:sp>
        <p:nvSpPr>
          <p:cNvPr id="74" name="Rectangle 73"/>
          <p:cNvSpPr/>
          <p:nvPr/>
        </p:nvSpPr>
        <p:spPr>
          <a:xfrm>
            <a:off x="4160520" y="4288536"/>
            <a:ext cx="8229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270248" y="4334256"/>
            <a:ext cx="60350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1.055</a:t>
            </a:r>
          </a:p>
        </p:txBody>
      </p:sp>
      <p:sp>
        <p:nvSpPr>
          <p:cNvPr id="76" name="Rectangle 75"/>
          <p:cNvSpPr/>
          <p:nvPr/>
        </p:nvSpPr>
        <p:spPr>
          <a:xfrm>
            <a:off x="4983480" y="4288536"/>
            <a:ext cx="8229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93208" y="4334256"/>
            <a:ext cx="603504"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0.800</a:t>
            </a:r>
          </a:p>
        </p:txBody>
      </p:sp>
      <p:sp>
        <p:nvSpPr>
          <p:cNvPr id="78" name="Rectangle 77"/>
          <p:cNvSpPr/>
          <p:nvPr/>
        </p:nvSpPr>
        <p:spPr>
          <a:xfrm>
            <a:off x="5806440" y="4288536"/>
            <a:ext cx="228600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916168" y="4334256"/>
            <a:ext cx="2066543" cy="201168"/>
          </a:xfrm>
          <a:prstGeom prst="rect">
            <a:avLst/>
          </a:prstGeom>
          <a:noFill/>
        </p:spPr>
        <p:txBody>
          <a:bodyPr wrap="square" anchor="ctr" lIns="45720" rIns="45720" tIns="27432" bIns="27432">
            <a:spAutoFit/>
          </a:bodyPr>
          <a:lstStyle/>
          <a:p>
            <a:pPr algn="l">
              <a:lnSpc>
                <a:spcPct val="110000"/>
              </a:lnSpc>
            </a:pPr>
            <a:r>
              <a:rPr sz="1100" b="0">
                <a:solidFill>
                  <a:srgbClr val="22364B"/>
                </a:solidFill>
                <a:latin typeface="Poppins"/>
                <a:ea typeface="NanumGothic"/>
                <a:cs typeface="NanumGothic"/>
              </a:rPr>
              <a:t>단조 아님 (ACTIVE: 단조)</a:t>
            </a:r>
          </a:p>
        </p:txBody>
      </p:sp>
      <p:sp>
        <p:nvSpPr>
          <p:cNvPr id="80" name="TextBox 79"/>
          <p:cNvSpPr txBox="1"/>
          <p:nvPr/>
        </p:nvSpPr>
        <p:spPr>
          <a:xfrm>
            <a:off x="8321040" y="3337560"/>
            <a:ext cx="3383280" cy="1554480"/>
          </a:xfrm>
          <a:prstGeom prst="rect">
            <a:avLst/>
          </a:prstGeom>
          <a:noFill/>
        </p:spPr>
        <p:txBody>
          <a:bodyPr wrap="square" anchor="t" lIns="45720" rIns="45720" tIns="27432" bIns="27432">
            <a:spAutoFit/>
          </a:bodyPr>
          <a:lstStyle/>
          <a:p>
            <a:pPr algn="l">
              <a:lnSpc>
                <a:spcPct val="110000"/>
              </a:lnSpc>
            </a:pPr>
            <a:r>
              <a:rPr sz="1050" b="0">
                <a:solidFill>
                  <a:srgbClr val="566577"/>
                </a:solidFill>
                <a:latin typeface="Poppins"/>
                <a:ea typeface="NanumGothic"/>
                <a:cs typeface="NanumGothic"/>
              </a:rPr>
              <a:t>역전 재현: 1×1 Conv 면적 36은 9형상 중 6개에서 512가 느리다(6,068 → 7,068). TA 완화(EXT 지연 0·BWCAP 0·SRAM 지연 0)에서는 아홉 형상 모두 512가 빠르다(0.75).</a:t>
            </a:r>
          </a:p>
          <a:p>
            <a:pPr algn="l">
              <a:lnSpc>
                <a:spcPct val="110000"/>
              </a:lnSpc>
            </a:pPr>
            <a:r>
              <a:rPr sz="1050" b="0">
                <a:solidFill>
                  <a:srgbClr val="566577"/>
                </a:solidFill>
                <a:latin typeface="Poppins"/>
                <a:ea typeface="NanumGothic"/>
                <a:cs typeface="NanumGothic"/>
              </a:rPr>
              <a:t>Vela 공통 시스템 가정 대조군: base와 동일.</a:t>
            </a:r>
          </a:p>
        </p:txBody>
      </p:sp>
      <p:sp>
        <p:nvSpPr>
          <p:cNvPr id="81" name="TextBox 80"/>
          <p:cNvSpPr txBox="1"/>
          <p:nvPr/>
        </p:nvSpPr>
        <p:spPr>
          <a:xfrm>
            <a:off x="594360" y="4892040"/>
            <a:ext cx="11064240" cy="822960"/>
          </a:xfrm>
          <a:prstGeom prst="rect">
            <a:avLst/>
          </a:prstGeom>
          <a:noFill/>
        </p:spPr>
        <p:txBody>
          <a:bodyPr wrap="square" anchor="t" lIns="45720" rIns="45720" tIns="27432" bIns="27432">
            <a:spAutoFit/>
          </a:bodyPr>
          <a:lstStyle/>
          <a:p>
            <a:pPr algn="l">
              <a:lnSpc>
                <a:spcPct val="110000"/>
              </a:lnSpc>
            </a:pPr>
            <a:r>
              <a:rPr sz="1000" b="0">
                <a:solidFill>
                  <a:srgbClr val="566577"/>
                </a:solidFill>
                <a:latin typeface="Poppins"/>
                <a:ea typeface="NanumGothic"/>
                <a:cs typeface="NanumGothic"/>
              </a:rPr>
              <a:t>r이 낮은 형상은 36×1·12×3처럼 256 MAC의 OFM block이 맞지 않는 경우(36×1: block 20x2x48, 너비 1을 2로 채움). 형상이 block에 맞으면 r은 형상과 무관(1×36 ≈ 2×18 ≈ 6×6).</a:t>
            </a:r>
          </a:p>
          <a:p>
            <a:pPr algn="l">
              <a:lnSpc>
                <a:spcPct val="110000"/>
              </a:lnSpc>
            </a:pPr>
            <a:r>
              <a:rPr sz="1000" b="0">
                <a:solidFill>
                  <a:srgbClr val="566577"/>
                </a:solidFill>
                <a:latin typeface="Poppins"/>
                <a:ea typeface="NanumGothic"/>
                <a:cs typeface="NanumGothic"/>
              </a:rPr>
              <a:t>통제 보강(H3-R, 부록 A8): 형상 간 최종 INT8 가중치·bias·양자화를 바이트 동일하게 만들고 두 MAC의 실효 TA 값을 전부 같게 맞춰 다시 측정 → 54셀의 base 값이 TOTAL·ACTIVE 모두 위 표와 일치. 형상별 양자화 차이는 이 결과를 만들지 않았다.</a:t>
            </a:r>
          </a:p>
          <a:p>
            <a:pPr algn="l">
              <a:lnSpc>
                <a:spcPct val="110000"/>
              </a:lnSpc>
            </a:pPr>
            <a:r>
              <a:rPr sz="1000" b="0">
                <a:solidFill>
                  <a:srgbClr val="566577"/>
                </a:solidFill>
                <a:latin typeface="Poppins"/>
                <a:ea typeface="NanumGothic"/>
                <a:cs typeface="NanumGothic"/>
              </a:rPr>
              <a:t>말하지 않는 것: 면적 자체가 원인(TOTAL 기준 3×3 Conv에서만 단조, ACTIVE 기준 세 종류) · equalized에서도 두 MAC은 Vela system_config·산출물·블록이 다름 · 수천 사이클 규모에서 격자 1,000은 TOTAL의 16–33%(오차 범위가 아니라 격자 간격, 부록 A7).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NanumGothic"/>
                <a:ea typeface="NanumGothic"/>
                <a:cs typeface="NanumGothic"/>
              </a:rPr>
              <a:t>부록 A5 · RNNoise 연산 그룹 분석 (U85 256→512, 별도 계측)</a:t>
            </a:r>
          </a:p>
        </p:txBody>
      </p:sp>
      <p:sp>
        <p:nvSpPr>
          <p:cNvPr id="3" name="TextBox 2"/>
          <p:cNvSpPr txBox="1"/>
          <p:nvPr/>
        </p:nvSpPr>
        <p:spPr>
          <a:xfrm>
            <a:off x="11000232"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28</a:t>
            </a:r>
          </a:p>
        </p:txBody>
      </p:sp>
      <p:sp>
        <p:nvSpPr>
          <p:cNvPr id="4" name="TextBox 3"/>
          <p:cNvSpPr txBox="1"/>
          <p:nvPr/>
        </p:nvSpPr>
        <p:spPr>
          <a:xfrm>
            <a:off x="502920" y="1225296"/>
            <a:ext cx="11155680" cy="521207"/>
          </a:xfrm>
          <a:prstGeom prst="rect">
            <a:avLst/>
          </a:prstGeom>
          <a:noFill/>
        </p:spPr>
        <p:txBody>
          <a:bodyPr wrap="square" lIns="0" rIns="0" tIns="0" bIns="0">
            <a:spAutoFit/>
          </a:bodyPr>
          <a:lstStyle/>
          <a:p>
            <a:pPr>
              <a:spcAft>
                <a:spcPts val="500"/>
              </a:spcAft>
            </a:pPr>
            <a:r>
              <a:rPr sz="1700" b="0">
                <a:solidFill>
                  <a:srgbClr val="566577"/>
                </a:solidFill>
                <a:latin typeface="NanumGothic"/>
                <a:ea typeface="NanumGothic"/>
                <a:cs typeface="NanumGothic"/>
              </a:rPr>
              <a:t>요인 5·7의 초기 근거 · 별도 계측 결과이며 전체 모델 측정을 직접 분해한 값은 아니다 · 기본 TA 조건(256@250, 512@500)의 값</a:t>
            </a:r>
          </a:p>
        </p:txBody>
      </p:sp>
      <p:sp>
        <p:nvSpPr>
          <p:cNvPr id="5" name="Rectangle 4"/>
          <p:cNvSpPr/>
          <p:nvPr/>
        </p:nvSpPr>
        <p:spPr>
          <a:xfrm>
            <a:off x="457200" y="5806440"/>
            <a:ext cx="11265408"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148"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lIns="0" rIns="0" tIns="0" bIns="0">
            <a:spAutoFit/>
          </a:bodyPr>
          <a:lstStyle/>
          <a:p>
            <a:pPr>
              <a:spcAft>
                <a:spcPts val="500"/>
              </a:spcAft>
            </a:pPr>
            <a:r>
              <a:rPr sz="1550" b="1">
                <a:solidFill>
                  <a:srgbClr val="13366B"/>
                </a:solidFill>
                <a:latin typeface="NanumGothic"/>
                <a:ea typeface="NanumGothic"/>
                <a:cs typeface="NanumGothic"/>
              </a:rPr>
              <a:t>그룹별 증감 분포는 확인. 전체 모델의 +19,000은 TA 프로파일 변경과 동반하고(21장), 합성 1×1 Conv에서도 같은 역전이 재현된다(22장).</a:t>
            </a:r>
          </a:p>
        </p:txBody>
      </p:sp>
      <p:sp>
        <p:nvSpPr>
          <p:cNvPr id="8" name="TextBox 7"/>
          <p:cNvSpPr txBox="1"/>
          <p:nvPr/>
        </p:nvSpPr>
        <p:spPr>
          <a:xfrm>
            <a:off x="594360" y="1847088"/>
            <a:ext cx="5166360" cy="310896"/>
          </a:xfrm>
          <a:prstGeom prst="rect">
            <a:avLst/>
          </a:prstGeom>
          <a:noFill/>
        </p:spPr>
        <p:txBody>
          <a:bodyPr wrap="square" lIns="0" rIns="0" tIns="0" bIns="0">
            <a:spAutoFit/>
          </a:bodyPr>
          <a:lstStyle/>
          <a:p>
            <a:pPr>
              <a:spcAft>
                <a:spcPts val="500"/>
              </a:spcAft>
            </a:pPr>
            <a:r>
              <a:rPr sz="1600" b="1">
                <a:solidFill>
                  <a:srgbClr val="13366B"/>
                </a:solidFill>
                <a:latin typeface="NanumGothic"/>
                <a:ea typeface="NanumGothic"/>
                <a:cs typeface="NanumGothic"/>
              </a:rPr>
              <a:t>기본 설정의 14개 그룹: 사이클 증가 10 · 감소 1 · 동일 3</a:t>
            </a:r>
          </a:p>
        </p:txBody>
      </p:sp>
      <p:pic>
        <p:nvPicPr>
          <p:cNvPr id="9" name="Picture 8" descr="group_delta.png"/>
          <p:cNvPicPr>
            <a:picLocks noChangeAspect="1"/>
          </p:cNvPicPr>
          <p:nvPr/>
        </p:nvPicPr>
        <p:blipFill>
          <a:blip r:embed="rId3"/>
          <a:stretch>
            <a:fillRect/>
          </a:stretch>
        </p:blipFill>
        <p:spPr>
          <a:xfrm>
            <a:off x="803726" y="2295144"/>
            <a:ext cx="4738483" cy="2642616"/>
          </a:xfrm>
          <a:prstGeom prst="rect">
            <a:avLst/>
          </a:prstGeom>
        </p:spPr>
      </p:pic>
      <p:sp>
        <p:nvSpPr>
          <p:cNvPr id="10" name="Rectangle 9"/>
          <p:cNvSpPr/>
          <p:nvPr/>
        </p:nvSpPr>
        <p:spPr>
          <a:xfrm>
            <a:off x="594360" y="5020056"/>
            <a:ext cx="5166360" cy="649224"/>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102352"/>
            <a:ext cx="4928616" cy="493776"/>
          </a:xfrm>
          <a:prstGeom prst="rect">
            <a:avLst/>
          </a:prstGeom>
          <a:noFill/>
        </p:spPr>
        <p:txBody>
          <a:bodyPr wrap="square" lIns="0" rIns="0" tIns="0" bIns="0">
            <a:spAutoFit/>
          </a:bodyPr>
          <a:lstStyle/>
          <a:p>
            <a:pPr>
              <a:spcAft>
                <a:spcPts val="500"/>
              </a:spcAft>
            </a:pPr>
            <a:r>
              <a:rPr sz="1350" b="1">
                <a:solidFill>
                  <a:srgbClr val="22364B"/>
                </a:solidFill>
                <a:latin typeface="NanumGothic"/>
                <a:ea typeface="NanumGothic"/>
                <a:cs typeface="NanumGothic"/>
              </a:rPr>
              <a:t>그룹 합 +19,060 / 전체 모델 측정값 +19,000</a:t>
            </a:r>
          </a:p>
          <a:p>
            <a:pPr>
              <a:spcAft>
                <a:spcPts val="500"/>
              </a:spcAft>
            </a:pPr>
            <a:pPr/>
            <a:r>
              <a:rPr sz="1350" b="1">
                <a:solidFill>
                  <a:srgbClr val="22364B"/>
                </a:solidFill>
                <a:latin typeface="NanumGothic"/>
                <a:ea typeface="NanumGothic"/>
                <a:cs typeface="NanumGothic"/>
              </a:rPr>
              <a:t>차이 60 cycles</a:t>
            </a:r>
          </a:p>
        </p:txBody>
      </p:sp>
      <p:sp>
        <p:nvSpPr>
          <p:cNvPr id="12" name="Rectangle 11"/>
          <p:cNvSpPr/>
          <p:nvPr/>
        </p:nvSpPr>
        <p:spPr>
          <a:xfrm>
            <a:off x="6099048" y="1856231"/>
            <a:ext cx="5504688" cy="17830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45352" y="1993392"/>
            <a:ext cx="5202936" cy="329184"/>
          </a:xfrm>
          <a:prstGeom prst="rect">
            <a:avLst/>
          </a:prstGeom>
          <a:noFill/>
        </p:spPr>
        <p:txBody>
          <a:bodyPr wrap="square" lIns="0" rIns="0" tIns="0" bIns="0">
            <a:spAutoFit/>
          </a:bodyPr>
          <a:lstStyle/>
          <a:p>
            <a:pPr>
              <a:spcAft>
                <a:spcPts val="500"/>
              </a:spcAft>
            </a:pPr>
            <a:r>
              <a:rPr sz="1700" b="1">
                <a:solidFill>
                  <a:srgbClr val="13366B"/>
                </a:solidFill>
                <a:latin typeface="Poppins"/>
                <a:ea typeface="Poppins"/>
                <a:cs typeface="Poppins"/>
              </a:rPr>
              <a:t>ublock 변화로 사이클 증감을 구분할 수 있는가?</a:t>
            </a:r>
          </a:p>
        </p:txBody>
      </p:sp>
      <p:sp>
        <p:nvSpPr>
          <p:cNvPr id="14" name="TextBox 13"/>
          <p:cNvSpPr txBox="1"/>
          <p:nvPr/>
        </p:nvSpPr>
        <p:spPr>
          <a:xfrm>
            <a:off x="6245352" y="2468880"/>
            <a:ext cx="5202936" cy="969264"/>
          </a:xfrm>
          <a:prstGeom prst="rect">
            <a:avLst/>
          </a:prstGeom>
          <a:noFill/>
        </p:spPr>
        <p:txBody>
          <a:bodyPr wrap="square" lIns="0" rIns="0" tIns="0" bIns="0">
            <a:spAutoFit/>
          </a:bodyPr>
          <a:lstStyle/>
          <a:p>
            <a:pPr>
              <a:spcAft>
                <a:spcPts val="500"/>
              </a:spcAft>
            </a:pPr>
            <a:r>
              <a:rPr sz="1450" b="0">
                <a:solidFill>
                  <a:srgbClr val="22364B"/>
                </a:solidFill>
                <a:latin typeface="Poppins"/>
                <a:ea typeface="Poppins"/>
                <a:cs typeface="Poppins"/>
              </a:rPr>
              <a:t>5개 모델에서 분리 가능한 연산 124개 중 ublock이 바뀐 비율</a:t>
            </a:r>
          </a:p>
          <a:p>
            <a:pPr>
              <a:spcAft>
                <a:spcPts val="500"/>
              </a:spcAft>
            </a:pPr>
            <a:pPr/>
            <a:r>
              <a:rPr sz="1450" b="0">
                <a:solidFill>
                  <a:srgbClr val="22364B"/>
                </a:solidFill>
                <a:latin typeface="Poppins"/>
                <a:ea typeface="Poppins"/>
                <a:cs typeface="Poppins"/>
              </a:rPr>
              <a:t>증가 41/43 · 감소 63/65 · 동일 14/16</a:t>
            </a:r>
          </a:p>
          <a:p>
            <a:pPr>
              <a:spcAft>
                <a:spcPts val="500"/>
              </a:spcAft>
            </a:pPr>
            <a:pPr/>
            <a:r>
              <a:rPr sz="1450" b="0">
                <a:solidFill>
                  <a:srgbClr val="22364B"/>
                </a:solidFill>
                <a:latin typeface="Poppins"/>
                <a:ea typeface="Poppins"/>
                <a:cs typeface="Poppins"/>
              </a:rPr>
              <a:t>세 방향 모두에서 높아 증감을 구분하지 못한다</a:t>
            </a:r>
          </a:p>
        </p:txBody>
      </p:sp>
      <p:sp>
        <p:nvSpPr>
          <p:cNvPr id="15" name="Rectangle 14"/>
          <p:cNvSpPr/>
          <p:nvPr/>
        </p:nvSpPr>
        <p:spPr>
          <a:xfrm>
            <a:off x="6099048" y="3822191"/>
            <a:ext cx="5504688" cy="1847088"/>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5352" y="3959352"/>
            <a:ext cx="5202936" cy="320040"/>
          </a:xfrm>
          <a:prstGeom prst="rect">
            <a:avLst/>
          </a:prstGeom>
          <a:noFill/>
        </p:spPr>
        <p:txBody>
          <a:bodyPr wrap="square" lIns="0" rIns="0" tIns="0" bIns="0">
            <a:spAutoFit/>
          </a:bodyPr>
          <a:lstStyle/>
          <a:p>
            <a:pPr>
              <a:spcAft>
                <a:spcPts val="500"/>
              </a:spcAft>
            </a:pPr>
            <a:r>
              <a:rPr sz="1700" b="1">
                <a:solidFill>
                  <a:srgbClr val="13366B"/>
                </a:solidFill>
                <a:latin typeface="Poppins"/>
                <a:ea typeface="Poppins"/>
                <a:cs typeface="Poppins"/>
              </a:rPr>
              <a:t>memory mode에 따라 증가 그룹이 달라지는가?</a:t>
            </a:r>
          </a:p>
        </p:txBody>
      </p:sp>
      <p:sp>
        <p:nvSpPr>
          <p:cNvPr id="17" name="TextBox 16"/>
          <p:cNvSpPr txBox="1"/>
          <p:nvPr/>
        </p:nvSpPr>
        <p:spPr>
          <a:xfrm>
            <a:off x="6245352" y="4389120"/>
            <a:ext cx="5202936" cy="1124712"/>
          </a:xfrm>
          <a:prstGeom prst="rect">
            <a:avLst/>
          </a:prstGeom>
          <a:noFill/>
        </p:spPr>
        <p:txBody>
          <a:bodyPr wrap="square" lIns="0" rIns="0" tIns="0" bIns="0">
            <a:spAutoFit/>
          </a:bodyPr>
          <a:lstStyle/>
          <a:p>
            <a:pPr>
              <a:spcAft>
                <a:spcPts val="500"/>
              </a:spcAft>
            </a:pPr>
            <a:r>
              <a:rPr sz="1400" b="0">
                <a:solidFill>
                  <a:srgbClr val="22364B"/>
                </a:solidFill>
                <a:latin typeface="Poppins"/>
                <a:ea typeface="Poppins"/>
                <a:cs typeface="Poppins"/>
              </a:rPr>
              <a:t>RNNoise · 세 memory mode에 공통인 29개 그룹 비교</a:t>
            </a:r>
          </a:p>
          <a:p>
            <a:pPr>
              <a:spcAft>
                <a:spcPts val="500"/>
              </a:spcAft>
            </a:pPr>
            <a:pPr/>
            <a:r>
              <a:rPr sz="1400" b="0">
                <a:solidFill>
                  <a:srgbClr val="22364B"/>
                </a:solidFill>
                <a:latin typeface="Poppins"/>
                <a:ea typeface="Poppins"/>
                <a:cs typeface="Poppins"/>
              </a:rPr>
              <a:t>27/29 그룹이 같은 방향 · 증가↔감소 반전 0</a:t>
            </a:r>
          </a:p>
          <a:p>
            <a:pPr>
              <a:spcAft>
                <a:spcPts val="500"/>
              </a:spcAft>
            </a:pPr>
            <a:pPr/>
            <a:r>
              <a:rPr sz="1400" b="0">
                <a:solidFill>
                  <a:srgbClr val="22364B"/>
                </a:solidFill>
                <a:latin typeface="Poppins"/>
                <a:ea typeface="Poppins"/>
                <a:cs typeface="Poppins"/>
              </a:rPr>
              <a:t>세 모드 모두 증가 3그룹, Sram_Only에서만 동일 2그룹</a:t>
            </a:r>
          </a:p>
          <a:p>
            <a:pPr>
              <a:spcAft>
                <a:spcPts val="500"/>
              </a:spcAft>
            </a:pPr>
            <a:pPr/>
            <a:r>
              <a:rPr sz="1400" b="0">
                <a:solidFill>
                  <a:srgbClr val="22364B"/>
                </a:solidFill>
                <a:latin typeface="Poppins"/>
                <a:ea typeface="Poppins"/>
                <a:cs typeface="Poppins"/>
              </a:rPr>
              <a:t>모드마다 컴파일 산출물이 달라 메모리 영향만 분리할 수 없다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NanumGothic"/>
                <a:ea typeface="NanumGothic"/>
                <a:cs typeface="NanumGothic"/>
              </a:rPr>
              <a:t>현재 실험으로 구분하지 못한 영향</a:t>
            </a:r>
          </a:p>
        </p:txBody>
      </p:sp>
      <p:sp>
        <p:nvSpPr>
          <p:cNvPr id="3" name="TextBox 2"/>
          <p:cNvSpPr txBox="1"/>
          <p:nvPr/>
        </p:nvSpPr>
        <p:spPr>
          <a:xfrm>
            <a:off x="11000232"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21</a:t>
            </a:r>
          </a:p>
        </p:txBody>
      </p:sp>
      <p:sp>
        <p:nvSpPr>
          <p:cNvPr id="4" name="TextBox 3"/>
          <p:cNvSpPr txBox="1"/>
          <p:nvPr/>
        </p:nvSpPr>
        <p:spPr>
          <a:xfrm>
            <a:off x="502920" y="1225296"/>
            <a:ext cx="11155680" cy="521207"/>
          </a:xfrm>
          <a:prstGeom prst="rect">
            <a:avLst/>
          </a:prstGeom>
          <a:noFill/>
        </p:spPr>
        <p:txBody>
          <a:bodyPr wrap="square" lIns="0" rIns="0" tIns="0" bIns="0">
            <a:spAutoFit/>
          </a:bodyPr>
          <a:lstStyle/>
          <a:p>
            <a:pPr>
              <a:spcAft>
                <a:spcPts val="500"/>
              </a:spcAft>
            </a:pPr>
            <a:r>
              <a:rPr sz="1700" b="0">
                <a:solidFill>
                  <a:srgbClr val="566577"/>
                </a:solidFill>
                <a:latin typeface="NanumGothic"/>
                <a:ea typeface="NanumGothic"/>
                <a:cs typeface="NanumGothic"/>
              </a:rPr>
              <a:t>H13 개입 실험 뒤에도 요인별 영향을 나누지 못한 항목 · 앞 페이지의 판정은 이 한계 안에서 읽는다</a:t>
            </a:r>
          </a:p>
        </p:txBody>
      </p:sp>
      <p:sp>
        <p:nvSpPr>
          <p:cNvPr id="5" name="Rectangle 4"/>
          <p:cNvSpPr/>
          <p:nvPr/>
        </p:nvSpPr>
        <p:spPr>
          <a:xfrm>
            <a:off x="457200" y="5806440"/>
            <a:ext cx="11265408"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148"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lIns="0" rIns="0" tIns="0" bIns="0">
            <a:spAutoFit/>
          </a:bodyPr>
          <a:lstStyle/>
          <a:p>
            <a:pPr>
              <a:spcAft>
                <a:spcPts val="500"/>
              </a:spcAft>
            </a:pPr>
            <a:r>
              <a:rPr sz="1550" b="1">
                <a:solidFill>
                  <a:srgbClr val="13366B"/>
                </a:solidFill>
                <a:latin typeface="NanumGothic"/>
                <a:ea typeface="NanumGothic"/>
                <a:cs typeface="NanumGothic"/>
              </a:rPr>
              <a:t>개입 효과는 요인별로 확인됐고 형상 통제도 보강됐지만, 잔여 비용의 성분 분리와 소형 연산의 정밀 측정은 남는다.</a:t>
            </a:r>
          </a:p>
        </p:txBody>
      </p:sp>
      <p:sp>
        <p:nvSpPr>
          <p:cNvPr id="8" name="Rectangle 7"/>
          <p:cNvSpPr/>
          <p:nvPr/>
        </p:nvSpPr>
        <p:spPr>
          <a:xfrm>
            <a:off x="502920" y="1938528"/>
            <a:ext cx="4016044" cy="493776"/>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048256"/>
            <a:ext cx="3778300" cy="356616"/>
          </a:xfrm>
          <a:prstGeom prst="rect">
            <a:avLst/>
          </a:prstGeom>
          <a:noFill/>
        </p:spPr>
        <p:txBody>
          <a:bodyPr wrap="square" lIns="0" rIns="0" tIns="0" bIns="0">
            <a:spAutoFit/>
          </a:bodyPr>
          <a:lstStyle/>
          <a:p>
            <a:pPr>
              <a:spcAft>
                <a:spcPts val="300"/>
              </a:spcAft>
            </a:pPr>
            <a:r>
              <a:rPr sz="1600" b="1">
                <a:solidFill>
                  <a:srgbClr val="FFFFFF"/>
                </a:solidFill>
                <a:latin typeface="NanumGothic"/>
                <a:ea typeface="NanumGothic"/>
                <a:cs typeface="NanumGothic"/>
              </a:rPr>
              <a:t>함께 바뀐 조건 / 부족한 측정</a:t>
            </a:r>
          </a:p>
        </p:txBody>
      </p:sp>
      <p:sp>
        <p:nvSpPr>
          <p:cNvPr id="10" name="Rectangle 9"/>
          <p:cNvSpPr/>
          <p:nvPr/>
        </p:nvSpPr>
        <p:spPr>
          <a:xfrm>
            <a:off x="4518964" y="1938528"/>
            <a:ext cx="3235147" cy="493776"/>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7836" y="2048256"/>
            <a:ext cx="2997403" cy="356616"/>
          </a:xfrm>
          <a:prstGeom prst="rect">
            <a:avLst/>
          </a:prstGeom>
          <a:noFill/>
        </p:spPr>
        <p:txBody>
          <a:bodyPr wrap="square" lIns="0" rIns="0" tIns="0" bIns="0">
            <a:spAutoFit/>
          </a:bodyPr>
          <a:lstStyle/>
          <a:p>
            <a:pPr>
              <a:spcAft>
                <a:spcPts val="300"/>
              </a:spcAft>
            </a:pPr>
            <a:r>
              <a:rPr sz="1600" b="1">
                <a:solidFill>
                  <a:srgbClr val="FFFFFF"/>
                </a:solidFill>
                <a:latin typeface="NanumGothic"/>
                <a:ea typeface="NanumGothic"/>
                <a:cs typeface="NanumGothic"/>
              </a:rPr>
              <a:t>확인한 것</a:t>
            </a:r>
          </a:p>
        </p:txBody>
      </p:sp>
      <p:sp>
        <p:nvSpPr>
          <p:cNvPr id="12" name="Rectangle 11"/>
          <p:cNvSpPr/>
          <p:nvPr/>
        </p:nvSpPr>
        <p:spPr>
          <a:xfrm>
            <a:off x="7754111" y="1938528"/>
            <a:ext cx="3904487" cy="493776"/>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2983" y="2048256"/>
            <a:ext cx="3666744" cy="356616"/>
          </a:xfrm>
          <a:prstGeom prst="rect">
            <a:avLst/>
          </a:prstGeom>
          <a:noFill/>
        </p:spPr>
        <p:txBody>
          <a:bodyPr wrap="square" lIns="0" rIns="0" tIns="0" bIns="0">
            <a:spAutoFit/>
          </a:bodyPr>
          <a:lstStyle/>
          <a:p>
            <a:pPr>
              <a:spcAft>
                <a:spcPts val="300"/>
              </a:spcAft>
            </a:pPr>
            <a:r>
              <a:rPr sz="1600" b="1">
                <a:solidFill>
                  <a:srgbClr val="FFFFFF"/>
                </a:solidFill>
                <a:latin typeface="NanumGothic"/>
                <a:ea typeface="NanumGothic"/>
                <a:cs typeface="NanumGothic"/>
              </a:rPr>
              <a:t>확인하지 못한 것</a:t>
            </a:r>
          </a:p>
        </p:txBody>
      </p:sp>
      <p:sp>
        <p:nvSpPr>
          <p:cNvPr id="14" name="Rectangle 13"/>
          <p:cNvSpPr/>
          <p:nvPr/>
        </p:nvSpPr>
        <p:spPr>
          <a:xfrm>
            <a:off x="502920" y="2432304"/>
            <a:ext cx="4016044"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2542032"/>
            <a:ext cx="3778300"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PMU TOTAL이 1,000 사이클 격자로</a:t>
            </a:r>
          </a:p>
          <a:p>
            <a:pPr/>
            <a:r>
              <a:rPr sz="1600" b="0">
                <a:solidFill>
                  <a:srgbClr val="22364B"/>
                </a:solidFill>
                <a:latin typeface="NanumGothic"/>
                <a:ea typeface="NanumGothic"/>
                <a:cs typeface="NanumGothic"/>
              </a:rPr>
              <a:t>양자화됨 (기원 미확인)</a:t>
            </a:r>
          </a:p>
        </p:txBody>
      </p:sp>
      <p:sp>
        <p:nvSpPr>
          <p:cNvPr id="16" name="Rectangle 15"/>
          <p:cNvSpPr/>
          <p:nvPr/>
        </p:nvSpPr>
        <p:spPr>
          <a:xfrm>
            <a:off x="4518964" y="2432304"/>
            <a:ext cx="3235147"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37836" y="2542032"/>
            <a:ext cx="2997403"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지연·pulse·FVP quantum 어디에도 불변</a:t>
            </a:r>
          </a:p>
          <a:p>
            <a:pPr/>
            <a:r>
              <a:rPr sz="1600" b="0">
                <a:solidFill>
                  <a:srgbClr val="22364B"/>
                </a:solidFill>
                <a:latin typeface="NanumGothic"/>
                <a:ea typeface="NanumGothic"/>
                <a:cs typeface="NanumGothic"/>
              </a:rPr>
              <a:t>ACTIVE는 양자화 없음 (보완 검사)</a:t>
            </a:r>
          </a:p>
        </p:txBody>
      </p:sp>
      <p:sp>
        <p:nvSpPr>
          <p:cNvPr id="18" name="Rectangle 17"/>
          <p:cNvSpPr/>
          <p:nvPr/>
        </p:nvSpPr>
        <p:spPr>
          <a:xfrm>
            <a:off x="7754111" y="2432304"/>
            <a:ext cx="3904487"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72983" y="2542032"/>
            <a:ext cx="3666744"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격자의 기원(CPU/드라이버/모델 측)</a:t>
            </a:r>
          </a:p>
          <a:p>
            <a:pPr/>
            <a:r>
              <a:rPr sz="1600" b="0">
                <a:solidFill>
                  <a:srgbClr val="22364B"/>
                </a:solidFill>
                <a:latin typeface="NanumGothic"/>
                <a:ea typeface="NanumGothic"/>
                <a:cs typeface="NanumGothic"/>
              </a:rPr>
              <a:t>수천 사이클 규모 r의 정밀도</a:t>
            </a:r>
          </a:p>
        </p:txBody>
      </p:sp>
      <p:sp>
        <p:nvSpPr>
          <p:cNvPr id="20" name="Rectangle 19"/>
          <p:cNvSpPr/>
          <p:nvPr/>
        </p:nvSpPr>
        <p:spPr>
          <a:xfrm>
            <a:off x="502920" y="3300984"/>
            <a:ext cx="4016044"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410712"/>
            <a:ext cx="3778300" cy="731519"/>
          </a:xfrm>
          <a:prstGeom prst="rect">
            <a:avLst/>
          </a:prstGeom>
          <a:noFill/>
        </p:spPr>
        <p:txBody>
          <a:bodyPr wrap="square" lIns="0" rIns="0" tIns="0" bIns="0">
            <a:spAutoFit/>
          </a:bodyPr>
          <a:lstStyle/>
          <a:p>
            <a:pPr>
              <a:spcAft>
                <a:spcPts val="300"/>
              </a:spcAft>
            </a:pPr>
            <a:r>
              <a:rPr sz="1600" b="0">
                <a:solidFill>
                  <a:srgbClr val="22364B"/>
                </a:solidFill>
                <a:latin typeface="Poppins"/>
                <a:ea typeface="Poppins"/>
                <a:cs typeface="Poppins"/>
              </a:rPr>
              <a:t>Wav2Letter 잔여 비용(지연 0에서 92%)의</a:t>
            </a:r>
          </a:p>
          <a:p>
            <a:pPr/>
            <a:r>
              <a:rPr sz="1600" b="0">
                <a:solidFill>
                  <a:srgbClr val="22364B"/>
                </a:solidFill>
                <a:latin typeface="Poppins"/>
                <a:ea typeface="Poppins"/>
                <a:cs typeface="Poppins"/>
              </a:rPr>
              <a:t>성분: SRAM 경로 · 계산 · 내부 처리</a:t>
            </a:r>
          </a:p>
        </p:txBody>
      </p:sp>
      <p:sp>
        <p:nvSpPr>
          <p:cNvPr id="22" name="Rectangle 21"/>
          <p:cNvSpPr/>
          <p:nvPr/>
        </p:nvSpPr>
        <p:spPr>
          <a:xfrm>
            <a:off x="4518964" y="3300984"/>
            <a:ext cx="3235147"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7836" y="3410712"/>
            <a:ext cx="2997403"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외부 지연·상한에는 임계값 미만 반응</a:t>
            </a:r>
          </a:p>
          <a:p>
            <a:pPr/>
            <a:r>
              <a:rPr sz="1600" b="0">
                <a:solidFill>
                  <a:srgbClr val="22364B"/>
                </a:solidFill>
                <a:latin typeface="NanumGothic"/>
                <a:ea typeface="NanumGothic"/>
                <a:cs typeface="NanumGothic"/>
              </a:rPr>
              <a:t>가중치 배치에는 반응 (대표 레이어)</a:t>
            </a:r>
          </a:p>
        </p:txBody>
      </p:sp>
      <p:sp>
        <p:nvSpPr>
          <p:cNvPr id="24" name="Rectangle 23"/>
          <p:cNvSpPr/>
          <p:nvPr/>
        </p:nvSpPr>
        <p:spPr>
          <a:xfrm>
            <a:off x="7754111" y="3300984"/>
            <a:ext cx="3904487"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72983" y="3410712"/>
            <a:ext cx="3666744"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SRAM 경로·계산·내부 처리의 분리</a:t>
            </a:r>
          </a:p>
          <a:p>
            <a:pPr/>
            <a:r>
              <a:rPr sz="1600" b="0">
                <a:solidFill>
                  <a:srgbClr val="22364B"/>
                </a:solidFill>
                <a:latin typeface="NanumGothic"/>
                <a:ea typeface="NanumGothic"/>
                <a:cs typeface="NanumGothic"/>
              </a:rPr>
              <a:t>16 MB·4 MB 레이어로의 일반화</a:t>
            </a:r>
          </a:p>
        </p:txBody>
      </p:sp>
      <p:sp>
        <p:nvSpPr>
          <p:cNvPr id="26" name="Rectangle 25"/>
          <p:cNvSpPr/>
          <p:nvPr/>
        </p:nvSpPr>
        <p:spPr>
          <a:xfrm>
            <a:off x="502920" y="4169664"/>
            <a:ext cx="4016044"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4279392"/>
            <a:ext cx="3778300" cy="731519"/>
          </a:xfrm>
          <a:prstGeom prst="rect">
            <a:avLst/>
          </a:prstGeom>
          <a:noFill/>
        </p:spPr>
        <p:txBody>
          <a:bodyPr wrap="square" lIns="0" rIns="0" tIns="0" bIns="0">
            <a:spAutoFit/>
          </a:bodyPr>
          <a:lstStyle/>
          <a:p>
            <a:pPr>
              <a:spcAft>
                <a:spcPts val="300"/>
              </a:spcAft>
            </a:pPr>
            <a:r>
              <a:rPr sz="1600" b="0">
                <a:solidFill>
                  <a:srgbClr val="22364B"/>
                </a:solidFill>
                <a:latin typeface="Poppins"/>
                <a:ea typeface="Poppins"/>
                <a:cs typeface="Poppins"/>
              </a:rPr>
              <a:t>500–1000 지연 구간의 곡률 · 256·512 비가산성</a:t>
            </a:r>
          </a:p>
          <a:p>
            <a:pPr/>
            <a:r>
              <a:rPr sz="1600" b="0">
                <a:solidFill>
                  <a:srgbClr val="22364B"/>
                </a:solidFill>
                <a:latin typeface="Poppins"/>
                <a:ea typeface="Poppins"/>
                <a:cs typeface="Poppins"/>
              </a:rPr>
              <a:t>DW가 완화 TA에서만 형상 차이를 내는 이유</a:t>
            </a:r>
          </a:p>
        </p:txBody>
      </p:sp>
      <p:sp>
        <p:nvSpPr>
          <p:cNvPr id="28" name="Rectangle 27"/>
          <p:cNvSpPr/>
          <p:nvPr/>
        </p:nvSpPr>
        <p:spPr>
          <a:xfrm>
            <a:off x="4518964" y="4169664"/>
            <a:ext cx="3235147"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37836" y="4279392"/>
            <a:ext cx="2997403"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구간보간이 750에서 2–8% 과대 · DW의 형상 차이는</a:t>
            </a:r>
          </a:p>
          <a:p>
            <a:pPr/>
            <a:r>
              <a:rPr sz="1600" b="0">
                <a:solidFill>
                  <a:srgbClr val="22364B"/>
                </a:solidFill>
                <a:latin typeface="NanumGothic"/>
                <a:ea typeface="NanumGothic"/>
                <a:cs typeface="NanumGothic"/>
              </a:rPr>
              <a:t>양자화·MAXR/MAXW 통제 뒤에도 그대로 (H3-R)</a:t>
            </a:r>
          </a:p>
        </p:txBody>
      </p:sp>
      <p:sp>
        <p:nvSpPr>
          <p:cNvPr id="30" name="Rectangle 29"/>
          <p:cNvSpPr/>
          <p:nvPr/>
        </p:nvSpPr>
        <p:spPr>
          <a:xfrm>
            <a:off x="7754111" y="4169664"/>
            <a:ext cx="3904487" cy="86868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72983" y="4279392"/>
            <a:ext cx="3666744" cy="731519"/>
          </a:xfrm>
          <a:prstGeom prst="rect">
            <a:avLst/>
          </a:prstGeom>
          <a:noFill/>
        </p:spPr>
        <p:txBody>
          <a:bodyPr wrap="square" lIns="0" rIns="0" tIns="0" bIns="0">
            <a:spAutoFit/>
          </a:bodyPr>
          <a:lstStyle/>
          <a:p>
            <a:pPr>
              <a:spcAft>
                <a:spcPts val="300"/>
              </a:spcAft>
            </a:pPr>
            <a:r>
              <a:rPr sz="1600" b="0">
                <a:solidFill>
                  <a:srgbClr val="22364B"/>
                </a:solidFill>
                <a:latin typeface="NanumGothic"/>
                <a:ea typeface="NanumGothic"/>
                <a:cs typeface="NanumGothic"/>
              </a:rPr>
              <a:t>곡률의 메커니즘 · DW 손실 원인 · 3×3의 패딩</a:t>
            </a:r>
          </a:p>
          <a:p>
            <a:pPr/>
            <a:r>
              <a:rPr sz="1600" b="0">
                <a:solidFill>
                  <a:srgbClr val="22364B"/>
                </a:solidFill>
                <a:latin typeface="NanumGothic"/>
                <a:ea typeface="NanumGothic"/>
                <a:cs typeface="NanumGothic"/>
              </a:rPr>
              <a:t>비중(56–100%)과 블록 경계의 분리 · stall 카운터</a:t>
            </a:r>
          </a:p>
        </p:txBody>
      </p:sp>
      <p:sp>
        <p:nvSpPr>
          <p:cNvPr id="32" name="TextBox 31"/>
          <p:cNvSpPr txBox="1"/>
          <p:nvPr/>
        </p:nvSpPr>
        <p:spPr>
          <a:xfrm>
            <a:off x="594360" y="5422392"/>
            <a:ext cx="10972800" cy="274320"/>
          </a:xfrm>
          <a:prstGeom prst="rect">
            <a:avLst/>
          </a:prstGeom>
          <a:noFill/>
        </p:spPr>
        <p:txBody>
          <a:bodyPr wrap="square" lIns="0" rIns="0" tIns="0" bIns="0">
            <a:spAutoFit/>
          </a:bodyPr>
          <a:lstStyle/>
          <a:p>
            <a:pPr>
              <a:spcAft>
                <a:spcPts val="500"/>
              </a:spcAft>
            </a:pPr>
            <a:r>
              <a:rPr sz="1400" b="0">
                <a:solidFill>
                  <a:srgbClr val="566577"/>
                </a:solidFill>
                <a:latin typeface="NanumGothic"/>
                <a:ea typeface="NanumGothic"/>
                <a:cs typeface="NanumGothic"/>
              </a:rPr>
              <a:t>플랫폼 간 절대 사이클 비교와 Vela–FVP 절대 오차는 다루지 않는다 (부록 A1·A2). EXT_PULSE_OFF=0은 FVP가 완주하지 못해 사용 불가 (부록 A7).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주요 결과와 분석 한계</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22</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Corstone Family FVP 측정 · 통제 개입 실험(H13) 뒤의 확장 특성과 제한 요인 판단</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550" b="1">
                <a:solidFill>
                  <a:srgbClr val="13366B"/>
                </a:solidFill>
                <a:latin typeface="Poppins"/>
                <a:ea typeface="NanumGothic"/>
                <a:cs typeface="NanumGothic"/>
              </a:rPr>
              <a:t>MAC 확장의 이득은 모델·형상·메모리 서비스 조건의 결합으로 정해진다. 단독 원인으로 확정된 요인은 없다.</a:t>
            </a:r>
          </a:p>
        </p:txBody>
      </p:sp>
      <p:sp>
        <p:nvSpPr>
          <p:cNvPr id="8" name="Rectangle 7"/>
          <p:cNvSpPr/>
          <p:nvPr/>
        </p:nvSpPr>
        <p:spPr>
          <a:xfrm>
            <a:off x="502920" y="1810512"/>
            <a:ext cx="2377440" cy="420624"/>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892807"/>
            <a:ext cx="2139696" cy="292608"/>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항목</a:t>
            </a:r>
          </a:p>
        </p:txBody>
      </p:sp>
      <p:sp>
        <p:nvSpPr>
          <p:cNvPr id="10" name="Rectangle 9"/>
          <p:cNvSpPr/>
          <p:nvPr/>
        </p:nvSpPr>
        <p:spPr>
          <a:xfrm>
            <a:off x="2880360" y="1810512"/>
            <a:ext cx="5852160" cy="420624"/>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2" y="1892807"/>
            <a:ext cx="5614416" cy="292608"/>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확인한 결과</a:t>
            </a:r>
          </a:p>
        </p:txBody>
      </p:sp>
      <p:sp>
        <p:nvSpPr>
          <p:cNvPr id="12" name="Rectangle 11"/>
          <p:cNvSpPr/>
          <p:nvPr/>
        </p:nvSpPr>
        <p:spPr>
          <a:xfrm>
            <a:off x="8732520" y="1810512"/>
            <a:ext cx="3017520" cy="420624"/>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1392" y="1892807"/>
            <a:ext cx="2779776" cy="292608"/>
          </a:xfrm>
          <a:prstGeom prst="rect">
            <a:avLst/>
          </a:prstGeom>
          <a:noFill/>
        </p:spPr>
        <p:txBody>
          <a:bodyPr wrap="square" anchor="ctr" lIns="45720" rIns="45720" tIns="27432" bIns="27432">
            <a:spAutoFit/>
          </a:bodyPr>
          <a:lstStyle/>
          <a:p>
            <a:pPr algn="l">
              <a:lnSpc>
                <a:spcPct val="110000"/>
              </a:lnSpc>
            </a:pPr>
            <a:r>
              <a:rPr sz="1500" b="1">
                <a:solidFill>
                  <a:srgbClr val="FFFFFF"/>
                </a:solidFill>
                <a:latin typeface="Poppins"/>
                <a:ea typeface="NanumGothic"/>
                <a:cs typeface="NanumGothic"/>
              </a:rPr>
              <a:t>확인하지 못한 것</a:t>
            </a:r>
          </a:p>
        </p:txBody>
      </p:sp>
      <p:sp>
        <p:nvSpPr>
          <p:cNvPr id="14" name="Rectangle 13"/>
          <p:cNvSpPr/>
          <p:nvPr/>
        </p:nvSpPr>
        <p:spPr>
          <a:xfrm>
            <a:off x="502920" y="2231136"/>
            <a:ext cx="237744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2295144"/>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실행 사이클 · 메모리 접근</a:t>
            </a:r>
          </a:p>
        </p:txBody>
      </p:sp>
      <p:sp>
        <p:nvSpPr>
          <p:cNvPr id="16" name="Rectangle 15"/>
          <p:cNvSpPr/>
          <p:nvPr/>
        </p:nvSpPr>
        <p:spPr>
          <a:xfrm>
            <a:off x="2880360" y="2231136"/>
            <a:ext cx="585216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99232" y="2295144"/>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모델별 실행 사이클 분포와 접근 경로 비중을 확인. 활성 비율은 0.976–1.000</a:t>
            </a:r>
          </a:p>
        </p:txBody>
      </p:sp>
      <p:sp>
        <p:nvSpPr>
          <p:cNvPr id="18" name="Rectangle 17"/>
          <p:cNvSpPr/>
          <p:nvPr/>
        </p:nvSpPr>
        <p:spPr>
          <a:xfrm>
            <a:off x="8732520" y="2231136"/>
            <a:ext cx="301752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51392" y="2295144"/>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연산·대기·제어로의 시간 분해 · 실제 하드웨어의 포화</a:t>
            </a:r>
          </a:p>
        </p:txBody>
      </p:sp>
      <p:sp>
        <p:nvSpPr>
          <p:cNvPr id="20" name="Rectangle 19"/>
          <p:cNvSpPr/>
          <p:nvPr/>
        </p:nvSpPr>
        <p:spPr>
          <a:xfrm>
            <a:off x="502920" y="2907791"/>
            <a:ext cx="237744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2971799"/>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MAC 확장</a:t>
            </a:r>
          </a:p>
        </p:txBody>
      </p:sp>
      <p:sp>
        <p:nvSpPr>
          <p:cNvPr id="22" name="Rectangle 21"/>
          <p:cNvSpPr/>
          <p:nvPr/>
        </p:nvSpPr>
        <p:spPr>
          <a:xfrm>
            <a:off x="2880360" y="2907791"/>
            <a:ext cx="585216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9232" y="2971799"/>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인접 MAC 구성 비교 53건 중 사이클 감소 50 · 동일 1 · 증가 2. 대부분 비례 이하 · 6개 구성은 링크 실패로 실행 불가</a:t>
            </a:r>
          </a:p>
        </p:txBody>
      </p:sp>
      <p:sp>
        <p:nvSpPr>
          <p:cNvPr id="24" name="Rectangle 23"/>
          <p:cNvSpPr/>
          <p:nvPr/>
        </p:nvSpPr>
        <p:spPr>
          <a:xfrm>
            <a:off x="8732520" y="2907791"/>
            <a:ext cx="301752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51392" y="2971799"/>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MAC 증가만으로 기대 이득 결정</a:t>
            </a:r>
          </a:p>
        </p:txBody>
      </p:sp>
      <p:sp>
        <p:nvSpPr>
          <p:cNvPr id="26" name="Rectangle 25"/>
          <p:cNvSpPr/>
          <p:nvPr/>
        </p:nvSpPr>
        <p:spPr>
          <a:xfrm>
            <a:off x="502920" y="3584448"/>
            <a:ext cx="237744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3648456"/>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플랫폼 간 일관성</a:t>
            </a:r>
          </a:p>
        </p:txBody>
      </p:sp>
      <p:sp>
        <p:nvSpPr>
          <p:cNvPr id="28" name="Rectangle 27"/>
          <p:cNvSpPr/>
          <p:nvPr/>
        </p:nvSpPr>
        <p:spPr>
          <a:xfrm>
            <a:off x="2880360" y="3584448"/>
            <a:ext cx="585216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99232" y="3648456"/>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시험한 U55/U65 쌍에서 순위·변화 방향 유지. 효율 등급은 TA 조건에 따라 일부 변동</a:t>
            </a:r>
          </a:p>
        </p:txBody>
      </p:sp>
      <p:sp>
        <p:nvSpPr>
          <p:cNvPr id="30" name="Rectangle 29"/>
          <p:cNvSpPr/>
          <p:nvPr/>
        </p:nvSpPr>
        <p:spPr>
          <a:xfrm>
            <a:off x="8732520" y="3584448"/>
            <a:ext cx="301752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51392" y="3648456"/>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U85의 플랫폼 간 비교 · TA ON끼리의 비교</a:t>
            </a:r>
          </a:p>
        </p:txBody>
      </p:sp>
      <p:sp>
        <p:nvSpPr>
          <p:cNvPr id="32" name="Rectangle 31"/>
          <p:cNvSpPr/>
          <p:nvPr/>
        </p:nvSpPr>
        <p:spPr>
          <a:xfrm>
            <a:off x="502920" y="4261104"/>
            <a:ext cx="237744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4325112"/>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메모리 시스템 쪽 요인 (3)</a:t>
            </a:r>
          </a:p>
        </p:txBody>
      </p:sp>
      <p:sp>
        <p:nvSpPr>
          <p:cNvPr id="34" name="Rectangle 33"/>
          <p:cNvSpPr/>
          <p:nvPr/>
        </p:nvSpPr>
        <p:spPr>
          <a:xfrm>
            <a:off x="2880360" y="4261104"/>
            <a:ext cx="585216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9232" y="4325112"/>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읽기 지연이 주 성분, 동시 요청 수가 민감도 크기 결정(1→16에서 9배), KWS·AD 일반화. SRAM 상한은 낮추면 35–64% 손해·풀면 ≤5% 이득. Wav2Letter 잔여 비용은 외부 상한·지연에 임계값 미만</a:t>
            </a:r>
          </a:p>
        </p:txBody>
      </p:sp>
      <p:sp>
        <p:nvSpPr>
          <p:cNvPr id="36" name="Rectangle 35"/>
          <p:cNvSpPr/>
          <p:nvPr/>
        </p:nvSpPr>
        <p:spPr>
          <a:xfrm>
            <a:off x="8732520" y="4261104"/>
            <a:ext cx="301752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51392" y="4325112"/>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잔여 비용의 성분(SRAM·계산·내부) · stall 경로 · 500–1000 곡률</a:t>
            </a:r>
          </a:p>
        </p:txBody>
      </p:sp>
      <p:sp>
        <p:nvSpPr>
          <p:cNvPr id="38" name="Rectangle 37"/>
          <p:cNvSpPr/>
          <p:nvPr/>
        </p:nvSpPr>
        <p:spPr>
          <a:xfrm>
            <a:off x="502920" y="4937760"/>
            <a:ext cx="237744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5001768"/>
            <a:ext cx="213969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연산 구조 · 컴파일 쪽 요인 (4)</a:t>
            </a:r>
          </a:p>
        </p:txBody>
      </p:sp>
      <p:sp>
        <p:nvSpPr>
          <p:cNvPr id="40" name="Rectangle 39"/>
          <p:cNvSpPr/>
          <p:nvPr/>
        </p:nvSpPr>
        <p:spPr>
          <a:xfrm>
            <a:off x="2880360" y="4937760"/>
            <a:ext cx="585216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99232" y="5001768"/>
            <a:ext cx="561441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같은 면적에서 형상만 바꿔도 r이 바뀜(Conv은 TA 완화 시 대부분 소멸). 256→512 역전은 합성 1×1 Conv에서 재현. DW는 512 이득 없음. 256 block–형상 불일치가 손실 조건. 양자화·실효 TA를 고정한 재측정(H3-R)에서 값이 하나도 달라지지 않음</a:t>
            </a:r>
          </a:p>
        </p:txBody>
      </p:sp>
      <p:sp>
        <p:nvSpPr>
          <p:cNvPr id="42" name="Rectangle 41"/>
          <p:cNvSpPr/>
          <p:nvPr/>
        </p:nvSpPr>
        <p:spPr>
          <a:xfrm>
            <a:off x="8732520" y="4937760"/>
            <a:ext cx="3017520" cy="67665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1392" y="5001768"/>
            <a:ext cx="2779776" cy="566928"/>
          </a:xfrm>
          <a:prstGeom prst="rect">
            <a:avLst/>
          </a:prstGeom>
          <a:noFill/>
        </p:spPr>
        <p:txBody>
          <a:bodyPr wrap="square" anchor="ctr" lIns="45720" rIns="45720" tIns="27432" bIns="27432">
            <a:spAutoFit/>
          </a:bodyPr>
          <a:lstStyle/>
          <a:p>
            <a:pPr algn="l">
              <a:lnSpc>
                <a:spcPct val="110000"/>
              </a:lnSpc>
            </a:pPr>
            <a:r>
              <a:rPr sz="1350" b="0">
                <a:solidFill>
                  <a:srgbClr val="22364B"/>
                </a:solidFill>
                <a:latin typeface="Poppins"/>
                <a:ea typeface="NanumGothic"/>
                <a:cs typeface="NanumGothic"/>
              </a:rPr>
              <a:t>DW 손실 메커니즘 · 소형 연산의 TOTAL 양자화 · MAC별 Vela 가정 차이</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상자 8"/>
          <p:cNvSpPr txBox="1">
            <a:spLocks/>
          </p:cNvSpPr>
          <p:nvPr/>
        </p:nvSpPr>
        <p:spPr>
          <a:xfrm rot="0">
            <a:off x="773430" y="3009265"/>
            <a:ext cx="10700385" cy="495934"/>
          </a:xfrm>
          <a:prstGeom prst="rect"/>
          <a:noFill/>
        </p:spPr>
        <p:txBody>
          <a:bodyPr wrap="square" lIns="45720" tIns="27305" rIns="45720" bIns="27305" numCol="1" vert="horz" anchor="t">
            <a:spAutoFit/>
          </a:bodyPr>
          <a:lstStyle/>
          <a:p>
            <a:pPr marL="0" indent="0" algn="l">
              <a:lnSpc>
                <a:spcPct val="110000"/>
              </a:lnSpc>
              <a:buFontTx/>
              <a:buNone/>
            </a:pPr>
            <a:r>
              <a:rPr sz="2600" b="1">
                <a:solidFill>
                  <a:schemeClr val="tx1"/>
                </a:solidFill>
                <a:latin typeface="Poppins" charset="0"/>
                <a:ea typeface="NanumGothic" charset="0"/>
                <a:cs typeface="NanumGothic" charset="0"/>
              </a:rPr>
              <a:t>5. 부록</a:t>
            </a:r>
            <a:endParaRPr lang="ko-KR" altLang="en-US" sz="2600" b="1">
              <a:solidFill>
                <a:schemeClr val="tx1"/>
              </a:solidFill>
              <a:latin typeface="Poppins" charset="0"/>
              <a:ea typeface="NanumGothic" charset="0"/>
              <a:cs typeface="Nanum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Poppins"/>
                <a:ea typeface="Poppins"/>
                <a:cs typeface="Poppins"/>
              </a:rPr>
              <a:t>부록 A1 · Vela 예측과 FVP 측정의 일치도</a:t>
            </a:r>
          </a:p>
        </p:txBody>
      </p:sp>
      <p:sp>
        <p:nvSpPr>
          <p:cNvPr id="3" name="TextBox 2"/>
          <p:cNvSpPr txBox="1"/>
          <p:nvPr/>
        </p:nvSpPr>
        <p:spPr>
          <a:xfrm>
            <a:off x="11000232"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24</a:t>
            </a:r>
          </a:p>
        </p:txBody>
      </p:sp>
      <p:sp>
        <p:nvSpPr>
          <p:cNvPr id="4" name="TextBox 3"/>
          <p:cNvSpPr txBox="1"/>
          <p:nvPr/>
        </p:nvSpPr>
        <p:spPr>
          <a:xfrm>
            <a:off x="502920" y="1225296"/>
            <a:ext cx="11155680" cy="521207"/>
          </a:xfrm>
          <a:prstGeom prst="rect">
            <a:avLst/>
          </a:prstGeom>
          <a:noFill/>
        </p:spPr>
        <p:txBody>
          <a:bodyPr wrap="square" lIns="0" rIns="0" tIns="0" bIns="0">
            <a:spAutoFit/>
          </a:bodyPr>
          <a:lstStyle/>
          <a:p>
            <a:pPr>
              <a:spcAft>
                <a:spcPts val="500"/>
              </a:spcAft>
            </a:pPr>
            <a:r>
              <a:rPr sz="1700" b="0">
                <a:solidFill>
                  <a:srgbClr val="566577"/>
                </a:solidFill>
                <a:latin typeface="NanumGothic"/>
                <a:ea typeface="NanumGothic"/>
                <a:cs typeface="NanumGothic"/>
              </a:rPr>
              <a:t>절대 오차는 평가하지 않고, MAC 구성 순위·사이클 변화 방향·효율 등급의 일치를 비교</a:t>
            </a:r>
          </a:p>
        </p:txBody>
      </p:sp>
      <p:sp>
        <p:nvSpPr>
          <p:cNvPr id="5" name="Rectangle 4"/>
          <p:cNvSpPr/>
          <p:nvPr/>
        </p:nvSpPr>
        <p:spPr>
          <a:xfrm>
            <a:off x="457200" y="5806440"/>
            <a:ext cx="11265408"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148"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lIns="0" rIns="0" tIns="0" bIns="0">
            <a:spAutoFit/>
          </a:bodyPr>
          <a:lstStyle/>
          <a:p>
            <a:pPr>
              <a:spcAft>
                <a:spcPts val="500"/>
              </a:spcAft>
            </a:pPr>
            <a:r>
              <a:rPr sz="1550" b="1">
                <a:solidFill>
                  <a:srgbClr val="13366B"/>
                </a:solidFill>
                <a:latin typeface="Poppins"/>
                <a:ea typeface="Poppins"/>
                <a:cs typeface="Poppins"/>
              </a:rPr>
              <a:t>MAC 구성 순위는 20개 중 19개 계열, 변화 방향은 53건 중 50건이 일치했다. 개선 폭의 정확도를 뜻하지는 않는다.</a:t>
            </a:r>
          </a:p>
        </p:txBody>
      </p:sp>
      <p:sp>
        <p:nvSpPr>
          <p:cNvPr id="8" name="Rectangle 7"/>
          <p:cNvSpPr/>
          <p:nvPr/>
        </p:nvSpPr>
        <p:spPr>
          <a:xfrm>
            <a:off x="502920" y="1883664"/>
            <a:ext cx="1561795" cy="50292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93392"/>
            <a:ext cx="1324051" cy="365760"/>
          </a:xfrm>
          <a:prstGeom prst="rect">
            <a:avLst/>
          </a:prstGeom>
          <a:noFill/>
        </p:spPr>
        <p:txBody>
          <a:bodyPr wrap="square" lIns="0" rIns="0" tIns="0" bIns="0">
            <a:spAutoFit/>
          </a:bodyPr>
          <a:lstStyle/>
          <a:p>
            <a:pPr>
              <a:spcAft>
                <a:spcPts val="300"/>
              </a:spcAft>
            </a:pPr>
            <a:r>
              <a:rPr sz="1700" b="1">
                <a:solidFill>
                  <a:srgbClr val="FFFFFF"/>
                </a:solidFill>
                <a:latin typeface="Poppins"/>
                <a:ea typeface="Poppins"/>
                <a:cs typeface="Poppins"/>
              </a:rPr>
              <a:t>NPU</a:t>
            </a:r>
          </a:p>
        </p:txBody>
      </p:sp>
      <p:sp>
        <p:nvSpPr>
          <p:cNvPr id="10" name="Rectangle 9"/>
          <p:cNvSpPr/>
          <p:nvPr/>
        </p:nvSpPr>
        <p:spPr>
          <a:xfrm>
            <a:off x="2064715" y="1883664"/>
            <a:ext cx="3179368" cy="50292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83587" y="1993392"/>
            <a:ext cx="2941624" cy="365760"/>
          </a:xfrm>
          <a:prstGeom prst="rect">
            <a:avLst/>
          </a:prstGeom>
          <a:noFill/>
        </p:spPr>
        <p:txBody>
          <a:bodyPr wrap="square" lIns="0" rIns="0" tIns="0" bIns="0">
            <a:spAutoFit/>
          </a:bodyPr>
          <a:lstStyle/>
          <a:p>
            <a:pPr>
              <a:spcAft>
                <a:spcPts val="300"/>
              </a:spcAft>
            </a:pPr>
            <a:r>
              <a:rPr sz="1700" b="1">
                <a:solidFill>
                  <a:srgbClr val="FFFFFF"/>
                </a:solidFill>
                <a:latin typeface="Poppins"/>
                <a:ea typeface="Poppins"/>
                <a:cs typeface="Poppins"/>
              </a:rPr>
              <a:t>MAC </a:t>
            </a:r>
            <a:r>
              <a:rPr sz="1700" b="1">
                <a:solidFill>
                  <a:srgbClr val="FFFFFF"/>
                </a:solidFill>
                <a:latin typeface="NanumGothic"/>
                <a:ea typeface="NanumGothic"/>
                <a:cs typeface="NanumGothic"/>
              </a:rPr>
              <a:t>구성</a:t>
            </a:r>
            <a:r>
              <a:rPr sz="1700" b="1">
                <a:solidFill>
                  <a:srgbClr val="FFFFFF"/>
                </a:solidFill>
                <a:latin typeface="Poppins"/>
                <a:ea typeface="Poppins"/>
                <a:cs typeface="Poppins"/>
              </a:rPr>
              <a:t> </a:t>
            </a:r>
            <a:r>
              <a:rPr sz="1700" b="1">
                <a:solidFill>
                  <a:srgbClr val="FFFFFF"/>
                </a:solidFill>
                <a:latin typeface="NanumGothic"/>
                <a:ea typeface="NanumGothic"/>
                <a:cs typeface="NanumGothic"/>
              </a:rPr>
              <a:t>순위</a:t>
            </a:r>
          </a:p>
        </p:txBody>
      </p:sp>
      <p:sp>
        <p:nvSpPr>
          <p:cNvPr id="12" name="Rectangle 11"/>
          <p:cNvSpPr/>
          <p:nvPr/>
        </p:nvSpPr>
        <p:spPr>
          <a:xfrm>
            <a:off x="5244083" y="1883664"/>
            <a:ext cx="3179368" cy="50292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62955" y="1993392"/>
            <a:ext cx="2941624" cy="365760"/>
          </a:xfrm>
          <a:prstGeom prst="rect">
            <a:avLst/>
          </a:prstGeom>
          <a:noFill/>
        </p:spPr>
        <p:txBody>
          <a:bodyPr wrap="square" lIns="0" rIns="0" tIns="0" bIns="0">
            <a:spAutoFit/>
          </a:bodyPr>
          <a:lstStyle/>
          <a:p>
            <a:pPr>
              <a:spcAft>
                <a:spcPts val="300"/>
              </a:spcAft>
            </a:pPr>
            <a:r>
              <a:rPr sz="1700" b="1">
                <a:solidFill>
                  <a:srgbClr val="FFFFFF"/>
                </a:solidFill>
                <a:latin typeface="NanumGothic"/>
                <a:ea typeface="NanumGothic"/>
                <a:cs typeface="NanumGothic"/>
              </a:rPr>
              <a:t>사이클 변화 방향</a:t>
            </a:r>
          </a:p>
        </p:txBody>
      </p:sp>
      <p:sp>
        <p:nvSpPr>
          <p:cNvPr id="14" name="Rectangle 13"/>
          <p:cNvSpPr/>
          <p:nvPr/>
        </p:nvSpPr>
        <p:spPr>
          <a:xfrm>
            <a:off x="8423452" y="1883664"/>
            <a:ext cx="3235147" cy="50292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2324" y="1993392"/>
            <a:ext cx="2997403" cy="365760"/>
          </a:xfrm>
          <a:prstGeom prst="rect">
            <a:avLst/>
          </a:prstGeom>
          <a:noFill/>
        </p:spPr>
        <p:txBody>
          <a:bodyPr wrap="square" lIns="0" rIns="0" tIns="0" bIns="0">
            <a:spAutoFit/>
          </a:bodyPr>
          <a:lstStyle/>
          <a:p>
            <a:pPr>
              <a:spcAft>
                <a:spcPts val="300"/>
              </a:spcAft>
            </a:pPr>
            <a:r>
              <a:rPr sz="1700" b="1">
                <a:solidFill>
                  <a:srgbClr val="FFFFFF"/>
                </a:solidFill>
                <a:latin typeface="NanumGothic"/>
                <a:ea typeface="NanumGothic"/>
                <a:cs typeface="NanumGothic"/>
              </a:rPr>
              <a:t>효율 등급</a:t>
            </a:r>
          </a:p>
        </p:txBody>
      </p:sp>
      <p:sp>
        <p:nvSpPr>
          <p:cNvPr id="16" name="Rectangle 15"/>
          <p:cNvSpPr/>
          <p:nvPr/>
        </p:nvSpPr>
        <p:spPr>
          <a:xfrm>
            <a:off x="502920" y="2386584"/>
            <a:ext cx="1561795"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496312"/>
            <a:ext cx="1324051"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U55</a:t>
            </a:r>
          </a:p>
        </p:txBody>
      </p:sp>
      <p:sp>
        <p:nvSpPr>
          <p:cNvPr id="18" name="Rectangle 17"/>
          <p:cNvSpPr/>
          <p:nvPr/>
        </p:nvSpPr>
        <p:spPr>
          <a:xfrm>
            <a:off x="2064715" y="2386584"/>
            <a:ext cx="3179368"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83587" y="249631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6 / 6 </a:t>
            </a:r>
            <a:r>
              <a:rPr sz="1700" b="0">
                <a:solidFill>
                  <a:srgbClr val="22364B"/>
                </a:solidFill>
                <a:latin typeface="NanumGothic"/>
                <a:ea typeface="NanumGothic"/>
                <a:cs typeface="NanumGothic"/>
              </a:rPr>
              <a:t>계열</a:t>
            </a:r>
          </a:p>
        </p:txBody>
      </p:sp>
      <p:sp>
        <p:nvSpPr>
          <p:cNvPr id="20" name="Rectangle 19"/>
          <p:cNvSpPr/>
          <p:nvPr/>
        </p:nvSpPr>
        <p:spPr>
          <a:xfrm>
            <a:off x="5244083" y="2386584"/>
            <a:ext cx="3179368"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62955" y="249631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18 / 18</a:t>
            </a:r>
          </a:p>
        </p:txBody>
      </p:sp>
      <p:sp>
        <p:nvSpPr>
          <p:cNvPr id="22" name="Rectangle 21"/>
          <p:cNvSpPr/>
          <p:nvPr/>
        </p:nvSpPr>
        <p:spPr>
          <a:xfrm>
            <a:off x="8423452" y="2386584"/>
            <a:ext cx="3235147"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2324" y="2496312"/>
            <a:ext cx="2997403"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14 / 18</a:t>
            </a:r>
          </a:p>
        </p:txBody>
      </p:sp>
      <p:sp>
        <p:nvSpPr>
          <p:cNvPr id="24" name="Rectangle 23"/>
          <p:cNvSpPr/>
          <p:nvPr/>
        </p:nvSpPr>
        <p:spPr>
          <a:xfrm>
            <a:off x="502920" y="2889504"/>
            <a:ext cx="1561795"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2999232"/>
            <a:ext cx="1324051"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U65</a:t>
            </a:r>
          </a:p>
        </p:txBody>
      </p:sp>
      <p:sp>
        <p:nvSpPr>
          <p:cNvPr id="26" name="Rectangle 25"/>
          <p:cNvSpPr/>
          <p:nvPr/>
        </p:nvSpPr>
        <p:spPr>
          <a:xfrm>
            <a:off x="2064715" y="2889504"/>
            <a:ext cx="3179368"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83587" y="299923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7 / 7 </a:t>
            </a:r>
            <a:r>
              <a:rPr sz="1700" b="0">
                <a:solidFill>
                  <a:srgbClr val="22364B"/>
                </a:solidFill>
                <a:latin typeface="NanumGothic"/>
                <a:ea typeface="NanumGothic"/>
                <a:cs typeface="NanumGothic"/>
              </a:rPr>
              <a:t>계열</a:t>
            </a:r>
          </a:p>
        </p:txBody>
      </p:sp>
      <p:sp>
        <p:nvSpPr>
          <p:cNvPr id="28" name="Rectangle 27"/>
          <p:cNvSpPr/>
          <p:nvPr/>
        </p:nvSpPr>
        <p:spPr>
          <a:xfrm>
            <a:off x="5244083" y="2889504"/>
            <a:ext cx="3179368"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62955" y="299923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7 / 7</a:t>
            </a:r>
          </a:p>
        </p:txBody>
      </p:sp>
      <p:sp>
        <p:nvSpPr>
          <p:cNvPr id="30" name="Rectangle 29"/>
          <p:cNvSpPr/>
          <p:nvPr/>
        </p:nvSpPr>
        <p:spPr>
          <a:xfrm>
            <a:off x="8423452" y="2889504"/>
            <a:ext cx="3235147"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42324" y="2999232"/>
            <a:ext cx="2997403"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4 / 7</a:t>
            </a:r>
          </a:p>
        </p:txBody>
      </p:sp>
      <p:sp>
        <p:nvSpPr>
          <p:cNvPr id="32" name="Rectangle 31"/>
          <p:cNvSpPr/>
          <p:nvPr/>
        </p:nvSpPr>
        <p:spPr>
          <a:xfrm>
            <a:off x="502920" y="3392424"/>
            <a:ext cx="1561795"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3502152"/>
            <a:ext cx="1324051"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U85</a:t>
            </a:r>
          </a:p>
        </p:txBody>
      </p:sp>
      <p:sp>
        <p:nvSpPr>
          <p:cNvPr id="34" name="Rectangle 33"/>
          <p:cNvSpPr/>
          <p:nvPr/>
        </p:nvSpPr>
        <p:spPr>
          <a:xfrm>
            <a:off x="2064715" y="3392424"/>
            <a:ext cx="3179368"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83587" y="350215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6 / 7 </a:t>
            </a:r>
            <a:r>
              <a:rPr sz="1700" b="0">
                <a:solidFill>
                  <a:srgbClr val="22364B"/>
                </a:solidFill>
                <a:latin typeface="NanumGothic"/>
                <a:ea typeface="NanumGothic"/>
                <a:cs typeface="NanumGothic"/>
              </a:rPr>
              <a:t>계열</a:t>
            </a:r>
          </a:p>
        </p:txBody>
      </p:sp>
      <p:sp>
        <p:nvSpPr>
          <p:cNvPr id="36" name="Rectangle 35"/>
          <p:cNvSpPr/>
          <p:nvPr/>
        </p:nvSpPr>
        <p:spPr>
          <a:xfrm>
            <a:off x="5244083" y="3392424"/>
            <a:ext cx="3179368"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62955" y="3502152"/>
            <a:ext cx="2941624"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25 / 28</a:t>
            </a:r>
          </a:p>
        </p:txBody>
      </p:sp>
      <p:sp>
        <p:nvSpPr>
          <p:cNvPr id="38" name="Rectangle 37"/>
          <p:cNvSpPr/>
          <p:nvPr/>
        </p:nvSpPr>
        <p:spPr>
          <a:xfrm>
            <a:off x="8423452" y="3392424"/>
            <a:ext cx="3235147" cy="50292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2324" y="3502152"/>
            <a:ext cx="2997403" cy="365760"/>
          </a:xfrm>
          <a:prstGeom prst="rect">
            <a:avLst/>
          </a:prstGeom>
          <a:noFill/>
        </p:spPr>
        <p:txBody>
          <a:bodyPr wrap="square" lIns="0" rIns="0" tIns="0" bIns="0">
            <a:spAutoFit/>
          </a:bodyPr>
          <a:lstStyle/>
          <a:p>
            <a:pPr>
              <a:spcAft>
                <a:spcPts val="300"/>
              </a:spcAft>
            </a:pPr>
            <a:r>
              <a:rPr sz="1700" b="0">
                <a:solidFill>
                  <a:srgbClr val="22364B"/>
                </a:solidFill>
                <a:latin typeface="Poppins"/>
                <a:ea typeface="Poppins"/>
                <a:cs typeface="Poppins"/>
              </a:rPr>
              <a:t>22 / 28</a:t>
            </a:r>
          </a:p>
        </p:txBody>
      </p:sp>
      <p:sp>
        <p:nvSpPr>
          <p:cNvPr id="40" name="TextBox 39"/>
          <p:cNvSpPr txBox="1"/>
          <p:nvPr/>
        </p:nvSpPr>
        <p:spPr>
          <a:xfrm>
            <a:off x="594360" y="4123944"/>
            <a:ext cx="10972800" cy="384048"/>
          </a:xfrm>
          <a:prstGeom prst="rect">
            <a:avLst/>
          </a:prstGeom>
          <a:noFill/>
        </p:spPr>
        <p:txBody>
          <a:bodyPr wrap="square" lIns="0" rIns="0" tIns="0" bIns="0">
            <a:spAutoFit/>
          </a:bodyPr>
          <a:lstStyle/>
          <a:p>
            <a:pPr>
              <a:spcAft>
                <a:spcPts val="500"/>
              </a:spcAft>
            </a:pPr>
            <a:r>
              <a:rPr sz="1500" b="0">
                <a:solidFill>
                  <a:srgbClr val="22364B"/>
                </a:solidFill>
                <a:latin typeface="NanumGothic"/>
                <a:ea typeface="NanumGothic"/>
                <a:cs typeface="NanumGothic"/>
              </a:rPr>
              <a:t>계열: 같은 모델·NPU에서 MAC 구성별 속도 향상 순위를 비교한 단위 (20개)  |  방향: MAC을 늘렸을 때 사이클 감소·동일·증가</a:t>
            </a:r>
          </a:p>
        </p:txBody>
      </p:sp>
      <p:sp>
        <p:nvSpPr>
          <p:cNvPr id="41" name="TextBox 40"/>
          <p:cNvSpPr txBox="1"/>
          <p:nvPr/>
        </p:nvSpPr>
        <p:spPr>
          <a:xfrm>
            <a:off x="594360" y="4645152"/>
            <a:ext cx="10972800" cy="393192"/>
          </a:xfrm>
          <a:prstGeom prst="rect">
            <a:avLst/>
          </a:prstGeom>
          <a:noFill/>
        </p:spPr>
        <p:txBody>
          <a:bodyPr wrap="square" lIns="0" rIns="0" tIns="0" bIns="0">
            <a:spAutoFit/>
          </a:bodyPr>
          <a:lstStyle/>
          <a:p>
            <a:pPr>
              <a:spcAft>
                <a:spcPts val="500"/>
              </a:spcAft>
            </a:pPr>
            <a:r>
              <a:rPr sz="1500" b="0">
                <a:solidFill>
                  <a:srgbClr val="22364B"/>
                </a:solidFill>
                <a:latin typeface="NanumGothic"/>
                <a:ea typeface="NanumGothic"/>
                <a:cs typeface="NanumGothic"/>
              </a:rPr>
              <a:t>효율 등급: ≥0.75 / 0.50–&lt;0.75 / &lt;0.50 · 등급이 같아도 개선 폭이 같다는 뜻은 아니다.</a:t>
            </a:r>
          </a:p>
        </p:txBody>
      </p:sp>
      <p:sp>
        <p:nvSpPr>
          <p:cNvPr id="42" name="TextBox 41"/>
          <p:cNvSpPr txBox="1"/>
          <p:nvPr/>
        </p:nvSpPr>
        <p:spPr>
          <a:xfrm>
            <a:off x="594360" y="5239512"/>
            <a:ext cx="10972800" cy="384048"/>
          </a:xfrm>
          <a:prstGeom prst="rect">
            <a:avLst/>
          </a:prstGeom>
          <a:noFill/>
        </p:spPr>
        <p:txBody>
          <a:bodyPr wrap="square" lIns="0" rIns="0" tIns="0" bIns="0">
            <a:spAutoFit/>
          </a:bodyPr>
          <a:lstStyle/>
          <a:p>
            <a:pPr>
              <a:spcAft>
                <a:spcPts val="500"/>
              </a:spcAft>
            </a:pPr>
            <a:r>
              <a:rPr sz="1450" b="0">
                <a:solidFill>
                  <a:srgbClr val="566577"/>
                </a:solidFill>
                <a:latin typeface="NanumGothic"/>
                <a:ea typeface="NanumGothic"/>
                <a:cs typeface="NanumGothic"/>
              </a:rPr>
              <a:t>같은 구성 안의 모델 간 사이클 순위: Spearman rho = 0.964–1.000 (11개 구성)</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p:cSld>
    <p:spTree>
      <p:nvGrpSpPr>
        <p:cNvPr id="1" name=""/>
        <p:cNvGrpSpPr/>
        <p:nvPr/>
      </p:nvGrpSpPr>
      <p:grpSpPr/>
      <p:sp>
        <p:nvSpPr>
          <p:cNvPr id="2" name="TextBox 1"/>
          <p:cNvSpPr txBox="1"/>
          <p:nvPr/>
        </p:nvSpPr>
        <p:spPr>
          <a:xfrm>
            <a:off x="438785" y="274320"/>
            <a:ext cx="10698480" cy="548640"/>
          </a:xfrm>
          <a:prstGeom prst="rect">
            <a:avLst/>
          </a:prstGeom>
          <a:noFill/>
        </p:spPr>
        <p:txBody>
          <a:bodyPr wrap="square" lIns="0" rIns="0" tIns="0" bIns="0">
            <a:spAutoFit/>
          </a:bodyPr>
          <a:lstStyle/>
          <a:p>
            <a:pPr>
              <a:spcAft>
                <a:spcPts val="500"/>
              </a:spcAft>
            </a:pPr>
            <a:r>
              <a:rPr sz="2600" b="1">
                <a:solidFill>
                  <a:srgbClr val="FFFFFF"/>
                </a:solidFill>
                <a:latin typeface="NanumGothic"/>
                <a:ea typeface="NanumGothic"/>
                <a:cs typeface="NanumGothic"/>
              </a:rPr>
              <a:t>부록 A2 · Vela 추정과 FVP 측정의 불일치 사례</a:t>
            </a:r>
          </a:p>
        </p:txBody>
      </p:sp>
      <p:sp>
        <p:nvSpPr>
          <p:cNvPr id="3" name="TextBox 2"/>
          <p:cNvSpPr txBox="1"/>
          <p:nvPr/>
        </p:nvSpPr>
        <p:spPr>
          <a:xfrm>
            <a:off x="11000105" y="365760"/>
            <a:ext cx="731520" cy="274320"/>
          </a:xfrm>
          <a:prstGeom prst="rect">
            <a:avLst/>
          </a:prstGeom>
          <a:noFill/>
        </p:spPr>
        <p:txBody>
          <a:bodyPr wrap="square" lIns="0" rIns="0" tIns="0" bIns="0">
            <a:spAutoFit/>
          </a:bodyPr>
          <a:lstStyle/>
          <a:p>
            <a:pPr algn="r">
              <a:spcAft>
                <a:spcPts val="500"/>
              </a:spcAft>
            </a:pPr>
            <a:r>
              <a:rPr sz="1300" b="0">
                <a:solidFill>
                  <a:srgbClr val="FFFFFF"/>
                </a:solidFill>
                <a:latin typeface="Poppins"/>
                <a:ea typeface="Poppins"/>
                <a:cs typeface="Poppins"/>
              </a:rPr>
              <a:t>25</a:t>
            </a:r>
          </a:p>
        </p:txBody>
      </p:sp>
      <p:sp>
        <p:nvSpPr>
          <p:cNvPr id="4" name="TextBox 3"/>
          <p:cNvSpPr txBox="1"/>
          <p:nvPr/>
        </p:nvSpPr>
        <p:spPr>
          <a:xfrm>
            <a:off x="502920" y="1225550"/>
            <a:ext cx="11155680" cy="521335"/>
          </a:xfrm>
          <a:prstGeom prst="rect">
            <a:avLst/>
          </a:prstGeom>
          <a:noFill/>
        </p:spPr>
        <p:txBody>
          <a:bodyPr wrap="square" lIns="0" rIns="0" tIns="0" bIns="0">
            <a:spAutoFit/>
          </a:bodyPr>
          <a:lstStyle/>
          <a:p>
            <a:pPr>
              <a:spcAft>
                <a:spcPts val="500"/>
              </a:spcAft>
            </a:pPr>
            <a:r>
              <a:rPr sz="1700" b="0">
                <a:solidFill>
                  <a:srgbClr val="566577"/>
                </a:solidFill>
                <a:latin typeface="NanumGothic"/>
                <a:ea typeface="NanumGothic"/>
                <a:cs typeface="NanumGothic"/>
              </a:rPr>
              <a:t>불일치가 나타난 MAC 구간과 그 형태. 불일치의 원인은 확인하지 못했다.</a:t>
            </a:r>
          </a:p>
        </p:txBody>
      </p:sp>
      <p:sp>
        <p:nvSpPr>
          <p:cNvPr id="5" name="Rectangle 4"/>
          <p:cNvSpPr/>
          <p:nvPr/>
        </p:nvSpPr>
        <p:spPr>
          <a:xfrm>
            <a:off x="457200" y="5806440"/>
            <a:ext cx="11265535" cy="457200"/>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41275" cy="45720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6770"/>
            <a:ext cx="10972800" cy="292735"/>
          </a:xfrm>
          <a:prstGeom prst="rect">
            <a:avLst/>
          </a:prstGeom>
          <a:noFill/>
        </p:spPr>
        <p:txBody>
          <a:bodyPr wrap="square" lIns="0" rIns="0" tIns="0" bIns="0">
            <a:spAutoFit/>
          </a:bodyPr>
          <a:lstStyle/>
          <a:p>
            <a:pPr>
              <a:spcAft>
                <a:spcPts val="500"/>
              </a:spcAft>
            </a:pPr>
            <a:r>
              <a:rPr sz="1550" b="1">
                <a:solidFill>
                  <a:srgbClr val="13366B"/>
                </a:solidFill>
                <a:latin typeface="Poppins"/>
                <a:ea typeface="Poppins"/>
                <a:cs typeface="Poppins"/>
              </a:rPr>
              <a:t>U55·U65는 변화 방향은 같고 개선 폭이 달랐다. U85 RNNoise는 4개 구간 중 3개에서 사이클 변화 방향이 달랐다.</a:t>
            </a:r>
          </a:p>
        </p:txBody>
      </p:sp>
      <p:pic>
        <p:nvPicPr>
          <p:cNvPr id="8" name="Picture 7"/>
          <p:cNvPicPr>
            <a:picLocks noChangeAspect="1"/>
          </p:cNvPicPr>
          <p:nvPr/>
        </p:nvPicPr>
        <p:blipFill>
          <a:blip r:embed="rId3"/>
          <a:stretch>
            <a:fillRect/>
          </a:stretch>
        </p:blipFill>
        <p:spPr>
          <a:xfrm>
            <a:off x="2053590" y="1755775"/>
            <a:ext cx="8054340" cy="2734310"/>
          </a:xfrm>
          <a:prstGeom prst="rect">
            <a:avLst/>
          </a:prstGeom>
        </p:spPr>
      </p:pic>
      <p:sp>
        <p:nvSpPr>
          <p:cNvPr id="9" name="TextBox 8"/>
          <p:cNvSpPr txBox="1"/>
          <p:nvPr/>
        </p:nvSpPr>
        <p:spPr>
          <a:xfrm>
            <a:off x="631190" y="4535170"/>
            <a:ext cx="10972800" cy="274320"/>
          </a:xfrm>
          <a:prstGeom prst="rect">
            <a:avLst/>
          </a:prstGeom>
          <a:noFill/>
        </p:spPr>
        <p:txBody>
          <a:bodyPr wrap="square" lIns="0" rIns="0" tIns="0" bIns="0">
            <a:spAutoFit/>
          </a:bodyPr>
          <a:lstStyle/>
          <a:p>
            <a:pPr>
              <a:spcAft>
                <a:spcPts val="500"/>
              </a:spcAft>
            </a:pPr>
            <a:r>
              <a:rPr sz="1450" b="1">
                <a:solidFill>
                  <a:srgbClr val="13366B"/>
                </a:solidFill>
                <a:latin typeface="Poppins"/>
                <a:ea typeface="Poppins"/>
                <a:cs typeface="Poppins"/>
              </a:rPr>
              <a:t>U85 RNNoise — 네 구간의 사이클 변화 (FVP 측정 / Vela 추정)</a:t>
            </a:r>
          </a:p>
        </p:txBody>
      </p:sp>
      <p:sp>
        <p:nvSpPr>
          <p:cNvPr id="10" name="Rectangle 9"/>
          <p:cNvSpPr/>
          <p:nvPr/>
        </p:nvSpPr>
        <p:spPr>
          <a:xfrm>
            <a:off x="502920" y="4928870"/>
            <a:ext cx="178498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665" y="5038090"/>
            <a:ext cx="1546860" cy="173990"/>
          </a:xfrm>
          <a:prstGeom prst="rect">
            <a:avLst/>
          </a:prstGeom>
          <a:noFill/>
        </p:spPr>
        <p:txBody>
          <a:bodyPr wrap="square" lIns="0" rIns="0" tIns="0" bIns="0">
            <a:spAutoFit/>
          </a:bodyPr>
          <a:lstStyle/>
          <a:p>
            <a:pPr>
              <a:spcAft>
                <a:spcPts val="300"/>
              </a:spcAft>
            </a:pPr>
            <a:r>
              <a:rPr sz="1350" b="1">
                <a:solidFill>
                  <a:srgbClr val="FFFFFF"/>
                </a:solidFill>
                <a:latin typeface="NanumGothic"/>
                <a:ea typeface="NanumGothic"/>
                <a:cs typeface="NanumGothic"/>
              </a:rPr>
              <a:t>MAC 구간</a:t>
            </a:r>
          </a:p>
        </p:txBody>
      </p:sp>
      <p:sp>
        <p:nvSpPr>
          <p:cNvPr id="12" name="Rectangle 11"/>
          <p:cNvSpPr/>
          <p:nvPr/>
        </p:nvSpPr>
        <p:spPr>
          <a:xfrm>
            <a:off x="2287905" y="4928870"/>
            <a:ext cx="234251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06650" y="5038090"/>
            <a:ext cx="2105025" cy="173990"/>
          </a:xfrm>
          <a:prstGeom prst="rect">
            <a:avLst/>
          </a:prstGeom>
          <a:noFill/>
        </p:spPr>
        <p:txBody>
          <a:bodyPr wrap="square" lIns="0" rIns="0" tIns="0" bIns="0">
            <a:spAutoFit/>
          </a:bodyPr>
          <a:lstStyle/>
          <a:p>
            <a:pPr>
              <a:spcAft>
                <a:spcPts val="300"/>
              </a:spcAft>
            </a:pPr>
            <a:r>
              <a:rPr sz="1350" b="1">
                <a:solidFill>
                  <a:srgbClr val="FFFFFF"/>
                </a:solidFill>
                <a:latin typeface="Poppins"/>
                <a:ea typeface="Poppins"/>
                <a:cs typeface="Poppins"/>
              </a:rPr>
              <a:t>128</a:t>
            </a:r>
            <a:r>
              <a:rPr sz="1350" b="1">
                <a:solidFill>
                  <a:srgbClr val="FFFFFF"/>
                </a:solidFill>
                <a:latin typeface="NanumGothic"/>
                <a:ea typeface="NanumGothic"/>
                <a:cs typeface="NanumGothic"/>
              </a:rPr>
              <a:t>→</a:t>
            </a:r>
            <a:r>
              <a:rPr sz="1350" b="1">
                <a:solidFill>
                  <a:srgbClr val="FFFFFF"/>
                </a:solidFill>
                <a:latin typeface="Poppins"/>
                <a:ea typeface="Poppins"/>
                <a:cs typeface="Poppins"/>
              </a:rPr>
              <a:t>256</a:t>
            </a:r>
          </a:p>
        </p:txBody>
      </p:sp>
      <p:sp>
        <p:nvSpPr>
          <p:cNvPr id="14" name="Rectangle 13"/>
          <p:cNvSpPr/>
          <p:nvPr/>
        </p:nvSpPr>
        <p:spPr>
          <a:xfrm>
            <a:off x="4630420" y="4928870"/>
            <a:ext cx="234251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49165" y="5038090"/>
            <a:ext cx="2105025" cy="173990"/>
          </a:xfrm>
          <a:prstGeom prst="rect">
            <a:avLst/>
          </a:prstGeom>
          <a:noFill/>
        </p:spPr>
        <p:txBody>
          <a:bodyPr wrap="square" lIns="0" rIns="0" tIns="0" bIns="0">
            <a:spAutoFit/>
          </a:bodyPr>
          <a:lstStyle/>
          <a:p>
            <a:pPr>
              <a:spcAft>
                <a:spcPts val="300"/>
              </a:spcAft>
            </a:pPr>
            <a:r>
              <a:rPr sz="1350" b="1">
                <a:solidFill>
                  <a:srgbClr val="FFFFFF"/>
                </a:solidFill>
                <a:latin typeface="Poppins"/>
                <a:ea typeface="Poppins"/>
                <a:cs typeface="Poppins"/>
              </a:rPr>
              <a:t>256</a:t>
            </a:r>
            <a:r>
              <a:rPr sz="1350" b="1">
                <a:solidFill>
                  <a:srgbClr val="FFFFFF"/>
                </a:solidFill>
                <a:latin typeface="NanumGothic"/>
                <a:ea typeface="NanumGothic"/>
                <a:cs typeface="NanumGothic"/>
              </a:rPr>
              <a:t>→</a:t>
            </a:r>
            <a:r>
              <a:rPr sz="1350" b="1">
                <a:solidFill>
                  <a:srgbClr val="FFFFFF"/>
                </a:solidFill>
                <a:latin typeface="Poppins"/>
                <a:ea typeface="Poppins"/>
                <a:cs typeface="Poppins"/>
              </a:rPr>
              <a:t>512</a:t>
            </a:r>
          </a:p>
        </p:txBody>
      </p:sp>
      <p:sp>
        <p:nvSpPr>
          <p:cNvPr id="16" name="Rectangle 15"/>
          <p:cNvSpPr/>
          <p:nvPr/>
        </p:nvSpPr>
        <p:spPr>
          <a:xfrm>
            <a:off x="6972935" y="4928870"/>
            <a:ext cx="234251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92315" y="5038090"/>
            <a:ext cx="2105025" cy="173990"/>
          </a:xfrm>
          <a:prstGeom prst="rect">
            <a:avLst/>
          </a:prstGeom>
          <a:noFill/>
        </p:spPr>
        <p:txBody>
          <a:bodyPr wrap="square" lIns="0" rIns="0" tIns="0" bIns="0">
            <a:spAutoFit/>
          </a:bodyPr>
          <a:lstStyle/>
          <a:p>
            <a:pPr>
              <a:spcAft>
                <a:spcPts val="300"/>
              </a:spcAft>
            </a:pPr>
            <a:r>
              <a:rPr sz="1350" b="1">
                <a:solidFill>
                  <a:srgbClr val="FFFFFF"/>
                </a:solidFill>
                <a:latin typeface="Poppins"/>
                <a:ea typeface="Poppins"/>
                <a:cs typeface="Poppins"/>
              </a:rPr>
              <a:t>512</a:t>
            </a:r>
            <a:r>
              <a:rPr sz="1350" b="1">
                <a:solidFill>
                  <a:srgbClr val="FFFFFF"/>
                </a:solidFill>
                <a:latin typeface="NanumGothic"/>
                <a:ea typeface="NanumGothic"/>
                <a:cs typeface="NanumGothic"/>
              </a:rPr>
              <a:t>→</a:t>
            </a:r>
            <a:r>
              <a:rPr sz="1350" b="1">
                <a:solidFill>
                  <a:srgbClr val="FFFFFF"/>
                </a:solidFill>
                <a:latin typeface="Poppins"/>
                <a:ea typeface="Poppins"/>
                <a:cs typeface="Poppins"/>
              </a:rPr>
              <a:t>1024</a:t>
            </a:r>
          </a:p>
        </p:txBody>
      </p:sp>
      <p:sp>
        <p:nvSpPr>
          <p:cNvPr id="18" name="Rectangle 17"/>
          <p:cNvSpPr/>
          <p:nvPr/>
        </p:nvSpPr>
        <p:spPr>
          <a:xfrm>
            <a:off x="9316085" y="4928870"/>
            <a:ext cx="2342515" cy="311150"/>
          </a:xfrm>
          <a:prstGeom prst="rect">
            <a:avLst/>
          </a:prstGeom>
          <a:solidFill>
            <a:srgbClr val="13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34830" y="5038090"/>
            <a:ext cx="2105025" cy="173990"/>
          </a:xfrm>
          <a:prstGeom prst="rect">
            <a:avLst/>
          </a:prstGeom>
          <a:noFill/>
        </p:spPr>
        <p:txBody>
          <a:bodyPr wrap="square" lIns="0" rIns="0" tIns="0" bIns="0">
            <a:spAutoFit/>
          </a:bodyPr>
          <a:lstStyle/>
          <a:p>
            <a:pPr>
              <a:spcAft>
                <a:spcPts val="300"/>
              </a:spcAft>
            </a:pPr>
            <a:r>
              <a:rPr sz="1350" b="1">
                <a:solidFill>
                  <a:srgbClr val="FFFFFF"/>
                </a:solidFill>
                <a:latin typeface="Poppins"/>
                <a:ea typeface="Poppins"/>
                <a:cs typeface="Poppins"/>
              </a:rPr>
              <a:t>1024</a:t>
            </a:r>
            <a:r>
              <a:rPr sz="1350" b="1">
                <a:solidFill>
                  <a:srgbClr val="FFFFFF"/>
                </a:solidFill>
                <a:latin typeface="NanumGothic"/>
                <a:ea typeface="NanumGothic"/>
                <a:cs typeface="NanumGothic"/>
              </a:rPr>
              <a:t>→</a:t>
            </a:r>
            <a:r>
              <a:rPr sz="1350" b="1">
                <a:solidFill>
                  <a:srgbClr val="FFFFFF"/>
                </a:solidFill>
                <a:latin typeface="Poppins"/>
                <a:ea typeface="Poppins"/>
                <a:cs typeface="Poppins"/>
              </a:rPr>
              <a:t>2048</a:t>
            </a:r>
          </a:p>
        </p:txBody>
      </p:sp>
      <p:sp>
        <p:nvSpPr>
          <p:cNvPr id="20" name="Rectangle 19"/>
          <p:cNvSpPr/>
          <p:nvPr/>
        </p:nvSpPr>
        <p:spPr>
          <a:xfrm>
            <a:off x="502920" y="5239385"/>
            <a:ext cx="178498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665" y="5349240"/>
            <a:ext cx="1546860" cy="255905"/>
          </a:xfrm>
          <a:prstGeom prst="rect">
            <a:avLst/>
          </a:prstGeom>
          <a:noFill/>
        </p:spPr>
        <p:txBody>
          <a:bodyPr wrap="square" lIns="0" rIns="0" tIns="0" bIns="0">
            <a:spAutoFit/>
          </a:bodyPr>
          <a:lstStyle/>
          <a:p>
            <a:pPr>
              <a:spcAft>
                <a:spcPts val="300"/>
              </a:spcAft>
            </a:pPr>
            <a:r>
              <a:rPr sz="1350" b="0">
                <a:solidFill>
                  <a:srgbClr val="22364B"/>
                </a:solidFill>
                <a:latin typeface="Poppins"/>
                <a:ea typeface="Poppins"/>
                <a:cs typeface="Poppins"/>
              </a:rPr>
              <a:t>FVP / Vela</a:t>
            </a:r>
          </a:p>
        </p:txBody>
      </p:sp>
      <p:sp>
        <p:nvSpPr>
          <p:cNvPr id="22" name="Rectangle 21"/>
          <p:cNvSpPr/>
          <p:nvPr/>
        </p:nvSpPr>
        <p:spPr>
          <a:xfrm>
            <a:off x="2287905" y="5239385"/>
            <a:ext cx="234251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06650" y="5349240"/>
            <a:ext cx="2105025" cy="255905"/>
          </a:xfrm>
          <a:prstGeom prst="rect">
            <a:avLst/>
          </a:prstGeom>
          <a:noFill/>
        </p:spPr>
        <p:txBody>
          <a:bodyPr wrap="square" lIns="0" rIns="0" tIns="0" bIns="0">
            <a:spAutoFit/>
          </a:bodyPr>
          <a:lstStyle/>
          <a:p>
            <a:pPr>
              <a:spcAft>
                <a:spcPts val="300"/>
              </a:spcAft>
            </a:pPr>
            <a:r>
              <a:rPr sz="1350" b="0">
                <a:solidFill>
                  <a:srgbClr val="22364B"/>
                </a:solidFill>
                <a:latin typeface="NanumGothic"/>
                <a:ea typeface="NanumGothic"/>
                <a:cs typeface="NanumGothic"/>
              </a:rPr>
              <a:t>동일</a:t>
            </a:r>
            <a:r>
              <a:rPr sz="1350" b="0">
                <a:solidFill>
                  <a:srgbClr val="22364B"/>
                </a:solidFill>
                <a:latin typeface="Poppins"/>
                <a:ea typeface="Poppins"/>
                <a:cs typeface="Poppins"/>
              </a:rPr>
              <a:t> / </a:t>
            </a:r>
            <a:r>
              <a:rPr sz="1350" b="0">
                <a:solidFill>
                  <a:srgbClr val="22364B"/>
                </a:solidFill>
                <a:latin typeface="NanumGothic"/>
                <a:ea typeface="NanumGothic"/>
                <a:cs typeface="NanumGothic"/>
              </a:rPr>
              <a:t>감소</a:t>
            </a:r>
          </a:p>
        </p:txBody>
      </p:sp>
      <p:sp>
        <p:nvSpPr>
          <p:cNvPr id="24" name="Rectangle 23"/>
          <p:cNvSpPr/>
          <p:nvPr/>
        </p:nvSpPr>
        <p:spPr>
          <a:xfrm>
            <a:off x="4630420" y="5239385"/>
            <a:ext cx="234251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49165" y="5349240"/>
            <a:ext cx="2105025" cy="255905"/>
          </a:xfrm>
          <a:prstGeom prst="rect">
            <a:avLst/>
          </a:prstGeom>
          <a:noFill/>
        </p:spPr>
        <p:txBody>
          <a:bodyPr wrap="square" lIns="0" rIns="0" tIns="0" bIns="0">
            <a:spAutoFit/>
          </a:bodyPr>
          <a:lstStyle/>
          <a:p>
            <a:pPr>
              <a:spcAft>
                <a:spcPts val="300"/>
              </a:spcAft>
            </a:pPr>
            <a:r>
              <a:rPr sz="1350" b="0">
                <a:solidFill>
                  <a:srgbClr val="22364B"/>
                </a:solidFill>
                <a:latin typeface="NanumGothic"/>
                <a:ea typeface="NanumGothic"/>
                <a:cs typeface="NanumGothic"/>
              </a:rPr>
              <a:t>증가</a:t>
            </a:r>
            <a:r>
              <a:rPr sz="1350" b="0">
                <a:solidFill>
                  <a:srgbClr val="22364B"/>
                </a:solidFill>
                <a:latin typeface="Poppins"/>
                <a:ea typeface="Poppins"/>
                <a:cs typeface="Poppins"/>
              </a:rPr>
              <a:t> / </a:t>
            </a:r>
            <a:r>
              <a:rPr sz="1350" b="0">
                <a:solidFill>
                  <a:srgbClr val="22364B"/>
                </a:solidFill>
                <a:latin typeface="NanumGothic"/>
                <a:ea typeface="NanumGothic"/>
                <a:cs typeface="NanumGothic"/>
              </a:rPr>
              <a:t>감소</a:t>
            </a:r>
          </a:p>
        </p:txBody>
      </p:sp>
      <p:sp>
        <p:nvSpPr>
          <p:cNvPr id="26" name="Rectangle 25"/>
          <p:cNvSpPr/>
          <p:nvPr/>
        </p:nvSpPr>
        <p:spPr>
          <a:xfrm>
            <a:off x="6972935" y="5239385"/>
            <a:ext cx="234251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92315" y="5349240"/>
            <a:ext cx="2105025" cy="255905"/>
          </a:xfrm>
          <a:prstGeom prst="rect">
            <a:avLst/>
          </a:prstGeom>
          <a:noFill/>
        </p:spPr>
        <p:txBody>
          <a:bodyPr wrap="square" lIns="0" rIns="0" tIns="0" bIns="0">
            <a:spAutoFit/>
          </a:bodyPr>
          <a:lstStyle/>
          <a:p>
            <a:pPr>
              <a:spcAft>
                <a:spcPts val="300"/>
              </a:spcAft>
            </a:pPr>
            <a:r>
              <a:rPr sz="1350" b="0">
                <a:solidFill>
                  <a:srgbClr val="22364B"/>
                </a:solidFill>
                <a:latin typeface="NanumGothic"/>
                <a:ea typeface="NanumGothic"/>
                <a:cs typeface="NanumGothic"/>
              </a:rPr>
              <a:t>감소</a:t>
            </a:r>
            <a:r>
              <a:rPr sz="1350" b="0">
                <a:solidFill>
                  <a:srgbClr val="22364B"/>
                </a:solidFill>
                <a:latin typeface="Poppins"/>
                <a:ea typeface="Poppins"/>
                <a:cs typeface="Poppins"/>
              </a:rPr>
              <a:t> / </a:t>
            </a:r>
            <a:r>
              <a:rPr sz="1350" b="0">
                <a:solidFill>
                  <a:srgbClr val="22364B"/>
                </a:solidFill>
                <a:latin typeface="NanumGothic"/>
                <a:ea typeface="NanumGothic"/>
                <a:cs typeface="NanumGothic"/>
              </a:rPr>
              <a:t>증가</a:t>
            </a:r>
          </a:p>
        </p:txBody>
      </p:sp>
      <p:sp>
        <p:nvSpPr>
          <p:cNvPr id="28" name="Rectangle 27"/>
          <p:cNvSpPr/>
          <p:nvPr/>
        </p:nvSpPr>
        <p:spPr>
          <a:xfrm>
            <a:off x="9316085" y="5239385"/>
            <a:ext cx="2342515" cy="393065"/>
          </a:xfrm>
          <a:prstGeom prst="rect">
            <a:avLst/>
          </a:prstGeom>
          <a:solidFill>
            <a:srgbClr val="EF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34830" y="5349240"/>
            <a:ext cx="2105025" cy="255905"/>
          </a:xfrm>
          <a:prstGeom prst="rect">
            <a:avLst/>
          </a:prstGeom>
          <a:noFill/>
        </p:spPr>
        <p:txBody>
          <a:bodyPr wrap="square" lIns="0" rIns="0" tIns="0" bIns="0">
            <a:spAutoFit/>
          </a:bodyPr>
          <a:lstStyle/>
          <a:p>
            <a:pPr>
              <a:spcAft>
                <a:spcPts val="300"/>
              </a:spcAft>
            </a:pPr>
            <a:r>
              <a:rPr sz="1350" b="0">
                <a:solidFill>
                  <a:srgbClr val="22364B"/>
                </a:solidFill>
                <a:latin typeface="NanumGothic"/>
                <a:ea typeface="NanumGothic"/>
                <a:cs typeface="NanumGothic"/>
              </a:rPr>
              <a:t>증가 / 증가 (일치)</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45720" tIns="27305" rIns="45720" bIns="27305" vert="horz" anchor="t">
            <a:spAutoFit/>
          </a:bodyPr>
          <a:lstStyle/>
          <a:p>
            <a:pPr marL="0" indent="0" rtl="0" algn="l" defTabSz="914400" eaLnBrk="1" latinLnBrk="0" hangingPunct="1">
              <a:buFontTx/>
              <a:buNone/>
            </a:pPr>
            <a:r>
              <a:rPr sz="2600" b="1">
                <a:solidFill>
                  <a:srgbClr val="FFFFFF"/>
                </a:solidFill>
                <a:latin typeface="Poppins" charset="0"/>
                <a:ea typeface="NanumGothic" charset="0"/>
                <a:sym typeface="나눔고딕" charset="0"/>
              </a:rPr>
              <a:t>부록 A3 · Vela system-config 프로파일</a:t>
            </a:r>
            <a:endParaRPr lang="ko-KR" altLang="en-US" sz="2600" b="1">
              <a:solidFill>
                <a:srgbClr val="FFFFFF"/>
              </a:solidFill>
              <a:latin typeface="Poppins"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45720" tIns="27305" rIns="45720" bIns="27305" vert="horz" anchor="t">
            <a:spAutoFit/>
          </a:bodyPr>
          <a:lstStyle/>
          <a:p>
            <a:pPr marL="0" indent="0" rtl="0" algn="l" defTabSz="914400" eaLnBrk="1" latinLnBrk="0" hangingPunct="1">
              <a:buFontTx/>
              <a:buNone/>
            </a:pPr>
            <a:r>
              <a:rPr sz="1300" b="0">
                <a:solidFill>
                  <a:srgbClr val="FFFFFF"/>
                </a:solidFill>
                <a:latin typeface="Poppins" charset="0"/>
                <a:ea typeface="NanumGothic" charset="0"/>
                <a:sym typeface="나눔고딕" charset="0"/>
              </a:rPr>
              <a:t>26</a:t>
            </a:r>
            <a:endParaRPr lang="ko-KR" altLang="en-US" sz="1300" b="0">
              <a:solidFill>
                <a:srgbClr val="FFFFFF"/>
              </a:solidFill>
              <a:latin typeface="Poppins" charset="0"/>
              <a:ea typeface="NanumGothic" charset="0"/>
              <a:sym typeface="나눔고딕" charset="0"/>
            </a:endParaRPr>
          </a:p>
        </p:txBody>
      </p:sp>
      <p:sp>
        <p:nvSpPr>
          <p:cNvPr id="4" name="Rect 0"/>
          <p:cNvSpPr txBox="1">
            <a:spLocks/>
          </p:cNvSpPr>
          <p:nvPr/>
        </p:nvSpPr>
        <p:spPr>
          <a:xfrm rot="0">
            <a:off x="502920" y="1225550"/>
            <a:ext cx="11156315" cy="521970"/>
          </a:xfrm>
          <a:prstGeom prst="rect"/>
          <a:noFill/>
        </p:spPr>
        <p:txBody>
          <a:bodyPr wrap="square" lIns="45720" tIns="27305" rIns="45720" bIns="27305" vert="horz" anchor="t">
            <a:spAutoFit/>
          </a:bodyPr>
          <a:lstStyle/>
          <a:p>
            <a:pPr marL="0" indent="0" rtl="0" algn="l" defTabSz="914400" eaLnBrk="1" latinLnBrk="0" hangingPunct="1">
              <a:buFontTx/>
              <a:buNone/>
            </a:pPr>
            <a:r>
              <a:rPr sz="1700" b="0">
                <a:solidFill>
                  <a:srgbClr val="566577"/>
                </a:solidFill>
                <a:latin typeface="Poppins" charset="0"/>
                <a:ea typeface="NanumGothic" charset="0"/>
                <a:sym typeface="나눔고딕" charset="0"/>
              </a:rPr>
              <a:t>MLEK default_vela.ini의 Arm 기본값 그대로 사용 · 컴파일 시 스케줄 결정과 추정값에만 쓰이며 FVP 실행에는 적용되지 않음</a:t>
            </a:r>
            <a:endParaRPr lang="ko-KR" altLang="en-US" sz="1700" b="0">
              <a:solidFill>
                <a:srgbClr val="566577"/>
              </a:solidFill>
              <a:latin typeface="Poppins" charset="0"/>
              <a:ea typeface="NanumGothic" charset="0"/>
              <a:sym typeface="나눔고딕" charset="0"/>
            </a:endParaRPr>
          </a:p>
        </p:txBody>
      </p:sp>
      <p:sp>
        <p:nvSpPr>
          <p:cNvPr id="5" name="Rect 0"/>
          <p:cNvSpPr>
            <a:spLocks/>
          </p:cNvSpPr>
          <p:nvPr/>
        </p:nvSpPr>
        <p:spPr>
          <a:xfrm rot="0">
            <a:off x="502920" y="1828800"/>
            <a:ext cx="283527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txBox="1">
            <a:spLocks/>
          </p:cNvSpPr>
          <p:nvPr/>
        </p:nvSpPr>
        <p:spPr>
          <a:xfrm rot="0">
            <a:off x="621665" y="1911350"/>
            <a:ext cx="259778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프로파일 (system-config)</a:t>
            </a:r>
            <a:endParaRPr lang="ko-KR" altLang="en-US" sz="1150" b="1">
              <a:solidFill>
                <a:srgbClr val="FFFFFF"/>
              </a:solidFill>
              <a:latin typeface="Poppins" charset="0"/>
              <a:ea typeface="NanumGothic" charset="0"/>
              <a:sym typeface="나눔고딕" charset="0"/>
            </a:endParaRPr>
          </a:p>
        </p:txBody>
      </p:sp>
      <p:sp>
        <p:nvSpPr>
          <p:cNvPr id="7" name="Rect 0"/>
          <p:cNvSpPr>
            <a:spLocks/>
          </p:cNvSpPr>
          <p:nvPr/>
        </p:nvSpPr>
        <p:spPr>
          <a:xfrm rot="0">
            <a:off x="3337560" y="1828800"/>
            <a:ext cx="123507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 name="Rect 0"/>
          <p:cNvSpPr txBox="1">
            <a:spLocks/>
          </p:cNvSpPr>
          <p:nvPr/>
        </p:nvSpPr>
        <p:spPr>
          <a:xfrm rot="0">
            <a:off x="3456305" y="1911350"/>
            <a:ext cx="99758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NPU / MAC</a:t>
            </a:r>
            <a:endParaRPr lang="ko-KR" altLang="en-US" sz="1150" b="1">
              <a:solidFill>
                <a:srgbClr val="FFFFFF"/>
              </a:solidFill>
              <a:latin typeface="Poppins" charset="0"/>
              <a:ea typeface="NanumGothic" charset="0"/>
              <a:sym typeface="나눔고딕" charset="0"/>
            </a:endParaRPr>
          </a:p>
        </p:txBody>
      </p:sp>
      <p:sp>
        <p:nvSpPr>
          <p:cNvPr id="9" name="Rect 0"/>
          <p:cNvSpPr>
            <a:spLocks/>
          </p:cNvSpPr>
          <p:nvPr/>
        </p:nvSpPr>
        <p:spPr>
          <a:xfrm rot="0">
            <a:off x="4572000" y="1828800"/>
            <a:ext cx="960754"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 name="Rect 0"/>
          <p:cNvSpPr txBox="1">
            <a:spLocks/>
          </p:cNvSpPr>
          <p:nvPr/>
        </p:nvSpPr>
        <p:spPr>
          <a:xfrm rot="0">
            <a:off x="4690745" y="1911350"/>
            <a:ext cx="72326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코어 클럭</a:t>
            </a:r>
            <a:endParaRPr lang="ko-KR" altLang="en-US" sz="1150" b="1">
              <a:solidFill>
                <a:srgbClr val="FFFFFF"/>
              </a:solidFill>
              <a:latin typeface="Poppins" charset="0"/>
              <a:ea typeface="NanumGothic" charset="0"/>
              <a:sym typeface="나눔고딕" charset="0"/>
            </a:endParaRPr>
          </a:p>
        </p:txBody>
      </p:sp>
      <p:sp>
        <p:nvSpPr>
          <p:cNvPr id="11" name="Rect 0"/>
          <p:cNvSpPr>
            <a:spLocks/>
          </p:cNvSpPr>
          <p:nvPr/>
        </p:nvSpPr>
        <p:spPr>
          <a:xfrm rot="0">
            <a:off x="5532120" y="1828800"/>
            <a:ext cx="105219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 name="Rect 0"/>
          <p:cNvSpPr txBox="1">
            <a:spLocks/>
          </p:cNvSpPr>
          <p:nvPr/>
        </p:nvSpPr>
        <p:spPr>
          <a:xfrm rot="0">
            <a:off x="5650865" y="1911350"/>
            <a:ext cx="81470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AXI1 대상</a:t>
            </a:r>
            <a:endParaRPr lang="ko-KR" altLang="en-US" sz="1150" b="1">
              <a:solidFill>
                <a:srgbClr val="FFFFFF"/>
              </a:solidFill>
              <a:latin typeface="Poppins" charset="0"/>
              <a:ea typeface="NanumGothic" charset="0"/>
              <a:sym typeface="나눔고딕" charset="0"/>
            </a:endParaRPr>
          </a:p>
        </p:txBody>
      </p:sp>
      <p:sp>
        <p:nvSpPr>
          <p:cNvPr id="13" name="Rect 0"/>
          <p:cNvSpPr>
            <a:spLocks/>
          </p:cNvSpPr>
          <p:nvPr/>
        </p:nvSpPr>
        <p:spPr>
          <a:xfrm rot="0">
            <a:off x="6583680" y="1828800"/>
            <a:ext cx="210375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 name="Rect 0"/>
          <p:cNvSpPr txBox="1">
            <a:spLocks/>
          </p:cNvSpPr>
          <p:nvPr/>
        </p:nvSpPr>
        <p:spPr>
          <a:xfrm rot="0">
            <a:off x="6702425" y="1911350"/>
            <a:ext cx="186626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SRAM: 포트 / 지연(cyc) / 동시요청 R,W</a:t>
            </a:r>
            <a:endParaRPr lang="ko-KR" altLang="en-US" sz="1150" b="1">
              <a:solidFill>
                <a:srgbClr val="FFFFFF"/>
              </a:solidFill>
              <a:latin typeface="Poppins" charset="0"/>
              <a:ea typeface="NanumGothic" charset="0"/>
              <a:sym typeface="나눔고딕" charset="0"/>
            </a:endParaRPr>
          </a:p>
        </p:txBody>
      </p:sp>
      <p:sp>
        <p:nvSpPr>
          <p:cNvPr id="15" name="Rect 0"/>
          <p:cNvSpPr>
            <a:spLocks/>
          </p:cNvSpPr>
          <p:nvPr/>
        </p:nvSpPr>
        <p:spPr>
          <a:xfrm rot="0">
            <a:off x="8686800" y="1828800"/>
            <a:ext cx="3063875" cy="53086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6" name="Rect 0"/>
          <p:cNvSpPr txBox="1">
            <a:spLocks/>
          </p:cNvSpPr>
          <p:nvPr/>
        </p:nvSpPr>
        <p:spPr>
          <a:xfrm rot="0">
            <a:off x="8805545" y="1911350"/>
            <a:ext cx="2826385" cy="40322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외부 메모리: 클럭 배율 / 포트 / 지연 R,W(cyc) / 동시요청 R,W</a:t>
            </a:r>
            <a:endParaRPr lang="ko-KR" altLang="en-US" sz="1150" b="1">
              <a:solidFill>
                <a:srgbClr val="FFFFFF"/>
              </a:solidFill>
              <a:latin typeface="Poppins" charset="0"/>
              <a:ea typeface="NanumGothic" charset="0"/>
              <a:sym typeface="나눔고딕" charset="0"/>
            </a:endParaRPr>
          </a:p>
        </p:txBody>
      </p:sp>
      <p:sp>
        <p:nvSpPr>
          <p:cNvPr id="17" name="Rect 0"/>
          <p:cNvSpPr>
            <a:spLocks/>
          </p:cNvSpPr>
          <p:nvPr/>
        </p:nvSpPr>
        <p:spPr>
          <a:xfrm rot="0">
            <a:off x="502920" y="2359025"/>
            <a:ext cx="28352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8" name="Rect 0"/>
          <p:cNvSpPr txBox="1">
            <a:spLocks/>
          </p:cNvSpPr>
          <p:nvPr/>
        </p:nvSpPr>
        <p:spPr>
          <a:xfrm rot="0">
            <a:off x="621665" y="2423160"/>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Ethos_U55_High_End_Embedded</a:t>
            </a:r>
            <a:endParaRPr lang="ko-KR" altLang="en-US" sz="1150" b="0">
              <a:solidFill>
                <a:srgbClr val="22364B"/>
              </a:solidFill>
              <a:latin typeface="Poppins" charset="0"/>
              <a:ea typeface="NanumGothic" charset="0"/>
              <a:sym typeface="나눔고딕" charset="0"/>
            </a:endParaRPr>
          </a:p>
        </p:txBody>
      </p:sp>
      <p:sp>
        <p:nvSpPr>
          <p:cNvPr id="19" name="Rect 0"/>
          <p:cNvSpPr>
            <a:spLocks/>
          </p:cNvSpPr>
          <p:nvPr/>
        </p:nvSpPr>
        <p:spPr>
          <a:xfrm rot="0">
            <a:off x="3337560" y="2359025"/>
            <a:ext cx="12350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0" name="Rect 0"/>
          <p:cNvSpPr txBox="1">
            <a:spLocks/>
          </p:cNvSpPr>
          <p:nvPr/>
        </p:nvSpPr>
        <p:spPr>
          <a:xfrm rot="0">
            <a:off x="3456305" y="2423160"/>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U55 · 32–256</a:t>
            </a:r>
            <a:endParaRPr lang="ko-KR" altLang="en-US" sz="1150" b="0">
              <a:solidFill>
                <a:srgbClr val="22364B"/>
              </a:solidFill>
              <a:latin typeface="Poppins" charset="0"/>
              <a:ea typeface="NanumGothic" charset="0"/>
              <a:sym typeface="나눔고딕" charset="0"/>
            </a:endParaRPr>
          </a:p>
        </p:txBody>
      </p:sp>
      <p:sp>
        <p:nvSpPr>
          <p:cNvPr id="21" name="Rect 0"/>
          <p:cNvSpPr>
            <a:spLocks/>
          </p:cNvSpPr>
          <p:nvPr/>
        </p:nvSpPr>
        <p:spPr>
          <a:xfrm rot="0">
            <a:off x="4572000" y="2359025"/>
            <a:ext cx="960754"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2" name="Rect 0"/>
          <p:cNvSpPr txBox="1">
            <a:spLocks/>
          </p:cNvSpPr>
          <p:nvPr/>
        </p:nvSpPr>
        <p:spPr>
          <a:xfrm rot="0">
            <a:off x="4690745" y="2423160"/>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500 MHz</a:t>
            </a:r>
            <a:endParaRPr lang="ko-KR" altLang="en-US" sz="1150" b="0">
              <a:solidFill>
                <a:srgbClr val="22364B"/>
              </a:solidFill>
              <a:latin typeface="Poppins" charset="0"/>
              <a:ea typeface="NanumGothic" charset="0"/>
              <a:sym typeface="나눔고딕" charset="0"/>
            </a:endParaRPr>
          </a:p>
        </p:txBody>
      </p:sp>
      <p:sp>
        <p:nvSpPr>
          <p:cNvPr id="23" name="Rect 0"/>
          <p:cNvSpPr>
            <a:spLocks/>
          </p:cNvSpPr>
          <p:nvPr/>
        </p:nvSpPr>
        <p:spPr>
          <a:xfrm rot="0">
            <a:off x="5532120" y="2359025"/>
            <a:ext cx="105219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4" name="Rect 0"/>
          <p:cNvSpPr txBox="1">
            <a:spLocks/>
          </p:cNvSpPr>
          <p:nvPr/>
        </p:nvSpPr>
        <p:spPr>
          <a:xfrm rot="0">
            <a:off x="5650865" y="2423160"/>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Flash</a:t>
            </a:r>
            <a:endParaRPr lang="ko-KR" altLang="en-US" sz="1150" b="0">
              <a:solidFill>
                <a:srgbClr val="22364B"/>
              </a:solidFill>
              <a:latin typeface="Poppins" charset="0"/>
              <a:ea typeface="NanumGothic" charset="0"/>
              <a:sym typeface="나눔고딕" charset="0"/>
            </a:endParaRPr>
          </a:p>
        </p:txBody>
      </p:sp>
      <p:sp>
        <p:nvSpPr>
          <p:cNvPr id="25" name="Rect 0"/>
          <p:cNvSpPr>
            <a:spLocks/>
          </p:cNvSpPr>
          <p:nvPr/>
        </p:nvSpPr>
        <p:spPr>
          <a:xfrm rot="0">
            <a:off x="6583680" y="2359025"/>
            <a:ext cx="210375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6" name="Rect 0"/>
          <p:cNvSpPr txBox="1">
            <a:spLocks/>
          </p:cNvSpPr>
          <p:nvPr/>
        </p:nvSpPr>
        <p:spPr>
          <a:xfrm rot="0">
            <a:off x="6702425" y="2423160"/>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 / 32 / –</a:t>
            </a:r>
            <a:endParaRPr lang="ko-KR" altLang="en-US" sz="1150" b="0">
              <a:solidFill>
                <a:srgbClr val="22364B"/>
              </a:solidFill>
              <a:latin typeface="Poppins" charset="0"/>
              <a:ea typeface="NanumGothic" charset="0"/>
              <a:sym typeface="나눔고딕" charset="0"/>
            </a:endParaRPr>
          </a:p>
        </p:txBody>
      </p:sp>
      <p:sp>
        <p:nvSpPr>
          <p:cNvPr id="27" name="Rect 0"/>
          <p:cNvSpPr>
            <a:spLocks/>
          </p:cNvSpPr>
          <p:nvPr/>
        </p:nvSpPr>
        <p:spPr>
          <a:xfrm rot="0">
            <a:off x="8686800" y="2359025"/>
            <a:ext cx="30638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8" name="Rect 0"/>
          <p:cNvSpPr txBox="1">
            <a:spLocks/>
          </p:cNvSpPr>
          <p:nvPr/>
        </p:nvSpPr>
        <p:spPr>
          <a:xfrm rot="0">
            <a:off x="8805545" y="2423160"/>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0.125 / – / 64, 64 / –</a:t>
            </a:r>
            <a:endParaRPr lang="ko-KR" altLang="en-US" sz="1150" b="0">
              <a:solidFill>
                <a:srgbClr val="22364B"/>
              </a:solidFill>
              <a:latin typeface="Poppins" charset="0"/>
              <a:ea typeface="NanumGothic" charset="0"/>
              <a:sym typeface="나눔고딕" charset="0"/>
            </a:endParaRPr>
          </a:p>
        </p:txBody>
      </p:sp>
      <p:sp>
        <p:nvSpPr>
          <p:cNvPr id="29" name="Rect 0"/>
          <p:cNvSpPr>
            <a:spLocks/>
          </p:cNvSpPr>
          <p:nvPr/>
        </p:nvSpPr>
        <p:spPr>
          <a:xfrm rot="0">
            <a:off x="502920" y="2688590"/>
            <a:ext cx="28352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0" name="Rect 0"/>
          <p:cNvSpPr txBox="1">
            <a:spLocks/>
          </p:cNvSpPr>
          <p:nvPr/>
        </p:nvSpPr>
        <p:spPr>
          <a:xfrm rot="0">
            <a:off x="621665" y="2752090"/>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Ethos_U65_High_End</a:t>
            </a:r>
            <a:endParaRPr lang="ko-KR" altLang="en-US" sz="1150" b="0">
              <a:solidFill>
                <a:srgbClr val="22364B"/>
              </a:solidFill>
              <a:latin typeface="Poppins" charset="0"/>
              <a:ea typeface="NanumGothic" charset="0"/>
              <a:sym typeface="나눔고딕" charset="0"/>
            </a:endParaRPr>
          </a:p>
        </p:txBody>
      </p:sp>
      <p:sp>
        <p:nvSpPr>
          <p:cNvPr id="31" name="Rect 0"/>
          <p:cNvSpPr>
            <a:spLocks/>
          </p:cNvSpPr>
          <p:nvPr/>
        </p:nvSpPr>
        <p:spPr>
          <a:xfrm rot="0">
            <a:off x="3337560" y="2688590"/>
            <a:ext cx="12350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2" name="Rect 0"/>
          <p:cNvSpPr txBox="1">
            <a:spLocks/>
          </p:cNvSpPr>
          <p:nvPr/>
        </p:nvSpPr>
        <p:spPr>
          <a:xfrm rot="0">
            <a:off x="3456305" y="2752090"/>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U65 · 256, 512</a:t>
            </a:r>
            <a:endParaRPr lang="ko-KR" altLang="en-US" sz="1150" b="0">
              <a:solidFill>
                <a:srgbClr val="22364B"/>
              </a:solidFill>
              <a:latin typeface="Poppins" charset="0"/>
              <a:ea typeface="NanumGothic" charset="0"/>
              <a:sym typeface="나눔고딕" charset="0"/>
            </a:endParaRPr>
          </a:p>
        </p:txBody>
      </p:sp>
      <p:sp>
        <p:nvSpPr>
          <p:cNvPr id="33" name="Rect 0"/>
          <p:cNvSpPr>
            <a:spLocks/>
          </p:cNvSpPr>
          <p:nvPr/>
        </p:nvSpPr>
        <p:spPr>
          <a:xfrm rot="0">
            <a:off x="4572000" y="2688590"/>
            <a:ext cx="960754"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4" name="Rect 0"/>
          <p:cNvSpPr txBox="1">
            <a:spLocks/>
          </p:cNvSpPr>
          <p:nvPr/>
        </p:nvSpPr>
        <p:spPr>
          <a:xfrm rot="0">
            <a:off x="4690745" y="2752090"/>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1 GHz</a:t>
            </a:r>
            <a:endParaRPr lang="ko-KR" altLang="en-US" sz="1150" b="0">
              <a:solidFill>
                <a:srgbClr val="22364B"/>
              </a:solidFill>
              <a:latin typeface="Poppins" charset="0"/>
              <a:ea typeface="NanumGothic" charset="0"/>
              <a:sym typeface="나눔고딕" charset="0"/>
            </a:endParaRPr>
          </a:p>
        </p:txBody>
      </p:sp>
      <p:sp>
        <p:nvSpPr>
          <p:cNvPr id="35" name="Rect 0"/>
          <p:cNvSpPr>
            <a:spLocks/>
          </p:cNvSpPr>
          <p:nvPr/>
        </p:nvSpPr>
        <p:spPr>
          <a:xfrm rot="0">
            <a:off x="5532120" y="2688590"/>
            <a:ext cx="105219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6" name="Rect 0"/>
          <p:cNvSpPr txBox="1">
            <a:spLocks/>
          </p:cNvSpPr>
          <p:nvPr/>
        </p:nvSpPr>
        <p:spPr>
          <a:xfrm rot="0">
            <a:off x="5650865" y="2752090"/>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37" name="Rect 0"/>
          <p:cNvSpPr>
            <a:spLocks/>
          </p:cNvSpPr>
          <p:nvPr/>
        </p:nvSpPr>
        <p:spPr>
          <a:xfrm rot="0">
            <a:off x="6583680" y="2688590"/>
            <a:ext cx="210375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8" name="Rect 0"/>
          <p:cNvSpPr txBox="1">
            <a:spLocks/>
          </p:cNvSpPr>
          <p:nvPr/>
        </p:nvSpPr>
        <p:spPr>
          <a:xfrm rot="0">
            <a:off x="6702425" y="2752090"/>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 / 32 / –</a:t>
            </a:r>
            <a:endParaRPr lang="ko-KR" altLang="en-US" sz="1150" b="0">
              <a:solidFill>
                <a:srgbClr val="22364B"/>
              </a:solidFill>
              <a:latin typeface="Poppins" charset="0"/>
              <a:ea typeface="NanumGothic" charset="0"/>
              <a:sym typeface="나눔고딕" charset="0"/>
            </a:endParaRPr>
          </a:p>
        </p:txBody>
      </p:sp>
      <p:sp>
        <p:nvSpPr>
          <p:cNvPr id="39" name="Rect 0"/>
          <p:cNvSpPr>
            <a:spLocks/>
          </p:cNvSpPr>
          <p:nvPr/>
        </p:nvSpPr>
        <p:spPr>
          <a:xfrm rot="0">
            <a:off x="8686800" y="2688590"/>
            <a:ext cx="30638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0" name="Rect 0"/>
          <p:cNvSpPr txBox="1">
            <a:spLocks/>
          </p:cNvSpPr>
          <p:nvPr/>
        </p:nvSpPr>
        <p:spPr>
          <a:xfrm rot="0">
            <a:off x="8805545" y="2752090"/>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0.234 / – / 500, 250 / –</a:t>
            </a:r>
            <a:endParaRPr lang="ko-KR" altLang="en-US" sz="1150" b="0">
              <a:solidFill>
                <a:srgbClr val="22364B"/>
              </a:solidFill>
              <a:latin typeface="Poppins" charset="0"/>
              <a:ea typeface="NanumGothic" charset="0"/>
              <a:sym typeface="나눔고딕" charset="0"/>
            </a:endParaRPr>
          </a:p>
        </p:txBody>
      </p:sp>
      <p:sp>
        <p:nvSpPr>
          <p:cNvPr id="41" name="Rect 0"/>
          <p:cNvSpPr>
            <a:spLocks/>
          </p:cNvSpPr>
          <p:nvPr/>
        </p:nvSpPr>
        <p:spPr>
          <a:xfrm rot="0">
            <a:off x="502920" y="3017520"/>
            <a:ext cx="28352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2" name="Rect 0"/>
          <p:cNvSpPr txBox="1">
            <a:spLocks/>
          </p:cNvSpPr>
          <p:nvPr/>
        </p:nvSpPr>
        <p:spPr>
          <a:xfrm rot="0">
            <a:off x="621665" y="3081655"/>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Ethos_U85_SYS_DRAM_Low</a:t>
            </a:r>
            <a:endParaRPr lang="ko-KR" altLang="en-US" sz="1150" b="0">
              <a:solidFill>
                <a:srgbClr val="22364B"/>
              </a:solidFill>
              <a:latin typeface="Poppins" charset="0"/>
              <a:ea typeface="NanumGothic" charset="0"/>
              <a:sym typeface="나눔고딕" charset="0"/>
            </a:endParaRPr>
          </a:p>
        </p:txBody>
      </p:sp>
      <p:sp>
        <p:nvSpPr>
          <p:cNvPr id="43" name="Rect 0"/>
          <p:cNvSpPr>
            <a:spLocks/>
          </p:cNvSpPr>
          <p:nvPr/>
        </p:nvSpPr>
        <p:spPr>
          <a:xfrm rot="0">
            <a:off x="3337560" y="3017520"/>
            <a:ext cx="12350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4" name="Rect 0"/>
          <p:cNvSpPr txBox="1">
            <a:spLocks/>
          </p:cNvSpPr>
          <p:nvPr/>
        </p:nvSpPr>
        <p:spPr>
          <a:xfrm rot="0">
            <a:off x="3456305" y="3081655"/>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128, 256</a:t>
            </a:r>
            <a:endParaRPr lang="ko-KR" altLang="en-US" sz="1150" b="0">
              <a:solidFill>
                <a:srgbClr val="22364B"/>
              </a:solidFill>
              <a:latin typeface="Poppins" charset="0"/>
              <a:ea typeface="NanumGothic" charset="0"/>
              <a:sym typeface="나눔고딕" charset="0"/>
            </a:endParaRPr>
          </a:p>
        </p:txBody>
      </p:sp>
      <p:sp>
        <p:nvSpPr>
          <p:cNvPr id="45" name="Rect 0"/>
          <p:cNvSpPr>
            <a:spLocks/>
          </p:cNvSpPr>
          <p:nvPr/>
        </p:nvSpPr>
        <p:spPr>
          <a:xfrm rot="0">
            <a:off x="4572000" y="3017520"/>
            <a:ext cx="960754"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6" name="Rect 0"/>
          <p:cNvSpPr txBox="1">
            <a:spLocks/>
          </p:cNvSpPr>
          <p:nvPr/>
        </p:nvSpPr>
        <p:spPr>
          <a:xfrm rot="0">
            <a:off x="4690745" y="3081655"/>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500 MHz</a:t>
            </a:r>
            <a:endParaRPr lang="ko-KR" altLang="en-US" sz="1150" b="0">
              <a:solidFill>
                <a:srgbClr val="22364B"/>
              </a:solidFill>
              <a:latin typeface="Poppins" charset="0"/>
              <a:ea typeface="NanumGothic" charset="0"/>
              <a:sym typeface="나눔고딕" charset="0"/>
            </a:endParaRPr>
          </a:p>
        </p:txBody>
      </p:sp>
      <p:sp>
        <p:nvSpPr>
          <p:cNvPr id="47" name="Rect 0"/>
          <p:cNvSpPr>
            <a:spLocks/>
          </p:cNvSpPr>
          <p:nvPr/>
        </p:nvSpPr>
        <p:spPr>
          <a:xfrm rot="0">
            <a:off x="5532120" y="3017520"/>
            <a:ext cx="105219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8" name="Rect 0"/>
          <p:cNvSpPr txBox="1">
            <a:spLocks/>
          </p:cNvSpPr>
          <p:nvPr/>
        </p:nvSpPr>
        <p:spPr>
          <a:xfrm rot="0">
            <a:off x="5650865" y="3081655"/>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49" name="Rect 0"/>
          <p:cNvSpPr>
            <a:spLocks/>
          </p:cNvSpPr>
          <p:nvPr/>
        </p:nvSpPr>
        <p:spPr>
          <a:xfrm rot="0">
            <a:off x="6583680" y="3017520"/>
            <a:ext cx="210375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0" name="Rect 0"/>
          <p:cNvSpPr txBox="1">
            <a:spLocks/>
          </p:cNvSpPr>
          <p:nvPr/>
        </p:nvSpPr>
        <p:spPr>
          <a:xfrm rot="0">
            <a:off x="6702425" y="3081655"/>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2 / 16 / 8, 8</a:t>
            </a:r>
            <a:endParaRPr lang="ko-KR" altLang="en-US" sz="1150" b="0">
              <a:solidFill>
                <a:srgbClr val="22364B"/>
              </a:solidFill>
              <a:latin typeface="Poppins" charset="0"/>
              <a:ea typeface="NanumGothic" charset="0"/>
              <a:sym typeface="나눔고딕" charset="0"/>
            </a:endParaRPr>
          </a:p>
        </p:txBody>
      </p:sp>
      <p:sp>
        <p:nvSpPr>
          <p:cNvPr id="51" name="Rect 0"/>
          <p:cNvSpPr>
            <a:spLocks/>
          </p:cNvSpPr>
          <p:nvPr/>
        </p:nvSpPr>
        <p:spPr>
          <a:xfrm rot="0">
            <a:off x="8686800" y="3017520"/>
            <a:ext cx="30638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2" name="Rect 0"/>
          <p:cNvSpPr txBox="1">
            <a:spLocks/>
          </p:cNvSpPr>
          <p:nvPr/>
        </p:nvSpPr>
        <p:spPr>
          <a:xfrm rot="0">
            <a:off x="8805545" y="3081655"/>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0.469 / 1 / 500, 250 / 24, 12</a:t>
            </a:r>
            <a:endParaRPr lang="ko-KR" altLang="en-US" sz="1150" b="0">
              <a:solidFill>
                <a:srgbClr val="22364B"/>
              </a:solidFill>
              <a:latin typeface="Poppins" charset="0"/>
              <a:ea typeface="NanumGothic" charset="0"/>
              <a:sym typeface="나눔고딕" charset="0"/>
            </a:endParaRPr>
          </a:p>
        </p:txBody>
      </p:sp>
      <p:sp>
        <p:nvSpPr>
          <p:cNvPr id="53" name="Rect 0"/>
          <p:cNvSpPr>
            <a:spLocks/>
          </p:cNvSpPr>
          <p:nvPr/>
        </p:nvSpPr>
        <p:spPr>
          <a:xfrm rot="0">
            <a:off x="502920" y="3346450"/>
            <a:ext cx="28352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4" name="Rect 0"/>
          <p:cNvSpPr txBox="1">
            <a:spLocks/>
          </p:cNvSpPr>
          <p:nvPr/>
        </p:nvSpPr>
        <p:spPr>
          <a:xfrm rot="0">
            <a:off x="621665" y="3410585"/>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Ethos_U85_SYS_DRAM_Mid_512</a:t>
            </a:r>
            <a:endParaRPr lang="ko-KR" altLang="en-US" sz="1150" b="0">
              <a:solidFill>
                <a:srgbClr val="22364B"/>
              </a:solidFill>
              <a:latin typeface="Poppins" charset="0"/>
              <a:ea typeface="NanumGothic" charset="0"/>
              <a:sym typeface="나눔고딕" charset="0"/>
            </a:endParaRPr>
          </a:p>
        </p:txBody>
      </p:sp>
      <p:sp>
        <p:nvSpPr>
          <p:cNvPr id="55" name="Rect 0"/>
          <p:cNvSpPr>
            <a:spLocks/>
          </p:cNvSpPr>
          <p:nvPr/>
        </p:nvSpPr>
        <p:spPr>
          <a:xfrm rot="0">
            <a:off x="3337560" y="3346450"/>
            <a:ext cx="12350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6" name="Rect 0"/>
          <p:cNvSpPr txBox="1">
            <a:spLocks/>
          </p:cNvSpPr>
          <p:nvPr/>
        </p:nvSpPr>
        <p:spPr>
          <a:xfrm rot="0">
            <a:off x="3456305" y="3410585"/>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512</a:t>
            </a:r>
            <a:endParaRPr lang="ko-KR" altLang="en-US" sz="1150" b="0">
              <a:solidFill>
                <a:srgbClr val="22364B"/>
              </a:solidFill>
              <a:latin typeface="Poppins" charset="0"/>
              <a:ea typeface="NanumGothic" charset="0"/>
              <a:sym typeface="나눔고딕" charset="0"/>
            </a:endParaRPr>
          </a:p>
        </p:txBody>
      </p:sp>
      <p:sp>
        <p:nvSpPr>
          <p:cNvPr id="57" name="Rect 0"/>
          <p:cNvSpPr>
            <a:spLocks/>
          </p:cNvSpPr>
          <p:nvPr/>
        </p:nvSpPr>
        <p:spPr>
          <a:xfrm rot="0">
            <a:off x="4572000" y="3346450"/>
            <a:ext cx="960754"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8" name="Rect 0"/>
          <p:cNvSpPr txBox="1">
            <a:spLocks/>
          </p:cNvSpPr>
          <p:nvPr/>
        </p:nvSpPr>
        <p:spPr>
          <a:xfrm rot="0">
            <a:off x="4690745" y="3410585"/>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1 GHz</a:t>
            </a:r>
            <a:endParaRPr lang="ko-KR" altLang="en-US" sz="1150" b="0">
              <a:solidFill>
                <a:srgbClr val="22364B"/>
              </a:solidFill>
              <a:latin typeface="Poppins" charset="0"/>
              <a:ea typeface="NanumGothic" charset="0"/>
              <a:sym typeface="나눔고딕" charset="0"/>
            </a:endParaRPr>
          </a:p>
        </p:txBody>
      </p:sp>
      <p:sp>
        <p:nvSpPr>
          <p:cNvPr id="59" name="Rect 0"/>
          <p:cNvSpPr>
            <a:spLocks/>
          </p:cNvSpPr>
          <p:nvPr/>
        </p:nvSpPr>
        <p:spPr>
          <a:xfrm rot="0">
            <a:off x="5532120" y="3346450"/>
            <a:ext cx="105219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0" name="Rect 0"/>
          <p:cNvSpPr txBox="1">
            <a:spLocks/>
          </p:cNvSpPr>
          <p:nvPr/>
        </p:nvSpPr>
        <p:spPr>
          <a:xfrm rot="0">
            <a:off x="5650865" y="3410585"/>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61" name="Rect 0"/>
          <p:cNvSpPr>
            <a:spLocks/>
          </p:cNvSpPr>
          <p:nvPr/>
        </p:nvSpPr>
        <p:spPr>
          <a:xfrm rot="0">
            <a:off x="6583680" y="3346450"/>
            <a:ext cx="210375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2" name="Rect 0"/>
          <p:cNvSpPr txBox="1">
            <a:spLocks/>
          </p:cNvSpPr>
          <p:nvPr/>
        </p:nvSpPr>
        <p:spPr>
          <a:xfrm rot="0">
            <a:off x="6702425" y="3410585"/>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2 / 32 / 8, 8</a:t>
            </a:r>
            <a:endParaRPr lang="ko-KR" altLang="en-US" sz="1150" b="0">
              <a:solidFill>
                <a:srgbClr val="22364B"/>
              </a:solidFill>
              <a:latin typeface="Poppins" charset="0"/>
              <a:ea typeface="NanumGothic" charset="0"/>
              <a:sym typeface="나눔고딕" charset="0"/>
            </a:endParaRPr>
          </a:p>
        </p:txBody>
      </p:sp>
      <p:sp>
        <p:nvSpPr>
          <p:cNvPr id="63" name="Rect 0"/>
          <p:cNvSpPr>
            <a:spLocks/>
          </p:cNvSpPr>
          <p:nvPr/>
        </p:nvSpPr>
        <p:spPr>
          <a:xfrm rot="0">
            <a:off x="8686800" y="3346450"/>
            <a:ext cx="30638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4" name="Rect 0"/>
          <p:cNvSpPr txBox="1">
            <a:spLocks/>
          </p:cNvSpPr>
          <p:nvPr/>
        </p:nvSpPr>
        <p:spPr>
          <a:xfrm rot="0">
            <a:off x="8805545" y="3410585"/>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0.75 / 1 / 500, 250 / 64, 32</a:t>
            </a:r>
            <a:endParaRPr lang="ko-KR" altLang="en-US" sz="1150" b="0">
              <a:solidFill>
                <a:srgbClr val="22364B"/>
              </a:solidFill>
              <a:latin typeface="Poppins" charset="0"/>
              <a:ea typeface="NanumGothic" charset="0"/>
              <a:sym typeface="나눔고딕" charset="0"/>
            </a:endParaRPr>
          </a:p>
        </p:txBody>
      </p:sp>
      <p:sp>
        <p:nvSpPr>
          <p:cNvPr id="65" name="Rect 0"/>
          <p:cNvSpPr>
            <a:spLocks/>
          </p:cNvSpPr>
          <p:nvPr/>
        </p:nvSpPr>
        <p:spPr>
          <a:xfrm rot="0">
            <a:off x="502920" y="3676015"/>
            <a:ext cx="28352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6" name="Rect 0"/>
          <p:cNvSpPr txBox="1">
            <a:spLocks/>
          </p:cNvSpPr>
          <p:nvPr/>
        </p:nvSpPr>
        <p:spPr>
          <a:xfrm rot="0">
            <a:off x="621665" y="3740150"/>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Ethos_U85_SYS_DRAM_Mid_1024</a:t>
            </a:r>
            <a:endParaRPr lang="ko-KR" altLang="en-US" sz="1150" b="0">
              <a:solidFill>
                <a:srgbClr val="22364B"/>
              </a:solidFill>
              <a:latin typeface="Poppins" charset="0"/>
              <a:ea typeface="NanumGothic" charset="0"/>
              <a:sym typeface="나눔고딕" charset="0"/>
            </a:endParaRPr>
          </a:p>
        </p:txBody>
      </p:sp>
      <p:sp>
        <p:nvSpPr>
          <p:cNvPr id="67" name="Rect 0"/>
          <p:cNvSpPr>
            <a:spLocks/>
          </p:cNvSpPr>
          <p:nvPr/>
        </p:nvSpPr>
        <p:spPr>
          <a:xfrm rot="0">
            <a:off x="3337560" y="3676015"/>
            <a:ext cx="12350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8" name="Rect 0"/>
          <p:cNvSpPr txBox="1">
            <a:spLocks/>
          </p:cNvSpPr>
          <p:nvPr/>
        </p:nvSpPr>
        <p:spPr>
          <a:xfrm rot="0">
            <a:off x="3456305" y="3740150"/>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1024</a:t>
            </a:r>
            <a:endParaRPr lang="ko-KR" altLang="en-US" sz="1150" b="0">
              <a:solidFill>
                <a:srgbClr val="22364B"/>
              </a:solidFill>
              <a:latin typeface="Poppins" charset="0"/>
              <a:ea typeface="NanumGothic" charset="0"/>
              <a:sym typeface="나눔고딕" charset="0"/>
            </a:endParaRPr>
          </a:p>
        </p:txBody>
      </p:sp>
      <p:sp>
        <p:nvSpPr>
          <p:cNvPr id="69" name="Rect 0"/>
          <p:cNvSpPr>
            <a:spLocks/>
          </p:cNvSpPr>
          <p:nvPr/>
        </p:nvSpPr>
        <p:spPr>
          <a:xfrm rot="0">
            <a:off x="4572000" y="3676015"/>
            <a:ext cx="960754"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0" name="Rect 0"/>
          <p:cNvSpPr txBox="1">
            <a:spLocks/>
          </p:cNvSpPr>
          <p:nvPr/>
        </p:nvSpPr>
        <p:spPr>
          <a:xfrm rot="0">
            <a:off x="4690745" y="3740150"/>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1 GHz</a:t>
            </a:r>
            <a:endParaRPr lang="ko-KR" altLang="en-US" sz="1150" b="0">
              <a:solidFill>
                <a:srgbClr val="22364B"/>
              </a:solidFill>
              <a:latin typeface="Poppins" charset="0"/>
              <a:ea typeface="NanumGothic" charset="0"/>
              <a:sym typeface="나눔고딕" charset="0"/>
            </a:endParaRPr>
          </a:p>
        </p:txBody>
      </p:sp>
      <p:sp>
        <p:nvSpPr>
          <p:cNvPr id="71" name="Rect 0"/>
          <p:cNvSpPr>
            <a:spLocks/>
          </p:cNvSpPr>
          <p:nvPr/>
        </p:nvSpPr>
        <p:spPr>
          <a:xfrm rot="0">
            <a:off x="5532120" y="3676015"/>
            <a:ext cx="105219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2" name="Rect 0"/>
          <p:cNvSpPr txBox="1">
            <a:spLocks/>
          </p:cNvSpPr>
          <p:nvPr/>
        </p:nvSpPr>
        <p:spPr>
          <a:xfrm rot="0">
            <a:off x="5650865" y="3740150"/>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73" name="Rect 0"/>
          <p:cNvSpPr>
            <a:spLocks/>
          </p:cNvSpPr>
          <p:nvPr/>
        </p:nvSpPr>
        <p:spPr>
          <a:xfrm rot="0">
            <a:off x="6583680" y="3676015"/>
            <a:ext cx="210375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4" name="Rect 0"/>
          <p:cNvSpPr txBox="1">
            <a:spLocks/>
          </p:cNvSpPr>
          <p:nvPr/>
        </p:nvSpPr>
        <p:spPr>
          <a:xfrm rot="0">
            <a:off x="6702425" y="3740150"/>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2 / 32 / 8, 8</a:t>
            </a:r>
            <a:endParaRPr lang="ko-KR" altLang="en-US" sz="1150" b="0">
              <a:solidFill>
                <a:srgbClr val="22364B"/>
              </a:solidFill>
              <a:latin typeface="Poppins" charset="0"/>
              <a:ea typeface="NanumGothic" charset="0"/>
              <a:sym typeface="나눔고딕" charset="0"/>
            </a:endParaRPr>
          </a:p>
        </p:txBody>
      </p:sp>
      <p:sp>
        <p:nvSpPr>
          <p:cNvPr id="75" name="Rect 0"/>
          <p:cNvSpPr>
            <a:spLocks/>
          </p:cNvSpPr>
          <p:nvPr/>
        </p:nvSpPr>
        <p:spPr>
          <a:xfrm rot="0">
            <a:off x="8686800" y="3676015"/>
            <a:ext cx="3063875" cy="32956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6" name="Rect 0"/>
          <p:cNvSpPr txBox="1">
            <a:spLocks/>
          </p:cNvSpPr>
          <p:nvPr/>
        </p:nvSpPr>
        <p:spPr>
          <a:xfrm rot="0">
            <a:off x="8805545" y="3740150"/>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0.75 / 2 / 500, 250 / 64, 32</a:t>
            </a:r>
            <a:endParaRPr lang="ko-KR" altLang="en-US" sz="1150" b="0">
              <a:solidFill>
                <a:srgbClr val="22364B"/>
              </a:solidFill>
              <a:latin typeface="Poppins" charset="0"/>
              <a:ea typeface="NanumGothic" charset="0"/>
              <a:sym typeface="나눔고딕" charset="0"/>
            </a:endParaRPr>
          </a:p>
        </p:txBody>
      </p:sp>
      <p:sp>
        <p:nvSpPr>
          <p:cNvPr id="77" name="Rect 0"/>
          <p:cNvSpPr>
            <a:spLocks/>
          </p:cNvSpPr>
          <p:nvPr/>
        </p:nvSpPr>
        <p:spPr>
          <a:xfrm rot="0">
            <a:off x="502920" y="4004945"/>
            <a:ext cx="28352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8" name="Rect 0"/>
          <p:cNvSpPr txBox="1">
            <a:spLocks/>
          </p:cNvSpPr>
          <p:nvPr/>
        </p:nvSpPr>
        <p:spPr>
          <a:xfrm rot="0">
            <a:off x="621665" y="4069080"/>
            <a:ext cx="25977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Ethos_U85_SYS_DRAM_High_2048</a:t>
            </a:r>
            <a:endParaRPr lang="ko-KR" altLang="en-US" sz="1150" b="0">
              <a:solidFill>
                <a:srgbClr val="22364B"/>
              </a:solidFill>
              <a:latin typeface="Poppins" charset="0"/>
              <a:ea typeface="NanumGothic" charset="0"/>
              <a:sym typeface="나눔고딕" charset="0"/>
            </a:endParaRPr>
          </a:p>
        </p:txBody>
      </p:sp>
      <p:sp>
        <p:nvSpPr>
          <p:cNvPr id="79" name="Rect 0"/>
          <p:cNvSpPr>
            <a:spLocks/>
          </p:cNvSpPr>
          <p:nvPr/>
        </p:nvSpPr>
        <p:spPr>
          <a:xfrm rot="0">
            <a:off x="3337560" y="4004945"/>
            <a:ext cx="12350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0" name="Rect 0"/>
          <p:cNvSpPr txBox="1">
            <a:spLocks/>
          </p:cNvSpPr>
          <p:nvPr/>
        </p:nvSpPr>
        <p:spPr>
          <a:xfrm rot="0">
            <a:off x="3456305" y="4069080"/>
            <a:ext cx="9975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2048</a:t>
            </a:r>
            <a:endParaRPr lang="ko-KR" altLang="en-US" sz="1150" b="0">
              <a:solidFill>
                <a:srgbClr val="22364B"/>
              </a:solidFill>
              <a:latin typeface="Poppins" charset="0"/>
              <a:ea typeface="NanumGothic" charset="0"/>
              <a:sym typeface="나눔고딕" charset="0"/>
            </a:endParaRPr>
          </a:p>
        </p:txBody>
      </p:sp>
      <p:sp>
        <p:nvSpPr>
          <p:cNvPr id="81" name="Rect 0"/>
          <p:cNvSpPr>
            <a:spLocks/>
          </p:cNvSpPr>
          <p:nvPr/>
        </p:nvSpPr>
        <p:spPr>
          <a:xfrm rot="0">
            <a:off x="4572000" y="4004945"/>
            <a:ext cx="960754"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2" name="Rect 0"/>
          <p:cNvSpPr txBox="1">
            <a:spLocks/>
          </p:cNvSpPr>
          <p:nvPr/>
        </p:nvSpPr>
        <p:spPr>
          <a:xfrm rot="0">
            <a:off x="4690745" y="4069080"/>
            <a:ext cx="723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1 GHz</a:t>
            </a:r>
            <a:endParaRPr lang="ko-KR" altLang="en-US" sz="1150" b="0">
              <a:solidFill>
                <a:srgbClr val="22364B"/>
              </a:solidFill>
              <a:latin typeface="Poppins" charset="0"/>
              <a:ea typeface="NanumGothic" charset="0"/>
              <a:sym typeface="나눔고딕" charset="0"/>
            </a:endParaRPr>
          </a:p>
        </p:txBody>
      </p:sp>
      <p:sp>
        <p:nvSpPr>
          <p:cNvPr id="83" name="Rect 0"/>
          <p:cNvSpPr>
            <a:spLocks/>
          </p:cNvSpPr>
          <p:nvPr/>
        </p:nvSpPr>
        <p:spPr>
          <a:xfrm rot="0">
            <a:off x="5532120" y="4004945"/>
            <a:ext cx="105219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4" name="Rect 0"/>
          <p:cNvSpPr txBox="1">
            <a:spLocks/>
          </p:cNvSpPr>
          <p:nvPr/>
        </p:nvSpPr>
        <p:spPr>
          <a:xfrm rot="0">
            <a:off x="5650865" y="4069080"/>
            <a:ext cx="8147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a:t>
            </a:r>
            <a:endParaRPr lang="ko-KR" altLang="en-US" sz="1150" b="0">
              <a:solidFill>
                <a:srgbClr val="22364B"/>
              </a:solidFill>
              <a:latin typeface="Poppins" charset="0"/>
              <a:ea typeface="NanumGothic" charset="0"/>
              <a:sym typeface="나눔고딕" charset="0"/>
            </a:endParaRPr>
          </a:p>
        </p:txBody>
      </p:sp>
      <p:sp>
        <p:nvSpPr>
          <p:cNvPr id="85" name="Rect 0"/>
          <p:cNvSpPr>
            <a:spLocks/>
          </p:cNvSpPr>
          <p:nvPr/>
        </p:nvSpPr>
        <p:spPr>
          <a:xfrm rot="0">
            <a:off x="6583680" y="4004945"/>
            <a:ext cx="210375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6" name="Rect 0"/>
          <p:cNvSpPr txBox="1">
            <a:spLocks/>
          </p:cNvSpPr>
          <p:nvPr/>
        </p:nvSpPr>
        <p:spPr>
          <a:xfrm rot="0">
            <a:off x="6702425" y="4069080"/>
            <a:ext cx="186626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4 / 32 / 8, 8</a:t>
            </a:r>
            <a:endParaRPr lang="ko-KR" altLang="en-US" sz="1150" b="0">
              <a:solidFill>
                <a:srgbClr val="22364B"/>
              </a:solidFill>
              <a:latin typeface="Poppins" charset="0"/>
              <a:ea typeface="NanumGothic" charset="0"/>
              <a:sym typeface="나눔고딕" charset="0"/>
            </a:endParaRPr>
          </a:p>
        </p:txBody>
      </p:sp>
      <p:sp>
        <p:nvSpPr>
          <p:cNvPr id="87" name="Rect 0"/>
          <p:cNvSpPr>
            <a:spLocks/>
          </p:cNvSpPr>
          <p:nvPr/>
        </p:nvSpPr>
        <p:spPr>
          <a:xfrm rot="0">
            <a:off x="8686800" y="4004945"/>
            <a:ext cx="3063875" cy="32956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8" name="Rect 0"/>
          <p:cNvSpPr txBox="1">
            <a:spLocks/>
          </p:cNvSpPr>
          <p:nvPr/>
        </p:nvSpPr>
        <p:spPr>
          <a:xfrm rot="0">
            <a:off x="8805545" y="4069080"/>
            <a:ext cx="282638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0.75 / 2 / 500, 250 / 64, 32</a:t>
            </a:r>
            <a:endParaRPr lang="ko-KR" altLang="en-US" sz="1150" b="0">
              <a:solidFill>
                <a:srgbClr val="22364B"/>
              </a:solidFill>
              <a:latin typeface="Poppins" charset="0"/>
              <a:ea typeface="NanumGothic" charset="0"/>
              <a:sym typeface="나눔고딕" charset="0"/>
            </a:endParaRPr>
          </a:p>
        </p:txBody>
      </p:sp>
      <p:sp>
        <p:nvSpPr>
          <p:cNvPr id="89" name="Rect 0"/>
          <p:cNvSpPr>
            <a:spLocks/>
          </p:cNvSpPr>
          <p:nvPr/>
        </p:nvSpPr>
        <p:spPr>
          <a:xfrm rot="0">
            <a:off x="502920" y="4462145"/>
            <a:ext cx="160083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0" name="Rect 0"/>
          <p:cNvSpPr txBox="1">
            <a:spLocks/>
          </p:cNvSpPr>
          <p:nvPr/>
        </p:nvSpPr>
        <p:spPr>
          <a:xfrm rot="0">
            <a:off x="621665" y="4544695"/>
            <a:ext cx="136334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Memory mode</a:t>
            </a:r>
            <a:endParaRPr lang="ko-KR" altLang="en-US" sz="1150" b="1">
              <a:solidFill>
                <a:srgbClr val="FFFFFF"/>
              </a:solidFill>
              <a:latin typeface="Poppins" charset="0"/>
              <a:ea typeface="NanumGothic" charset="0"/>
              <a:sym typeface="나눔고딕" charset="0"/>
            </a:endParaRPr>
          </a:p>
        </p:txBody>
      </p:sp>
      <p:sp>
        <p:nvSpPr>
          <p:cNvPr id="91" name="Rect 0"/>
          <p:cNvSpPr>
            <a:spLocks/>
          </p:cNvSpPr>
          <p:nvPr/>
        </p:nvSpPr>
        <p:spPr>
          <a:xfrm rot="0">
            <a:off x="2103120" y="4462145"/>
            <a:ext cx="178371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2" name="Rect 0"/>
          <p:cNvSpPr txBox="1">
            <a:spLocks/>
          </p:cNvSpPr>
          <p:nvPr/>
        </p:nvSpPr>
        <p:spPr>
          <a:xfrm rot="0">
            <a:off x="2221865" y="4544695"/>
            <a:ext cx="154622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가중치 (const)</a:t>
            </a:r>
            <a:endParaRPr lang="ko-KR" altLang="en-US" sz="1150" b="1">
              <a:solidFill>
                <a:srgbClr val="FFFFFF"/>
              </a:solidFill>
              <a:latin typeface="Poppins" charset="0"/>
              <a:ea typeface="NanumGothic" charset="0"/>
              <a:sym typeface="나눔고딕" charset="0"/>
            </a:endParaRPr>
          </a:p>
        </p:txBody>
      </p:sp>
      <p:sp>
        <p:nvSpPr>
          <p:cNvPr id="93" name="Rect 0"/>
          <p:cNvSpPr>
            <a:spLocks/>
          </p:cNvSpPr>
          <p:nvPr/>
        </p:nvSpPr>
        <p:spPr>
          <a:xfrm rot="0">
            <a:off x="3886200" y="4462145"/>
            <a:ext cx="178371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4" name="Rect 0"/>
          <p:cNvSpPr txBox="1">
            <a:spLocks/>
          </p:cNvSpPr>
          <p:nvPr/>
        </p:nvSpPr>
        <p:spPr>
          <a:xfrm rot="0">
            <a:off x="4004945" y="4544695"/>
            <a:ext cx="154622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arena (activation)</a:t>
            </a:r>
            <a:endParaRPr lang="ko-KR" altLang="en-US" sz="1150" b="1">
              <a:solidFill>
                <a:srgbClr val="FFFFFF"/>
              </a:solidFill>
              <a:latin typeface="Poppins" charset="0"/>
              <a:ea typeface="NanumGothic" charset="0"/>
              <a:sym typeface="나눔고딕" charset="0"/>
            </a:endParaRPr>
          </a:p>
        </p:txBody>
      </p:sp>
      <p:sp>
        <p:nvSpPr>
          <p:cNvPr id="95" name="Rect 0"/>
          <p:cNvSpPr>
            <a:spLocks/>
          </p:cNvSpPr>
          <p:nvPr/>
        </p:nvSpPr>
        <p:spPr>
          <a:xfrm rot="0">
            <a:off x="5669280" y="4462145"/>
            <a:ext cx="205803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6" name="Rect 0"/>
          <p:cNvSpPr txBox="1">
            <a:spLocks/>
          </p:cNvSpPr>
          <p:nvPr/>
        </p:nvSpPr>
        <p:spPr>
          <a:xfrm rot="0">
            <a:off x="5788025" y="4544695"/>
            <a:ext cx="182054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cache</a:t>
            </a:r>
            <a:endParaRPr lang="ko-KR" altLang="en-US" sz="1150" b="1">
              <a:solidFill>
                <a:srgbClr val="FFFFFF"/>
              </a:solidFill>
              <a:latin typeface="Poppins" charset="0"/>
              <a:ea typeface="NanumGothic" charset="0"/>
              <a:sym typeface="나눔고딕" charset="0"/>
            </a:endParaRPr>
          </a:p>
        </p:txBody>
      </p:sp>
      <p:sp>
        <p:nvSpPr>
          <p:cNvPr id="97" name="Rect 0"/>
          <p:cNvSpPr>
            <a:spLocks/>
          </p:cNvSpPr>
          <p:nvPr/>
        </p:nvSpPr>
        <p:spPr>
          <a:xfrm rot="0">
            <a:off x="7726679" y="4462145"/>
            <a:ext cx="4023995" cy="347980"/>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8" name="Rect 0"/>
          <p:cNvSpPr txBox="1">
            <a:spLocks/>
          </p:cNvSpPr>
          <p:nvPr/>
        </p:nvSpPr>
        <p:spPr>
          <a:xfrm rot="0">
            <a:off x="7845425" y="4544695"/>
            <a:ext cx="3786505" cy="220345"/>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비고</a:t>
            </a:r>
            <a:endParaRPr lang="ko-KR" altLang="en-US" sz="1150" b="1">
              <a:solidFill>
                <a:srgbClr val="FFFFFF"/>
              </a:solidFill>
              <a:latin typeface="Poppins" charset="0"/>
              <a:ea typeface="NanumGothic" charset="0"/>
              <a:sym typeface="나눔고딕" charset="0"/>
            </a:endParaRPr>
          </a:p>
        </p:txBody>
      </p:sp>
      <p:sp>
        <p:nvSpPr>
          <p:cNvPr id="99" name="Rect 0"/>
          <p:cNvSpPr>
            <a:spLocks/>
          </p:cNvSpPr>
          <p:nvPr/>
        </p:nvSpPr>
        <p:spPr>
          <a:xfrm rot="0">
            <a:off x="502920" y="4809490"/>
            <a:ext cx="160083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0" name="Rect 0"/>
          <p:cNvSpPr txBox="1">
            <a:spLocks/>
          </p:cNvSpPr>
          <p:nvPr/>
        </p:nvSpPr>
        <p:spPr>
          <a:xfrm rot="0">
            <a:off x="621665" y="4873625"/>
            <a:ext cx="13633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Sram_Only</a:t>
            </a:r>
            <a:endParaRPr lang="ko-KR" altLang="en-US" sz="1200" b="0">
              <a:solidFill>
                <a:srgbClr val="22364B"/>
              </a:solidFill>
              <a:latin typeface="Poppins" charset="0"/>
              <a:ea typeface="NanumGothic" charset="0"/>
              <a:sym typeface="나눔고딕" charset="0"/>
            </a:endParaRPr>
          </a:p>
        </p:txBody>
      </p:sp>
      <p:sp>
        <p:nvSpPr>
          <p:cNvPr id="101" name="Rect 0"/>
          <p:cNvSpPr>
            <a:spLocks/>
          </p:cNvSpPr>
          <p:nvPr/>
        </p:nvSpPr>
        <p:spPr>
          <a:xfrm rot="0">
            <a:off x="2103120" y="4809490"/>
            <a:ext cx="178371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2" name="Rect 0"/>
          <p:cNvSpPr txBox="1">
            <a:spLocks/>
          </p:cNvSpPr>
          <p:nvPr/>
        </p:nvSpPr>
        <p:spPr>
          <a:xfrm rot="0">
            <a:off x="2221865" y="4873625"/>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03" name="Rect 0"/>
          <p:cNvSpPr>
            <a:spLocks/>
          </p:cNvSpPr>
          <p:nvPr/>
        </p:nvSpPr>
        <p:spPr>
          <a:xfrm rot="0">
            <a:off x="3886200" y="4809490"/>
            <a:ext cx="178371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4" name="Rect 0"/>
          <p:cNvSpPr txBox="1">
            <a:spLocks/>
          </p:cNvSpPr>
          <p:nvPr/>
        </p:nvSpPr>
        <p:spPr>
          <a:xfrm rot="0">
            <a:off x="4004945" y="4873625"/>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05" name="Rect 0"/>
          <p:cNvSpPr>
            <a:spLocks/>
          </p:cNvSpPr>
          <p:nvPr/>
        </p:nvSpPr>
        <p:spPr>
          <a:xfrm rot="0">
            <a:off x="5669280" y="4809490"/>
            <a:ext cx="205803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6" name="Rect 0"/>
          <p:cNvSpPr txBox="1">
            <a:spLocks/>
          </p:cNvSpPr>
          <p:nvPr/>
        </p:nvSpPr>
        <p:spPr>
          <a:xfrm rot="0">
            <a:off x="5788025" y="4873625"/>
            <a:ext cx="18205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07" name="Rect 0"/>
          <p:cNvSpPr>
            <a:spLocks/>
          </p:cNvSpPr>
          <p:nvPr/>
        </p:nvSpPr>
        <p:spPr>
          <a:xfrm rot="0">
            <a:off x="7726679" y="4809490"/>
            <a:ext cx="402399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8" name="Rect 0"/>
          <p:cNvSpPr txBox="1">
            <a:spLocks/>
          </p:cNvSpPr>
          <p:nvPr/>
        </p:nvSpPr>
        <p:spPr>
          <a:xfrm rot="0">
            <a:off x="7845425" y="4873625"/>
            <a:ext cx="378650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18장 memory mode 비교에만 사용</a:t>
            </a:r>
            <a:endParaRPr lang="ko-KR" altLang="en-US" sz="1200" b="0">
              <a:solidFill>
                <a:srgbClr val="22364B"/>
              </a:solidFill>
              <a:latin typeface="Poppins" charset="0"/>
              <a:ea typeface="NanumGothic" charset="0"/>
              <a:sym typeface="나눔고딕" charset="0"/>
            </a:endParaRPr>
          </a:p>
        </p:txBody>
      </p:sp>
      <p:sp>
        <p:nvSpPr>
          <p:cNvPr id="109" name="Rect 0"/>
          <p:cNvSpPr>
            <a:spLocks/>
          </p:cNvSpPr>
          <p:nvPr/>
        </p:nvSpPr>
        <p:spPr>
          <a:xfrm rot="0">
            <a:off x="502920" y="5120640"/>
            <a:ext cx="160083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0" name="Rect 0"/>
          <p:cNvSpPr txBox="1">
            <a:spLocks/>
          </p:cNvSpPr>
          <p:nvPr/>
        </p:nvSpPr>
        <p:spPr>
          <a:xfrm rot="0">
            <a:off x="621665" y="5184775"/>
            <a:ext cx="13633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Shared_Sram</a:t>
            </a:r>
            <a:endParaRPr lang="ko-KR" altLang="en-US" sz="1200" b="0">
              <a:solidFill>
                <a:srgbClr val="22364B"/>
              </a:solidFill>
              <a:latin typeface="Poppins" charset="0"/>
              <a:ea typeface="NanumGothic" charset="0"/>
              <a:sym typeface="나눔고딕" charset="0"/>
            </a:endParaRPr>
          </a:p>
        </p:txBody>
      </p:sp>
      <p:sp>
        <p:nvSpPr>
          <p:cNvPr id="111" name="Rect 0"/>
          <p:cNvSpPr>
            <a:spLocks/>
          </p:cNvSpPr>
          <p:nvPr/>
        </p:nvSpPr>
        <p:spPr>
          <a:xfrm rot="0">
            <a:off x="2103120" y="5120640"/>
            <a:ext cx="178371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2" name="Rect 0"/>
          <p:cNvSpPr txBox="1">
            <a:spLocks/>
          </p:cNvSpPr>
          <p:nvPr/>
        </p:nvSpPr>
        <p:spPr>
          <a:xfrm rot="0">
            <a:off x="2221865" y="5184775"/>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Axi1 (Flash/DRAM)</a:t>
            </a:r>
            <a:endParaRPr lang="ko-KR" altLang="en-US" sz="1200" b="0">
              <a:solidFill>
                <a:srgbClr val="22364B"/>
              </a:solidFill>
              <a:latin typeface="Poppins" charset="0"/>
              <a:ea typeface="NanumGothic" charset="0"/>
              <a:sym typeface="나눔고딕" charset="0"/>
            </a:endParaRPr>
          </a:p>
        </p:txBody>
      </p:sp>
      <p:sp>
        <p:nvSpPr>
          <p:cNvPr id="113" name="Rect 0"/>
          <p:cNvSpPr>
            <a:spLocks/>
          </p:cNvSpPr>
          <p:nvPr/>
        </p:nvSpPr>
        <p:spPr>
          <a:xfrm rot="0">
            <a:off x="3886200" y="5120640"/>
            <a:ext cx="178371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4" name="Rect 0"/>
          <p:cNvSpPr txBox="1">
            <a:spLocks/>
          </p:cNvSpPr>
          <p:nvPr/>
        </p:nvSpPr>
        <p:spPr>
          <a:xfrm rot="0">
            <a:off x="4004945" y="5184775"/>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15" name="Rect 0"/>
          <p:cNvSpPr>
            <a:spLocks/>
          </p:cNvSpPr>
          <p:nvPr/>
        </p:nvSpPr>
        <p:spPr>
          <a:xfrm rot="0">
            <a:off x="5669280" y="5120640"/>
            <a:ext cx="205803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6" name="Rect 0"/>
          <p:cNvSpPr txBox="1">
            <a:spLocks/>
          </p:cNvSpPr>
          <p:nvPr/>
        </p:nvSpPr>
        <p:spPr>
          <a:xfrm rot="0">
            <a:off x="5788025" y="5184775"/>
            <a:ext cx="18205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a:t>
            </a:r>
            <a:endParaRPr lang="ko-KR" altLang="en-US" sz="1200" b="0">
              <a:solidFill>
                <a:srgbClr val="22364B"/>
              </a:solidFill>
              <a:latin typeface="Poppins" charset="0"/>
              <a:ea typeface="NanumGothic" charset="0"/>
              <a:sym typeface="나눔고딕" charset="0"/>
            </a:endParaRPr>
          </a:p>
        </p:txBody>
      </p:sp>
      <p:sp>
        <p:nvSpPr>
          <p:cNvPr id="117" name="Rect 0"/>
          <p:cNvSpPr>
            <a:spLocks/>
          </p:cNvSpPr>
          <p:nvPr/>
        </p:nvSpPr>
        <p:spPr>
          <a:xfrm rot="0">
            <a:off x="7726679" y="5120640"/>
            <a:ext cx="4023995" cy="311785"/>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8" name="Rect 0"/>
          <p:cNvSpPr txBox="1">
            <a:spLocks/>
          </p:cNvSpPr>
          <p:nvPr/>
        </p:nvSpPr>
        <p:spPr>
          <a:xfrm rot="0">
            <a:off x="7845425" y="5184775"/>
            <a:ext cx="378650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U55 기본값 (MLEK) · 본 실험 U55</a:t>
            </a:r>
            <a:endParaRPr lang="ko-KR" altLang="en-US" sz="1200" b="0">
              <a:solidFill>
                <a:srgbClr val="22364B"/>
              </a:solidFill>
              <a:latin typeface="Poppins" charset="0"/>
              <a:ea typeface="NanumGothic" charset="0"/>
              <a:sym typeface="나눔고딕" charset="0"/>
            </a:endParaRPr>
          </a:p>
        </p:txBody>
      </p:sp>
      <p:sp>
        <p:nvSpPr>
          <p:cNvPr id="119" name="Rect 0"/>
          <p:cNvSpPr>
            <a:spLocks/>
          </p:cNvSpPr>
          <p:nvPr/>
        </p:nvSpPr>
        <p:spPr>
          <a:xfrm rot="0">
            <a:off x="502920" y="5431790"/>
            <a:ext cx="160083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0" name="Rect 0"/>
          <p:cNvSpPr txBox="1">
            <a:spLocks/>
          </p:cNvSpPr>
          <p:nvPr/>
        </p:nvSpPr>
        <p:spPr>
          <a:xfrm rot="0">
            <a:off x="621665" y="5495290"/>
            <a:ext cx="13633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Dedicated_Sram</a:t>
            </a:r>
            <a:endParaRPr lang="ko-KR" altLang="en-US" sz="1200" b="0">
              <a:solidFill>
                <a:srgbClr val="22364B"/>
              </a:solidFill>
              <a:latin typeface="Poppins" charset="0"/>
              <a:ea typeface="NanumGothic" charset="0"/>
              <a:sym typeface="나눔고딕" charset="0"/>
            </a:endParaRPr>
          </a:p>
        </p:txBody>
      </p:sp>
      <p:sp>
        <p:nvSpPr>
          <p:cNvPr id="121" name="Rect 0"/>
          <p:cNvSpPr>
            <a:spLocks/>
          </p:cNvSpPr>
          <p:nvPr/>
        </p:nvSpPr>
        <p:spPr>
          <a:xfrm rot="0">
            <a:off x="2103120" y="5431790"/>
            <a:ext cx="178371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2" name="Rect 0"/>
          <p:cNvSpPr txBox="1">
            <a:spLocks/>
          </p:cNvSpPr>
          <p:nvPr/>
        </p:nvSpPr>
        <p:spPr>
          <a:xfrm rot="0">
            <a:off x="2221865" y="5495290"/>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Axi1 (DRAM)</a:t>
            </a:r>
            <a:endParaRPr lang="ko-KR" altLang="en-US" sz="1200" b="0">
              <a:solidFill>
                <a:srgbClr val="22364B"/>
              </a:solidFill>
              <a:latin typeface="Poppins" charset="0"/>
              <a:ea typeface="NanumGothic" charset="0"/>
              <a:sym typeface="나눔고딕" charset="0"/>
            </a:endParaRPr>
          </a:p>
        </p:txBody>
      </p:sp>
      <p:sp>
        <p:nvSpPr>
          <p:cNvPr id="123" name="Rect 0"/>
          <p:cNvSpPr>
            <a:spLocks/>
          </p:cNvSpPr>
          <p:nvPr/>
        </p:nvSpPr>
        <p:spPr>
          <a:xfrm rot="0">
            <a:off x="3886200" y="5431790"/>
            <a:ext cx="178371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4" name="Rect 0"/>
          <p:cNvSpPr txBox="1">
            <a:spLocks/>
          </p:cNvSpPr>
          <p:nvPr/>
        </p:nvSpPr>
        <p:spPr>
          <a:xfrm rot="0">
            <a:off x="4004945" y="5495290"/>
            <a:ext cx="154622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Axi1 (DRAM)</a:t>
            </a:r>
            <a:endParaRPr lang="ko-KR" altLang="en-US" sz="1200" b="0">
              <a:solidFill>
                <a:srgbClr val="22364B"/>
              </a:solidFill>
              <a:latin typeface="Poppins" charset="0"/>
              <a:ea typeface="NanumGothic" charset="0"/>
              <a:sym typeface="나눔고딕" charset="0"/>
            </a:endParaRPr>
          </a:p>
        </p:txBody>
      </p:sp>
      <p:sp>
        <p:nvSpPr>
          <p:cNvPr id="125" name="Rect 0"/>
          <p:cNvSpPr>
            <a:spLocks/>
          </p:cNvSpPr>
          <p:nvPr/>
        </p:nvSpPr>
        <p:spPr>
          <a:xfrm rot="0">
            <a:off x="5669280" y="5431790"/>
            <a:ext cx="205803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6" name="Rect 0"/>
          <p:cNvSpPr txBox="1">
            <a:spLocks/>
          </p:cNvSpPr>
          <p:nvPr/>
        </p:nvSpPr>
        <p:spPr>
          <a:xfrm rot="0">
            <a:off x="5788025" y="5495290"/>
            <a:ext cx="18205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Axi0 (SRAM, 384 KB)</a:t>
            </a:r>
            <a:endParaRPr lang="ko-KR" altLang="en-US" sz="1200" b="0">
              <a:solidFill>
                <a:srgbClr val="22364B"/>
              </a:solidFill>
              <a:latin typeface="Poppins" charset="0"/>
              <a:ea typeface="NanumGothic" charset="0"/>
              <a:sym typeface="나눔고딕" charset="0"/>
            </a:endParaRPr>
          </a:p>
        </p:txBody>
      </p:sp>
      <p:sp>
        <p:nvSpPr>
          <p:cNvPr id="127" name="Rect 0"/>
          <p:cNvSpPr>
            <a:spLocks/>
          </p:cNvSpPr>
          <p:nvPr/>
        </p:nvSpPr>
        <p:spPr>
          <a:xfrm rot="0">
            <a:off x="7726679" y="5431790"/>
            <a:ext cx="4023995" cy="31178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8" name="Rect 0"/>
          <p:cNvSpPr txBox="1">
            <a:spLocks/>
          </p:cNvSpPr>
          <p:nvPr/>
        </p:nvSpPr>
        <p:spPr>
          <a:xfrm rot="0">
            <a:off x="7845425" y="5495290"/>
            <a:ext cx="378650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U65·U85 기본값 (MLEK) · 본 실험 U65·U85</a:t>
            </a:r>
            <a:endParaRPr lang="ko-KR" altLang="en-US" sz="1200" b="0">
              <a:solidFill>
                <a:srgbClr val="22364B"/>
              </a:solidFill>
              <a:latin typeface="Poppins" charset="0"/>
              <a:ea typeface="NanumGothic" charset="0"/>
              <a:sym typeface="나눔고딕" charset="0"/>
            </a:endParaRPr>
          </a:p>
        </p:txBody>
      </p:sp>
      <p:sp>
        <p:nvSpPr>
          <p:cNvPr id="129"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0" name="Rect 0"/>
          <p:cNvSpPr>
            <a:spLocks/>
          </p:cNvSpPr>
          <p:nvPr/>
        </p:nvSpPr>
        <p:spPr>
          <a:xfrm rot="0">
            <a:off x="457200" y="5806440"/>
            <a:ext cx="3746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1" name="Rect 0"/>
          <p:cNvSpPr txBox="1">
            <a:spLocks/>
          </p:cNvSpPr>
          <p:nvPr/>
        </p:nvSpPr>
        <p:spPr>
          <a:xfrm rot="0">
            <a:off x="594360" y="5906770"/>
            <a:ext cx="10973435" cy="293370"/>
          </a:xfrm>
          <a:prstGeom prst="rect"/>
          <a:noFill/>
        </p:spPr>
        <p:txBody>
          <a:bodyPr wrap="square" lIns="45720" tIns="27305" rIns="45720" bIns="27305" vert="horz" anchor="t">
            <a:spAutoFit/>
          </a:bodyPr>
          <a:lstStyle/>
          <a:p>
            <a:pPr marL="0" indent="0" rtl="0" algn="l" defTabSz="914400" eaLnBrk="1" latinLnBrk="0" hangingPunct="1">
              <a:buFontTx/>
              <a:buNone/>
            </a:pPr>
            <a:r>
              <a:rPr sz="1350" b="1">
                <a:solidFill>
                  <a:srgbClr val="13366B"/>
                </a:solidFill>
                <a:latin typeface="Poppins" charset="0"/>
                <a:ea typeface="NanumGothic" charset="0"/>
                <a:sym typeface="나눔고딕" charset="0"/>
              </a:rPr>
              <a:t>U85는 MAC 단계마다 프로파일이 바뀜 · 256→512 클럭·지연·동시요청 / 512→1024 DRAM 포트 / 1024→2048 SRAM 포트 · 128→256만 동일</a:t>
            </a:r>
            <a:endParaRPr lang="ko-KR" altLang="en-US" sz="1350" b="1">
              <a:solidFill>
                <a:srgbClr val="13366B"/>
              </a:solidFill>
              <a:latin typeface="Poppins" charset="0"/>
              <a:ea typeface="NanumGothic" charset="0"/>
              <a:sym typeface="나눔고딕"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0"/>
          <p:cNvSpPr txBox="1">
            <a:spLocks/>
          </p:cNvSpPr>
          <p:nvPr/>
        </p:nvSpPr>
        <p:spPr>
          <a:xfrm rot="0">
            <a:off x="438785" y="274320"/>
            <a:ext cx="10699115" cy="549275"/>
          </a:xfrm>
          <a:prstGeom prst="rect"/>
          <a:noFill/>
        </p:spPr>
        <p:txBody>
          <a:bodyPr wrap="square" lIns="45720" tIns="27305" rIns="45720" bIns="27305" vert="horz" anchor="t">
            <a:spAutoFit/>
          </a:bodyPr>
          <a:lstStyle/>
          <a:p>
            <a:pPr marL="0" indent="0" rtl="0" algn="l" defTabSz="914400" eaLnBrk="1" latinLnBrk="0" hangingPunct="1">
              <a:buFontTx/>
              <a:buNone/>
            </a:pPr>
            <a:r>
              <a:rPr sz="2600" b="1">
                <a:solidFill>
                  <a:srgbClr val="FFFFFF"/>
                </a:solidFill>
                <a:latin typeface="Poppins" charset="0"/>
                <a:ea typeface="NanumGothic" charset="0"/>
                <a:sym typeface="나눔고딕" charset="0"/>
              </a:rPr>
              <a:t>부록 A4 · AXI1 write 미수집의 영향 추정</a:t>
            </a:r>
            <a:endParaRPr lang="ko-KR" altLang="en-US" sz="2600" b="1">
              <a:solidFill>
                <a:srgbClr val="FFFFFF"/>
              </a:solidFill>
              <a:latin typeface="Poppins" charset="0"/>
              <a:ea typeface="NanumGothic" charset="0"/>
              <a:sym typeface="나눔고딕" charset="0"/>
            </a:endParaRPr>
          </a:p>
        </p:txBody>
      </p:sp>
      <p:sp>
        <p:nvSpPr>
          <p:cNvPr id="3" name="Rect 0"/>
          <p:cNvSpPr txBox="1">
            <a:spLocks/>
          </p:cNvSpPr>
          <p:nvPr/>
        </p:nvSpPr>
        <p:spPr>
          <a:xfrm rot="0">
            <a:off x="11000105" y="365760"/>
            <a:ext cx="732155" cy="274955"/>
          </a:xfrm>
          <a:prstGeom prst="rect"/>
          <a:noFill/>
        </p:spPr>
        <p:txBody>
          <a:bodyPr wrap="square" lIns="45720" tIns="27305" rIns="45720" bIns="27305" vert="horz" anchor="t">
            <a:spAutoFit/>
          </a:bodyPr>
          <a:lstStyle/>
          <a:p>
            <a:pPr marL="0" indent="0" rtl="0" algn="l" defTabSz="914400" eaLnBrk="1" latinLnBrk="0" hangingPunct="1">
              <a:buFontTx/>
              <a:buNone/>
            </a:pPr>
            <a:r>
              <a:rPr sz="1300" b="0">
                <a:solidFill>
                  <a:srgbClr val="FFFFFF"/>
                </a:solidFill>
                <a:latin typeface="Poppins" charset="0"/>
                <a:ea typeface="NanumGothic" charset="0"/>
                <a:sym typeface="나눔고딕" charset="0"/>
              </a:rPr>
              <a:t>27</a:t>
            </a:r>
            <a:endParaRPr lang="ko-KR" altLang="en-US" sz="1300" b="0">
              <a:solidFill>
                <a:srgbClr val="FFFFFF"/>
              </a:solidFill>
              <a:latin typeface="Poppins" charset="0"/>
              <a:ea typeface="NanumGothic" charset="0"/>
              <a:sym typeface="나눔고딕" charset="0"/>
            </a:endParaRPr>
          </a:p>
        </p:txBody>
      </p:sp>
      <p:sp>
        <p:nvSpPr>
          <p:cNvPr id="4" name="Rect 0"/>
          <p:cNvSpPr txBox="1">
            <a:spLocks/>
          </p:cNvSpPr>
          <p:nvPr/>
        </p:nvSpPr>
        <p:spPr>
          <a:xfrm rot="0">
            <a:off x="502920" y="1225550"/>
            <a:ext cx="11156315" cy="521970"/>
          </a:xfrm>
          <a:prstGeom prst="rect"/>
          <a:noFill/>
        </p:spPr>
        <p:txBody>
          <a:bodyPr wrap="square" lIns="45720" tIns="27305" rIns="45720" bIns="27305" vert="horz" anchor="t">
            <a:spAutoFit/>
          </a:bodyPr>
          <a:lstStyle/>
          <a:p>
            <a:pPr marL="0" indent="0" rtl="0" algn="l" defTabSz="914400" eaLnBrk="1" latinLnBrk="0" hangingPunct="1">
              <a:buFontTx/>
              <a:buNone/>
            </a:pPr>
            <a:r>
              <a:rPr sz="1600" b="0">
                <a:solidFill>
                  <a:srgbClr val="566577"/>
                </a:solidFill>
                <a:latin typeface="Poppins" charset="0"/>
                <a:ea typeface="NanumGothic" charset="0"/>
                <a:sym typeface="나눔고딕" charset="0"/>
              </a:rPr>
              <a:t>U55/U65는 stock 프로파일러 슬롯 4개 한계로 AXI1 write를 세지 못함 · 외부 write를 수집한 U85 재측정으로 크기를 가늠</a:t>
            </a:r>
            <a:endParaRPr lang="ko-KR" altLang="en-US" sz="1600" b="0">
              <a:solidFill>
                <a:srgbClr val="566577"/>
              </a:solidFill>
              <a:latin typeface="Poppins" charset="0"/>
              <a:ea typeface="NanumGothic" charset="0"/>
              <a:sym typeface="나눔고딕" charset="0"/>
            </a:endParaRPr>
          </a:p>
        </p:txBody>
      </p:sp>
      <p:sp>
        <p:nvSpPr>
          <p:cNvPr id="5" name="Rect 0"/>
          <p:cNvSpPr>
            <a:spLocks/>
          </p:cNvSpPr>
          <p:nvPr/>
        </p:nvSpPr>
        <p:spPr>
          <a:xfrm rot="0">
            <a:off x="502920" y="1783080"/>
            <a:ext cx="283527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 name="Rect 0"/>
          <p:cNvSpPr txBox="1">
            <a:spLocks/>
          </p:cNvSpPr>
          <p:nvPr/>
        </p:nvSpPr>
        <p:spPr>
          <a:xfrm rot="0">
            <a:off x="621665" y="1865630"/>
            <a:ext cx="25977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U85 2048 MAC · Dedicated_Sram</a:t>
            </a:r>
            <a:endParaRPr lang="ko-KR" altLang="en-US" sz="1200" b="1">
              <a:solidFill>
                <a:srgbClr val="FFFFFF"/>
              </a:solidFill>
              <a:latin typeface="Poppins" charset="0"/>
              <a:ea typeface="NanumGothic" charset="0"/>
              <a:sym typeface="나눔고딕" charset="0"/>
            </a:endParaRPr>
          </a:p>
        </p:txBody>
      </p:sp>
      <p:sp>
        <p:nvSpPr>
          <p:cNvPr id="7" name="Rect 0"/>
          <p:cNvSpPr>
            <a:spLocks/>
          </p:cNvSpPr>
          <p:nvPr/>
        </p:nvSpPr>
        <p:spPr>
          <a:xfrm rot="0">
            <a:off x="3337560" y="1783080"/>
            <a:ext cx="118935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 name="Rect 0"/>
          <p:cNvSpPr txBox="1">
            <a:spLocks/>
          </p:cNvSpPr>
          <p:nvPr/>
        </p:nvSpPr>
        <p:spPr>
          <a:xfrm rot="0">
            <a:off x="3456305" y="1865630"/>
            <a:ext cx="95186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SRAM read</a:t>
            </a:r>
            <a:endParaRPr lang="ko-KR" altLang="en-US" sz="1200" b="1">
              <a:solidFill>
                <a:srgbClr val="FFFFFF"/>
              </a:solidFill>
              <a:latin typeface="Poppins" charset="0"/>
              <a:ea typeface="NanumGothic" charset="0"/>
              <a:sym typeface="나눔고딕" charset="0"/>
            </a:endParaRPr>
          </a:p>
        </p:txBody>
      </p:sp>
      <p:sp>
        <p:nvSpPr>
          <p:cNvPr id="9" name="Rect 0"/>
          <p:cNvSpPr>
            <a:spLocks/>
          </p:cNvSpPr>
          <p:nvPr/>
        </p:nvSpPr>
        <p:spPr>
          <a:xfrm rot="0">
            <a:off x="4526280" y="1783080"/>
            <a:ext cx="118935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 name="Rect 0"/>
          <p:cNvSpPr txBox="1">
            <a:spLocks/>
          </p:cNvSpPr>
          <p:nvPr/>
        </p:nvSpPr>
        <p:spPr>
          <a:xfrm rot="0">
            <a:off x="4645025" y="1865630"/>
            <a:ext cx="95186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SRAM write</a:t>
            </a:r>
            <a:endParaRPr lang="ko-KR" altLang="en-US" sz="1200" b="1">
              <a:solidFill>
                <a:srgbClr val="FFFFFF"/>
              </a:solidFill>
              <a:latin typeface="Poppins" charset="0"/>
              <a:ea typeface="NanumGothic" charset="0"/>
              <a:sym typeface="나눔고딕" charset="0"/>
            </a:endParaRPr>
          </a:p>
        </p:txBody>
      </p:sp>
      <p:sp>
        <p:nvSpPr>
          <p:cNvPr id="11" name="Rect 0"/>
          <p:cNvSpPr>
            <a:spLocks/>
          </p:cNvSpPr>
          <p:nvPr/>
        </p:nvSpPr>
        <p:spPr>
          <a:xfrm rot="0">
            <a:off x="5715000" y="1783080"/>
            <a:ext cx="132651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 name="Rect 0"/>
          <p:cNvSpPr txBox="1">
            <a:spLocks/>
          </p:cNvSpPr>
          <p:nvPr/>
        </p:nvSpPr>
        <p:spPr>
          <a:xfrm rot="0">
            <a:off x="5833745" y="1865630"/>
            <a:ext cx="108902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EXT read</a:t>
            </a:r>
            <a:endParaRPr lang="ko-KR" altLang="en-US" sz="1200" b="1">
              <a:solidFill>
                <a:srgbClr val="FFFFFF"/>
              </a:solidFill>
              <a:latin typeface="Poppins" charset="0"/>
              <a:ea typeface="NanumGothic" charset="0"/>
              <a:sym typeface="나눔고딕" charset="0"/>
            </a:endParaRPr>
          </a:p>
        </p:txBody>
      </p:sp>
      <p:sp>
        <p:nvSpPr>
          <p:cNvPr id="13" name="Rect 0"/>
          <p:cNvSpPr>
            <a:spLocks/>
          </p:cNvSpPr>
          <p:nvPr/>
        </p:nvSpPr>
        <p:spPr>
          <a:xfrm rot="0">
            <a:off x="7040880" y="1783080"/>
            <a:ext cx="114363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 name="Rect 0"/>
          <p:cNvSpPr txBox="1">
            <a:spLocks/>
          </p:cNvSpPr>
          <p:nvPr/>
        </p:nvSpPr>
        <p:spPr>
          <a:xfrm rot="0">
            <a:off x="7159625" y="1865630"/>
            <a:ext cx="90614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EXT write</a:t>
            </a:r>
            <a:endParaRPr lang="ko-KR" altLang="en-US" sz="1200" b="1">
              <a:solidFill>
                <a:srgbClr val="FFFFFF"/>
              </a:solidFill>
              <a:latin typeface="Poppins" charset="0"/>
              <a:ea typeface="NanumGothic" charset="0"/>
              <a:sym typeface="나눔고딕" charset="0"/>
            </a:endParaRPr>
          </a:p>
        </p:txBody>
      </p:sp>
      <p:sp>
        <p:nvSpPr>
          <p:cNvPr id="15" name="Rect 0"/>
          <p:cNvSpPr>
            <a:spLocks/>
          </p:cNvSpPr>
          <p:nvPr/>
        </p:nvSpPr>
        <p:spPr>
          <a:xfrm rot="0">
            <a:off x="8183879" y="1783080"/>
            <a:ext cx="146367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6" name="Rect 0"/>
          <p:cNvSpPr txBox="1">
            <a:spLocks/>
          </p:cNvSpPr>
          <p:nvPr/>
        </p:nvSpPr>
        <p:spPr>
          <a:xfrm rot="0">
            <a:off x="8302625" y="1865630"/>
            <a:ext cx="122618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EXT write 비중</a:t>
            </a:r>
            <a:endParaRPr lang="ko-KR" altLang="en-US" sz="1200" b="1">
              <a:solidFill>
                <a:srgbClr val="FFFFFF"/>
              </a:solidFill>
              <a:latin typeface="Poppins" charset="0"/>
              <a:ea typeface="NanumGothic" charset="0"/>
              <a:sym typeface="나눔고딕" charset="0"/>
            </a:endParaRPr>
          </a:p>
        </p:txBody>
      </p:sp>
      <p:sp>
        <p:nvSpPr>
          <p:cNvPr id="17" name="Rect 0"/>
          <p:cNvSpPr>
            <a:spLocks/>
          </p:cNvSpPr>
          <p:nvPr/>
        </p:nvSpPr>
        <p:spPr>
          <a:xfrm rot="0">
            <a:off x="9646920" y="1783080"/>
            <a:ext cx="2103755" cy="40322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8" name="Rect 0"/>
          <p:cNvSpPr txBox="1">
            <a:spLocks/>
          </p:cNvSpPr>
          <p:nvPr/>
        </p:nvSpPr>
        <p:spPr>
          <a:xfrm rot="0">
            <a:off x="9765665" y="1865630"/>
            <a:ext cx="1866265" cy="274955"/>
          </a:xfrm>
          <a:prstGeom prst="rect"/>
          <a:noFill/>
        </p:spPr>
        <p:txBody>
          <a:bodyPr wrap="square" lIns="45720" tIns="27305" rIns="45720" bIns="27305" vert="horz" anchor="ctr">
            <a:spAutoFit/>
          </a:bodyPr>
          <a:lstStyle/>
          <a:p>
            <a:pPr marL="0" indent="0" rtl="0" algn="l" defTabSz="914400" eaLnBrk="1" latinLnBrk="0" hangingPunct="1">
              <a:buFontTx/>
              <a:buNone/>
            </a:pPr>
            <a:r>
              <a:rPr sz="1200" b="1">
                <a:solidFill>
                  <a:srgbClr val="FFFFFF"/>
                </a:solidFill>
                <a:latin typeface="Poppins" charset="0"/>
                <a:ea typeface="NanumGothic" charset="0"/>
                <a:sym typeface="나눔고딕" charset="0"/>
              </a:rPr>
              <a:t>128–2048 MAC 범위</a:t>
            </a:r>
            <a:endParaRPr lang="ko-KR" altLang="en-US" sz="1200" b="1">
              <a:solidFill>
                <a:srgbClr val="FFFFFF"/>
              </a:solidFill>
              <a:latin typeface="Poppins" charset="0"/>
              <a:ea typeface="NanumGothic" charset="0"/>
              <a:sym typeface="나눔고딕" charset="0"/>
            </a:endParaRPr>
          </a:p>
        </p:txBody>
      </p:sp>
      <p:sp>
        <p:nvSpPr>
          <p:cNvPr id="19" name="Rect 0"/>
          <p:cNvSpPr>
            <a:spLocks/>
          </p:cNvSpPr>
          <p:nvPr/>
        </p:nvSpPr>
        <p:spPr>
          <a:xfrm rot="0">
            <a:off x="502920" y="2185670"/>
            <a:ext cx="28352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0" name="Rect 0"/>
          <p:cNvSpPr txBox="1">
            <a:spLocks/>
          </p:cNvSpPr>
          <p:nvPr/>
        </p:nvSpPr>
        <p:spPr>
          <a:xfrm rot="0">
            <a:off x="621665" y="2249170"/>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RNNoise</a:t>
            </a:r>
            <a:endParaRPr lang="ko-KR" altLang="en-US" sz="1200" b="0">
              <a:solidFill>
                <a:srgbClr val="22364B"/>
              </a:solidFill>
              <a:latin typeface="Poppins" charset="0"/>
              <a:ea typeface="NanumGothic" charset="0"/>
              <a:sym typeface="나눔고딕" charset="0"/>
            </a:endParaRPr>
          </a:p>
        </p:txBody>
      </p:sp>
      <p:sp>
        <p:nvSpPr>
          <p:cNvPr id="21" name="Rect 0"/>
          <p:cNvSpPr>
            <a:spLocks/>
          </p:cNvSpPr>
          <p:nvPr/>
        </p:nvSpPr>
        <p:spPr>
          <a:xfrm rot="0">
            <a:off x="3337560" y="2185670"/>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2" name="Rect 0"/>
          <p:cNvSpPr txBox="1">
            <a:spLocks/>
          </p:cNvSpPr>
          <p:nvPr/>
        </p:nvSpPr>
        <p:spPr>
          <a:xfrm rot="0">
            <a:off x="3456305" y="224917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143</a:t>
            </a:r>
            <a:endParaRPr lang="ko-KR" altLang="en-US" sz="1200" b="0">
              <a:solidFill>
                <a:srgbClr val="22364B"/>
              </a:solidFill>
              <a:latin typeface="Poppins" charset="0"/>
              <a:ea typeface="NanumGothic" charset="0"/>
              <a:sym typeface="나눔고딕" charset="0"/>
            </a:endParaRPr>
          </a:p>
        </p:txBody>
      </p:sp>
      <p:sp>
        <p:nvSpPr>
          <p:cNvPr id="23" name="Rect 0"/>
          <p:cNvSpPr>
            <a:spLocks/>
          </p:cNvSpPr>
          <p:nvPr/>
        </p:nvSpPr>
        <p:spPr>
          <a:xfrm rot="0">
            <a:off x="4526280" y="2185670"/>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4" name="Rect 0"/>
          <p:cNvSpPr txBox="1">
            <a:spLocks/>
          </p:cNvSpPr>
          <p:nvPr/>
        </p:nvSpPr>
        <p:spPr>
          <a:xfrm rot="0">
            <a:off x="4645025" y="224917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135</a:t>
            </a:r>
            <a:endParaRPr lang="ko-KR" altLang="en-US" sz="1200" b="0">
              <a:solidFill>
                <a:srgbClr val="22364B"/>
              </a:solidFill>
              <a:latin typeface="Poppins" charset="0"/>
              <a:ea typeface="NanumGothic" charset="0"/>
              <a:sym typeface="나눔고딕" charset="0"/>
            </a:endParaRPr>
          </a:p>
        </p:txBody>
      </p:sp>
      <p:sp>
        <p:nvSpPr>
          <p:cNvPr id="25" name="Rect 0"/>
          <p:cNvSpPr>
            <a:spLocks/>
          </p:cNvSpPr>
          <p:nvPr/>
        </p:nvSpPr>
        <p:spPr>
          <a:xfrm rot="0">
            <a:off x="5715000" y="2185670"/>
            <a:ext cx="132651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6" name="Rect 0"/>
          <p:cNvSpPr txBox="1">
            <a:spLocks/>
          </p:cNvSpPr>
          <p:nvPr/>
        </p:nvSpPr>
        <p:spPr>
          <a:xfrm rot="0">
            <a:off x="5833745" y="2249170"/>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8,213</a:t>
            </a:r>
            <a:endParaRPr lang="ko-KR" altLang="en-US" sz="1200" b="0">
              <a:solidFill>
                <a:srgbClr val="22364B"/>
              </a:solidFill>
              <a:latin typeface="Poppins" charset="0"/>
              <a:ea typeface="NanumGothic" charset="0"/>
              <a:sym typeface="나눔고딕" charset="0"/>
            </a:endParaRPr>
          </a:p>
        </p:txBody>
      </p:sp>
      <p:sp>
        <p:nvSpPr>
          <p:cNvPr id="27" name="Rect 0"/>
          <p:cNvSpPr>
            <a:spLocks/>
          </p:cNvSpPr>
          <p:nvPr/>
        </p:nvSpPr>
        <p:spPr>
          <a:xfrm rot="0">
            <a:off x="7040880" y="2185670"/>
            <a:ext cx="11436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28" name="Rect 0"/>
          <p:cNvSpPr txBox="1">
            <a:spLocks/>
          </p:cNvSpPr>
          <p:nvPr/>
        </p:nvSpPr>
        <p:spPr>
          <a:xfrm rot="0">
            <a:off x="7159625" y="2249170"/>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36</a:t>
            </a:r>
            <a:endParaRPr lang="ko-KR" altLang="en-US" sz="1200" b="0">
              <a:solidFill>
                <a:srgbClr val="22364B"/>
              </a:solidFill>
              <a:latin typeface="Poppins" charset="0"/>
              <a:ea typeface="NanumGothic" charset="0"/>
              <a:sym typeface="나눔고딕" charset="0"/>
            </a:endParaRPr>
          </a:p>
        </p:txBody>
      </p:sp>
      <p:sp>
        <p:nvSpPr>
          <p:cNvPr id="29" name="Rect 0"/>
          <p:cNvSpPr>
            <a:spLocks/>
          </p:cNvSpPr>
          <p:nvPr/>
        </p:nvSpPr>
        <p:spPr>
          <a:xfrm rot="0">
            <a:off x="8183879" y="2185670"/>
            <a:ext cx="14636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0" name="Rect 0"/>
          <p:cNvSpPr txBox="1">
            <a:spLocks/>
          </p:cNvSpPr>
          <p:nvPr/>
        </p:nvSpPr>
        <p:spPr>
          <a:xfrm rot="0">
            <a:off x="8302625" y="2249170"/>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0.42%</a:t>
            </a:r>
            <a:endParaRPr lang="ko-KR" altLang="en-US" sz="1200" b="0">
              <a:solidFill>
                <a:srgbClr val="22364B"/>
              </a:solidFill>
              <a:latin typeface="Poppins" charset="0"/>
              <a:ea typeface="NanumGothic" charset="0"/>
              <a:sym typeface="나눔고딕" charset="0"/>
            </a:endParaRPr>
          </a:p>
        </p:txBody>
      </p:sp>
      <p:sp>
        <p:nvSpPr>
          <p:cNvPr id="31" name="Rect 0"/>
          <p:cNvSpPr>
            <a:spLocks/>
          </p:cNvSpPr>
          <p:nvPr/>
        </p:nvSpPr>
        <p:spPr>
          <a:xfrm rot="0">
            <a:off x="9646920" y="2185670"/>
            <a:ext cx="21037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2" name="Rect 0"/>
          <p:cNvSpPr txBox="1">
            <a:spLocks/>
          </p:cNvSpPr>
          <p:nvPr/>
        </p:nvSpPr>
        <p:spPr>
          <a:xfrm rot="0">
            <a:off x="9765665" y="2249170"/>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0.42–0.45%</a:t>
            </a:r>
            <a:endParaRPr lang="ko-KR" altLang="en-US" sz="1200" b="0">
              <a:solidFill>
                <a:srgbClr val="22364B"/>
              </a:solidFill>
              <a:latin typeface="Poppins" charset="0"/>
              <a:ea typeface="NanumGothic" charset="0"/>
              <a:sym typeface="나눔고딕" charset="0"/>
            </a:endParaRPr>
          </a:p>
        </p:txBody>
      </p:sp>
      <p:sp>
        <p:nvSpPr>
          <p:cNvPr id="33" name="Rect 0"/>
          <p:cNvSpPr>
            <a:spLocks/>
          </p:cNvSpPr>
          <p:nvPr/>
        </p:nvSpPr>
        <p:spPr>
          <a:xfrm rot="0">
            <a:off x="502920" y="2477770"/>
            <a:ext cx="28352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4" name="Rect 0"/>
          <p:cNvSpPr txBox="1">
            <a:spLocks/>
          </p:cNvSpPr>
          <p:nvPr/>
        </p:nvSpPr>
        <p:spPr>
          <a:xfrm rot="0">
            <a:off x="621665" y="2541905"/>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MicroNet KWS</a:t>
            </a:r>
            <a:endParaRPr lang="ko-KR" altLang="en-US" sz="1200" b="0">
              <a:solidFill>
                <a:srgbClr val="22364B"/>
              </a:solidFill>
              <a:latin typeface="Poppins" charset="0"/>
              <a:ea typeface="NanumGothic" charset="0"/>
              <a:sym typeface="나눔고딕" charset="0"/>
            </a:endParaRPr>
          </a:p>
        </p:txBody>
      </p:sp>
      <p:sp>
        <p:nvSpPr>
          <p:cNvPr id="35" name="Rect 0"/>
          <p:cNvSpPr>
            <a:spLocks/>
          </p:cNvSpPr>
          <p:nvPr/>
        </p:nvSpPr>
        <p:spPr>
          <a:xfrm rot="0">
            <a:off x="3337560" y="247777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6" name="Rect 0"/>
          <p:cNvSpPr txBox="1">
            <a:spLocks/>
          </p:cNvSpPr>
          <p:nvPr/>
        </p:nvSpPr>
        <p:spPr>
          <a:xfrm rot="0">
            <a:off x="3456305" y="254190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15,673</a:t>
            </a:r>
            <a:endParaRPr lang="ko-KR" altLang="en-US" sz="1200" b="0">
              <a:solidFill>
                <a:srgbClr val="22364B"/>
              </a:solidFill>
              <a:latin typeface="Poppins" charset="0"/>
              <a:ea typeface="NanumGothic" charset="0"/>
              <a:sym typeface="나눔고딕" charset="0"/>
            </a:endParaRPr>
          </a:p>
        </p:txBody>
      </p:sp>
      <p:sp>
        <p:nvSpPr>
          <p:cNvPr id="37" name="Rect 0"/>
          <p:cNvSpPr>
            <a:spLocks/>
          </p:cNvSpPr>
          <p:nvPr/>
        </p:nvSpPr>
        <p:spPr>
          <a:xfrm rot="0">
            <a:off x="4526280" y="247777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38" name="Rect 0"/>
          <p:cNvSpPr txBox="1">
            <a:spLocks/>
          </p:cNvSpPr>
          <p:nvPr/>
        </p:nvSpPr>
        <p:spPr>
          <a:xfrm rot="0">
            <a:off x="4645025" y="254190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15,673</a:t>
            </a:r>
            <a:endParaRPr lang="ko-KR" altLang="en-US" sz="1200" b="0">
              <a:solidFill>
                <a:srgbClr val="22364B"/>
              </a:solidFill>
              <a:latin typeface="Poppins" charset="0"/>
              <a:ea typeface="NanumGothic" charset="0"/>
              <a:sym typeface="나눔고딕" charset="0"/>
            </a:endParaRPr>
          </a:p>
        </p:txBody>
      </p:sp>
      <p:sp>
        <p:nvSpPr>
          <p:cNvPr id="39" name="Rect 0"/>
          <p:cNvSpPr>
            <a:spLocks/>
          </p:cNvSpPr>
          <p:nvPr/>
        </p:nvSpPr>
        <p:spPr>
          <a:xfrm rot="0">
            <a:off x="5715000" y="2477770"/>
            <a:ext cx="132651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0" name="Rect 0"/>
          <p:cNvSpPr txBox="1">
            <a:spLocks/>
          </p:cNvSpPr>
          <p:nvPr/>
        </p:nvSpPr>
        <p:spPr>
          <a:xfrm rot="0">
            <a:off x="5833745" y="2541905"/>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12,172</a:t>
            </a:r>
            <a:endParaRPr lang="ko-KR" altLang="en-US" sz="1200" b="0">
              <a:solidFill>
                <a:srgbClr val="22364B"/>
              </a:solidFill>
              <a:latin typeface="Poppins" charset="0"/>
              <a:ea typeface="NanumGothic" charset="0"/>
              <a:sym typeface="나눔고딕" charset="0"/>
            </a:endParaRPr>
          </a:p>
        </p:txBody>
      </p:sp>
      <p:sp>
        <p:nvSpPr>
          <p:cNvPr id="41" name="Rect 0"/>
          <p:cNvSpPr>
            <a:spLocks/>
          </p:cNvSpPr>
          <p:nvPr/>
        </p:nvSpPr>
        <p:spPr>
          <a:xfrm rot="0">
            <a:off x="7040880" y="2477770"/>
            <a:ext cx="114363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2" name="Rect 0"/>
          <p:cNvSpPr txBox="1">
            <a:spLocks/>
          </p:cNvSpPr>
          <p:nvPr/>
        </p:nvSpPr>
        <p:spPr>
          <a:xfrm rot="0">
            <a:off x="7159625" y="2541905"/>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a:t>
            </a:r>
            <a:endParaRPr lang="ko-KR" altLang="en-US" sz="1200" b="0">
              <a:solidFill>
                <a:srgbClr val="22364B"/>
              </a:solidFill>
              <a:latin typeface="Poppins" charset="0"/>
              <a:ea typeface="NanumGothic" charset="0"/>
              <a:sym typeface="나눔고딕" charset="0"/>
            </a:endParaRPr>
          </a:p>
        </p:txBody>
      </p:sp>
      <p:sp>
        <p:nvSpPr>
          <p:cNvPr id="43" name="Rect 0"/>
          <p:cNvSpPr>
            <a:spLocks/>
          </p:cNvSpPr>
          <p:nvPr/>
        </p:nvSpPr>
        <p:spPr>
          <a:xfrm rot="0">
            <a:off x="8183879" y="2477770"/>
            <a:ext cx="14636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4" name="Rect 0"/>
          <p:cNvSpPr txBox="1">
            <a:spLocks/>
          </p:cNvSpPr>
          <p:nvPr/>
        </p:nvSpPr>
        <p:spPr>
          <a:xfrm rot="0">
            <a:off x="8302625" y="2541905"/>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45" name="Rect 0"/>
          <p:cNvSpPr>
            <a:spLocks/>
          </p:cNvSpPr>
          <p:nvPr/>
        </p:nvSpPr>
        <p:spPr>
          <a:xfrm rot="0">
            <a:off x="9646920" y="2477770"/>
            <a:ext cx="21037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6" name="Rect 0"/>
          <p:cNvSpPr txBox="1">
            <a:spLocks/>
          </p:cNvSpPr>
          <p:nvPr/>
        </p:nvSpPr>
        <p:spPr>
          <a:xfrm rot="0">
            <a:off x="9765665" y="2541905"/>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47" name="Rect 0"/>
          <p:cNvSpPr>
            <a:spLocks/>
          </p:cNvSpPr>
          <p:nvPr/>
        </p:nvSpPr>
        <p:spPr>
          <a:xfrm rot="0">
            <a:off x="502920" y="2770505"/>
            <a:ext cx="28352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48" name="Rect 0"/>
          <p:cNvSpPr txBox="1">
            <a:spLocks/>
          </p:cNvSpPr>
          <p:nvPr/>
        </p:nvSpPr>
        <p:spPr>
          <a:xfrm rot="0">
            <a:off x="621665" y="2834640"/>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AD Medium</a:t>
            </a:r>
            <a:endParaRPr lang="ko-KR" altLang="en-US" sz="1200" b="0">
              <a:solidFill>
                <a:srgbClr val="22364B"/>
              </a:solidFill>
              <a:latin typeface="Poppins" charset="0"/>
              <a:ea typeface="NanumGothic" charset="0"/>
              <a:sym typeface="나눔고딕" charset="0"/>
            </a:endParaRPr>
          </a:p>
        </p:txBody>
      </p:sp>
      <p:sp>
        <p:nvSpPr>
          <p:cNvPr id="49" name="Rect 0"/>
          <p:cNvSpPr>
            <a:spLocks/>
          </p:cNvSpPr>
          <p:nvPr/>
        </p:nvSpPr>
        <p:spPr>
          <a:xfrm rot="0">
            <a:off x="3337560" y="2770505"/>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0" name="Rect 0"/>
          <p:cNvSpPr txBox="1">
            <a:spLocks/>
          </p:cNvSpPr>
          <p:nvPr/>
        </p:nvSpPr>
        <p:spPr>
          <a:xfrm rot="0">
            <a:off x="3456305" y="283464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46,066</a:t>
            </a:r>
            <a:endParaRPr lang="ko-KR" altLang="en-US" sz="1200" b="0">
              <a:solidFill>
                <a:srgbClr val="22364B"/>
              </a:solidFill>
              <a:latin typeface="Poppins" charset="0"/>
              <a:ea typeface="NanumGothic" charset="0"/>
              <a:sym typeface="나눔고딕" charset="0"/>
            </a:endParaRPr>
          </a:p>
        </p:txBody>
      </p:sp>
      <p:sp>
        <p:nvSpPr>
          <p:cNvPr id="51" name="Rect 0"/>
          <p:cNvSpPr>
            <a:spLocks/>
          </p:cNvSpPr>
          <p:nvPr/>
        </p:nvSpPr>
        <p:spPr>
          <a:xfrm rot="0">
            <a:off x="4526280" y="2770505"/>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2" name="Rect 0"/>
          <p:cNvSpPr txBox="1">
            <a:spLocks/>
          </p:cNvSpPr>
          <p:nvPr/>
        </p:nvSpPr>
        <p:spPr>
          <a:xfrm rot="0">
            <a:off x="4645025" y="283464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41,658</a:t>
            </a:r>
            <a:endParaRPr lang="ko-KR" altLang="en-US" sz="1200" b="0">
              <a:solidFill>
                <a:srgbClr val="22364B"/>
              </a:solidFill>
              <a:latin typeface="Poppins" charset="0"/>
              <a:ea typeface="NanumGothic" charset="0"/>
              <a:sym typeface="나눔고딕" charset="0"/>
            </a:endParaRPr>
          </a:p>
        </p:txBody>
      </p:sp>
      <p:sp>
        <p:nvSpPr>
          <p:cNvPr id="53" name="Rect 0"/>
          <p:cNvSpPr>
            <a:spLocks/>
          </p:cNvSpPr>
          <p:nvPr/>
        </p:nvSpPr>
        <p:spPr>
          <a:xfrm rot="0">
            <a:off x="5715000" y="2770505"/>
            <a:ext cx="132651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4" name="Rect 0"/>
          <p:cNvSpPr txBox="1">
            <a:spLocks/>
          </p:cNvSpPr>
          <p:nvPr/>
        </p:nvSpPr>
        <p:spPr>
          <a:xfrm rot="0">
            <a:off x="5833745" y="2834640"/>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44,312</a:t>
            </a:r>
            <a:endParaRPr lang="ko-KR" altLang="en-US" sz="1200" b="0">
              <a:solidFill>
                <a:srgbClr val="22364B"/>
              </a:solidFill>
              <a:latin typeface="Poppins" charset="0"/>
              <a:ea typeface="NanumGothic" charset="0"/>
              <a:sym typeface="나눔고딕" charset="0"/>
            </a:endParaRPr>
          </a:p>
        </p:txBody>
      </p:sp>
      <p:sp>
        <p:nvSpPr>
          <p:cNvPr id="55" name="Rect 0"/>
          <p:cNvSpPr>
            <a:spLocks/>
          </p:cNvSpPr>
          <p:nvPr/>
        </p:nvSpPr>
        <p:spPr>
          <a:xfrm rot="0">
            <a:off x="7040880" y="2770505"/>
            <a:ext cx="11436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6" name="Rect 0"/>
          <p:cNvSpPr txBox="1">
            <a:spLocks/>
          </p:cNvSpPr>
          <p:nvPr/>
        </p:nvSpPr>
        <p:spPr>
          <a:xfrm rot="0">
            <a:off x="7159625" y="2834640"/>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a:t>
            </a:r>
            <a:endParaRPr lang="ko-KR" altLang="en-US" sz="1200" b="0">
              <a:solidFill>
                <a:srgbClr val="22364B"/>
              </a:solidFill>
              <a:latin typeface="Poppins" charset="0"/>
              <a:ea typeface="NanumGothic" charset="0"/>
              <a:sym typeface="나눔고딕" charset="0"/>
            </a:endParaRPr>
          </a:p>
        </p:txBody>
      </p:sp>
      <p:sp>
        <p:nvSpPr>
          <p:cNvPr id="57" name="Rect 0"/>
          <p:cNvSpPr>
            <a:spLocks/>
          </p:cNvSpPr>
          <p:nvPr/>
        </p:nvSpPr>
        <p:spPr>
          <a:xfrm rot="0">
            <a:off x="8183879" y="2770505"/>
            <a:ext cx="14636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58" name="Rect 0"/>
          <p:cNvSpPr txBox="1">
            <a:spLocks/>
          </p:cNvSpPr>
          <p:nvPr/>
        </p:nvSpPr>
        <p:spPr>
          <a:xfrm rot="0">
            <a:off x="8302625" y="2834640"/>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59" name="Rect 0"/>
          <p:cNvSpPr>
            <a:spLocks/>
          </p:cNvSpPr>
          <p:nvPr/>
        </p:nvSpPr>
        <p:spPr>
          <a:xfrm rot="0">
            <a:off x="9646920" y="2770505"/>
            <a:ext cx="21037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0" name="Rect 0"/>
          <p:cNvSpPr txBox="1">
            <a:spLocks/>
          </p:cNvSpPr>
          <p:nvPr/>
        </p:nvSpPr>
        <p:spPr>
          <a:xfrm rot="0">
            <a:off x="9765665" y="2834640"/>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61" name="Rect 0"/>
          <p:cNvSpPr>
            <a:spLocks/>
          </p:cNvSpPr>
          <p:nvPr/>
        </p:nvSpPr>
        <p:spPr>
          <a:xfrm rot="0">
            <a:off x="502920" y="3063240"/>
            <a:ext cx="28352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2" name="Rect 0"/>
          <p:cNvSpPr txBox="1">
            <a:spLocks/>
          </p:cNvSpPr>
          <p:nvPr/>
        </p:nvSpPr>
        <p:spPr>
          <a:xfrm rot="0">
            <a:off x="621665" y="3127375"/>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VWW</a:t>
            </a:r>
            <a:endParaRPr lang="ko-KR" altLang="en-US" sz="1200" b="0">
              <a:solidFill>
                <a:srgbClr val="22364B"/>
              </a:solidFill>
              <a:latin typeface="Poppins" charset="0"/>
              <a:ea typeface="NanumGothic" charset="0"/>
              <a:sym typeface="나눔고딕" charset="0"/>
            </a:endParaRPr>
          </a:p>
        </p:txBody>
      </p:sp>
      <p:sp>
        <p:nvSpPr>
          <p:cNvPr id="63" name="Rect 0"/>
          <p:cNvSpPr>
            <a:spLocks/>
          </p:cNvSpPr>
          <p:nvPr/>
        </p:nvSpPr>
        <p:spPr>
          <a:xfrm rot="0">
            <a:off x="3337560" y="306324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4" name="Rect 0"/>
          <p:cNvSpPr txBox="1">
            <a:spLocks/>
          </p:cNvSpPr>
          <p:nvPr/>
        </p:nvSpPr>
        <p:spPr>
          <a:xfrm rot="0">
            <a:off x="3456305" y="312737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63,743</a:t>
            </a:r>
            <a:endParaRPr lang="ko-KR" altLang="en-US" sz="1200" b="0">
              <a:solidFill>
                <a:srgbClr val="22364B"/>
              </a:solidFill>
              <a:latin typeface="Poppins" charset="0"/>
              <a:ea typeface="NanumGothic" charset="0"/>
              <a:sym typeface="나눔고딕" charset="0"/>
            </a:endParaRPr>
          </a:p>
        </p:txBody>
      </p:sp>
      <p:sp>
        <p:nvSpPr>
          <p:cNvPr id="65" name="Rect 0"/>
          <p:cNvSpPr>
            <a:spLocks/>
          </p:cNvSpPr>
          <p:nvPr/>
        </p:nvSpPr>
        <p:spPr>
          <a:xfrm rot="0">
            <a:off x="4526280" y="306324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6" name="Rect 0"/>
          <p:cNvSpPr txBox="1">
            <a:spLocks/>
          </p:cNvSpPr>
          <p:nvPr/>
        </p:nvSpPr>
        <p:spPr>
          <a:xfrm rot="0">
            <a:off x="4645025" y="312737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58,808</a:t>
            </a:r>
            <a:endParaRPr lang="ko-KR" altLang="en-US" sz="1200" b="0">
              <a:solidFill>
                <a:srgbClr val="22364B"/>
              </a:solidFill>
              <a:latin typeface="Poppins" charset="0"/>
              <a:ea typeface="NanumGothic" charset="0"/>
              <a:sym typeface="나눔고딕" charset="0"/>
            </a:endParaRPr>
          </a:p>
        </p:txBody>
      </p:sp>
      <p:sp>
        <p:nvSpPr>
          <p:cNvPr id="67" name="Rect 0"/>
          <p:cNvSpPr>
            <a:spLocks/>
          </p:cNvSpPr>
          <p:nvPr/>
        </p:nvSpPr>
        <p:spPr>
          <a:xfrm rot="0">
            <a:off x="5715000" y="3063240"/>
            <a:ext cx="132651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68" name="Rect 0"/>
          <p:cNvSpPr txBox="1">
            <a:spLocks/>
          </p:cNvSpPr>
          <p:nvPr/>
        </p:nvSpPr>
        <p:spPr>
          <a:xfrm rot="0">
            <a:off x="5833745" y="3127375"/>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24,283</a:t>
            </a:r>
            <a:endParaRPr lang="ko-KR" altLang="en-US" sz="1200" b="0">
              <a:solidFill>
                <a:srgbClr val="22364B"/>
              </a:solidFill>
              <a:latin typeface="Poppins" charset="0"/>
              <a:ea typeface="NanumGothic" charset="0"/>
              <a:sym typeface="나눔고딕" charset="0"/>
            </a:endParaRPr>
          </a:p>
        </p:txBody>
      </p:sp>
      <p:sp>
        <p:nvSpPr>
          <p:cNvPr id="69" name="Rect 0"/>
          <p:cNvSpPr>
            <a:spLocks/>
          </p:cNvSpPr>
          <p:nvPr/>
        </p:nvSpPr>
        <p:spPr>
          <a:xfrm rot="0">
            <a:off x="7040880" y="3063240"/>
            <a:ext cx="114363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0" name="Rect 0"/>
          <p:cNvSpPr txBox="1">
            <a:spLocks/>
          </p:cNvSpPr>
          <p:nvPr/>
        </p:nvSpPr>
        <p:spPr>
          <a:xfrm rot="0">
            <a:off x="7159625" y="3127375"/>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a:t>
            </a:r>
            <a:endParaRPr lang="ko-KR" altLang="en-US" sz="1200" b="0">
              <a:solidFill>
                <a:srgbClr val="22364B"/>
              </a:solidFill>
              <a:latin typeface="Poppins" charset="0"/>
              <a:ea typeface="NanumGothic" charset="0"/>
              <a:sym typeface="나눔고딕" charset="0"/>
            </a:endParaRPr>
          </a:p>
        </p:txBody>
      </p:sp>
      <p:sp>
        <p:nvSpPr>
          <p:cNvPr id="71" name="Rect 0"/>
          <p:cNvSpPr>
            <a:spLocks/>
          </p:cNvSpPr>
          <p:nvPr/>
        </p:nvSpPr>
        <p:spPr>
          <a:xfrm rot="0">
            <a:off x="8183879" y="3063240"/>
            <a:ext cx="14636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2" name="Rect 0"/>
          <p:cNvSpPr txBox="1">
            <a:spLocks/>
          </p:cNvSpPr>
          <p:nvPr/>
        </p:nvSpPr>
        <p:spPr>
          <a:xfrm rot="0">
            <a:off x="8302625" y="3127375"/>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73" name="Rect 0"/>
          <p:cNvSpPr>
            <a:spLocks/>
          </p:cNvSpPr>
          <p:nvPr/>
        </p:nvSpPr>
        <p:spPr>
          <a:xfrm rot="0">
            <a:off x="9646920" y="3063240"/>
            <a:ext cx="21037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4" name="Rect 0"/>
          <p:cNvSpPr txBox="1">
            <a:spLocks/>
          </p:cNvSpPr>
          <p:nvPr/>
        </p:nvSpPr>
        <p:spPr>
          <a:xfrm rot="0">
            <a:off x="9765665" y="3127375"/>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0.00%</a:t>
            </a:r>
            <a:endParaRPr lang="ko-KR" altLang="en-US" sz="1200" b="0">
              <a:solidFill>
                <a:srgbClr val="22364B"/>
              </a:solidFill>
              <a:latin typeface="Poppins" charset="0"/>
              <a:ea typeface="NanumGothic" charset="0"/>
              <a:sym typeface="나눔고딕" charset="0"/>
            </a:endParaRPr>
          </a:p>
        </p:txBody>
      </p:sp>
      <p:sp>
        <p:nvSpPr>
          <p:cNvPr id="75" name="Rect 0"/>
          <p:cNvSpPr>
            <a:spLocks/>
          </p:cNvSpPr>
          <p:nvPr/>
        </p:nvSpPr>
        <p:spPr>
          <a:xfrm rot="0">
            <a:off x="502920" y="3355975"/>
            <a:ext cx="28352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6" name="Rect 0"/>
          <p:cNvSpPr txBox="1">
            <a:spLocks/>
          </p:cNvSpPr>
          <p:nvPr/>
        </p:nvSpPr>
        <p:spPr>
          <a:xfrm rot="0">
            <a:off x="621665" y="3420110"/>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YOLO-Fastest</a:t>
            </a:r>
            <a:endParaRPr lang="ko-KR" altLang="en-US" sz="1200" b="0">
              <a:solidFill>
                <a:srgbClr val="22364B"/>
              </a:solidFill>
              <a:latin typeface="Poppins" charset="0"/>
              <a:ea typeface="NanumGothic" charset="0"/>
              <a:sym typeface="나눔고딕" charset="0"/>
            </a:endParaRPr>
          </a:p>
        </p:txBody>
      </p:sp>
      <p:sp>
        <p:nvSpPr>
          <p:cNvPr id="77" name="Rect 0"/>
          <p:cNvSpPr>
            <a:spLocks/>
          </p:cNvSpPr>
          <p:nvPr/>
        </p:nvSpPr>
        <p:spPr>
          <a:xfrm rot="0">
            <a:off x="3337560" y="3355975"/>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78" name="Rect 0"/>
          <p:cNvSpPr txBox="1">
            <a:spLocks/>
          </p:cNvSpPr>
          <p:nvPr/>
        </p:nvSpPr>
        <p:spPr>
          <a:xfrm rot="0">
            <a:off x="3456305" y="342011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210,219</a:t>
            </a:r>
            <a:endParaRPr lang="ko-KR" altLang="en-US" sz="1200" b="0">
              <a:solidFill>
                <a:srgbClr val="22364B"/>
              </a:solidFill>
              <a:latin typeface="Poppins" charset="0"/>
              <a:ea typeface="NanumGothic" charset="0"/>
              <a:sym typeface="나눔고딕" charset="0"/>
            </a:endParaRPr>
          </a:p>
        </p:txBody>
      </p:sp>
      <p:sp>
        <p:nvSpPr>
          <p:cNvPr id="79" name="Rect 0"/>
          <p:cNvSpPr>
            <a:spLocks/>
          </p:cNvSpPr>
          <p:nvPr/>
        </p:nvSpPr>
        <p:spPr>
          <a:xfrm rot="0">
            <a:off x="4526280" y="3355975"/>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0" name="Rect 0"/>
          <p:cNvSpPr txBox="1">
            <a:spLocks/>
          </p:cNvSpPr>
          <p:nvPr/>
        </p:nvSpPr>
        <p:spPr>
          <a:xfrm rot="0">
            <a:off x="4645025" y="3420110"/>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184,324</a:t>
            </a:r>
            <a:endParaRPr lang="ko-KR" altLang="en-US" sz="1200" b="0">
              <a:solidFill>
                <a:srgbClr val="22364B"/>
              </a:solidFill>
              <a:latin typeface="Poppins" charset="0"/>
              <a:ea typeface="NanumGothic" charset="0"/>
              <a:sym typeface="나눔고딕" charset="0"/>
            </a:endParaRPr>
          </a:p>
        </p:txBody>
      </p:sp>
      <p:sp>
        <p:nvSpPr>
          <p:cNvPr id="81" name="Rect 0"/>
          <p:cNvSpPr>
            <a:spLocks/>
          </p:cNvSpPr>
          <p:nvPr/>
        </p:nvSpPr>
        <p:spPr>
          <a:xfrm rot="0">
            <a:off x="5715000" y="3355975"/>
            <a:ext cx="132651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2" name="Rect 0"/>
          <p:cNvSpPr txBox="1">
            <a:spLocks/>
          </p:cNvSpPr>
          <p:nvPr/>
        </p:nvSpPr>
        <p:spPr>
          <a:xfrm rot="0">
            <a:off x="5833745" y="3420110"/>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29,618</a:t>
            </a:r>
            <a:endParaRPr lang="ko-KR" altLang="en-US" sz="1200" b="0">
              <a:solidFill>
                <a:srgbClr val="22364B"/>
              </a:solidFill>
              <a:latin typeface="Poppins" charset="0"/>
              <a:ea typeface="NanumGothic" charset="0"/>
              <a:sym typeface="나눔고딕" charset="0"/>
            </a:endParaRPr>
          </a:p>
        </p:txBody>
      </p:sp>
      <p:sp>
        <p:nvSpPr>
          <p:cNvPr id="83" name="Rect 0"/>
          <p:cNvSpPr>
            <a:spLocks/>
          </p:cNvSpPr>
          <p:nvPr/>
        </p:nvSpPr>
        <p:spPr>
          <a:xfrm rot="0">
            <a:off x="7040880" y="3355975"/>
            <a:ext cx="11436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4" name="Rect 0"/>
          <p:cNvSpPr txBox="1">
            <a:spLocks/>
          </p:cNvSpPr>
          <p:nvPr/>
        </p:nvSpPr>
        <p:spPr>
          <a:xfrm rot="0">
            <a:off x="7159625" y="3420110"/>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517</a:t>
            </a:r>
            <a:endParaRPr lang="ko-KR" altLang="en-US" sz="1200" b="0">
              <a:solidFill>
                <a:srgbClr val="22364B"/>
              </a:solidFill>
              <a:latin typeface="Poppins" charset="0"/>
              <a:ea typeface="NanumGothic" charset="0"/>
              <a:sym typeface="나눔고딕" charset="0"/>
            </a:endParaRPr>
          </a:p>
        </p:txBody>
      </p:sp>
      <p:sp>
        <p:nvSpPr>
          <p:cNvPr id="85" name="Rect 0"/>
          <p:cNvSpPr>
            <a:spLocks/>
          </p:cNvSpPr>
          <p:nvPr/>
        </p:nvSpPr>
        <p:spPr>
          <a:xfrm rot="0">
            <a:off x="8183879" y="3355975"/>
            <a:ext cx="14636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6" name="Rect 0"/>
          <p:cNvSpPr txBox="1">
            <a:spLocks/>
          </p:cNvSpPr>
          <p:nvPr/>
        </p:nvSpPr>
        <p:spPr>
          <a:xfrm rot="0">
            <a:off x="8302625" y="3420110"/>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0.12%</a:t>
            </a:r>
            <a:endParaRPr lang="ko-KR" altLang="en-US" sz="1200" b="0">
              <a:solidFill>
                <a:srgbClr val="22364B"/>
              </a:solidFill>
              <a:latin typeface="Poppins" charset="0"/>
              <a:ea typeface="NanumGothic" charset="0"/>
              <a:sym typeface="나눔고딕" charset="0"/>
            </a:endParaRPr>
          </a:p>
        </p:txBody>
      </p:sp>
      <p:sp>
        <p:nvSpPr>
          <p:cNvPr id="87" name="Rect 0"/>
          <p:cNvSpPr>
            <a:spLocks/>
          </p:cNvSpPr>
          <p:nvPr/>
        </p:nvSpPr>
        <p:spPr>
          <a:xfrm rot="0">
            <a:off x="9646920" y="3355975"/>
            <a:ext cx="21037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88" name="Rect 0"/>
          <p:cNvSpPr txBox="1">
            <a:spLocks/>
          </p:cNvSpPr>
          <p:nvPr/>
        </p:nvSpPr>
        <p:spPr>
          <a:xfrm rot="0">
            <a:off x="9765665" y="3420110"/>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0.09–0.12%</a:t>
            </a:r>
            <a:endParaRPr lang="ko-KR" altLang="en-US" sz="1200" b="0">
              <a:solidFill>
                <a:srgbClr val="22364B"/>
              </a:solidFill>
              <a:latin typeface="Poppins" charset="0"/>
              <a:ea typeface="NanumGothic" charset="0"/>
              <a:sym typeface="나눔고딕" charset="0"/>
            </a:endParaRPr>
          </a:p>
        </p:txBody>
      </p:sp>
      <p:sp>
        <p:nvSpPr>
          <p:cNvPr id="89" name="Rect 0"/>
          <p:cNvSpPr>
            <a:spLocks/>
          </p:cNvSpPr>
          <p:nvPr/>
        </p:nvSpPr>
        <p:spPr>
          <a:xfrm rot="0">
            <a:off x="502920" y="3648710"/>
            <a:ext cx="28352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0" name="Rect 0"/>
          <p:cNvSpPr txBox="1">
            <a:spLocks/>
          </p:cNvSpPr>
          <p:nvPr/>
        </p:nvSpPr>
        <p:spPr>
          <a:xfrm rot="0">
            <a:off x="621665" y="3712209"/>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MobileNetV2</a:t>
            </a:r>
            <a:endParaRPr lang="ko-KR" altLang="en-US" sz="1200" b="0">
              <a:solidFill>
                <a:srgbClr val="22364B"/>
              </a:solidFill>
              <a:latin typeface="Poppins" charset="0"/>
              <a:ea typeface="NanumGothic" charset="0"/>
              <a:sym typeface="나눔고딕" charset="0"/>
            </a:endParaRPr>
          </a:p>
        </p:txBody>
      </p:sp>
      <p:sp>
        <p:nvSpPr>
          <p:cNvPr id="91" name="Rect 0"/>
          <p:cNvSpPr>
            <a:spLocks/>
          </p:cNvSpPr>
          <p:nvPr/>
        </p:nvSpPr>
        <p:spPr>
          <a:xfrm rot="0">
            <a:off x="3337560" y="364871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2" name="Rect 0"/>
          <p:cNvSpPr txBox="1">
            <a:spLocks/>
          </p:cNvSpPr>
          <p:nvPr/>
        </p:nvSpPr>
        <p:spPr>
          <a:xfrm rot="0">
            <a:off x="3456305" y="3712209"/>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499,795</a:t>
            </a:r>
            <a:endParaRPr lang="ko-KR" altLang="en-US" sz="1200" b="0">
              <a:solidFill>
                <a:srgbClr val="22364B"/>
              </a:solidFill>
              <a:latin typeface="Poppins" charset="0"/>
              <a:ea typeface="NanumGothic" charset="0"/>
              <a:sym typeface="나눔고딕" charset="0"/>
            </a:endParaRPr>
          </a:p>
        </p:txBody>
      </p:sp>
      <p:sp>
        <p:nvSpPr>
          <p:cNvPr id="93" name="Rect 0"/>
          <p:cNvSpPr>
            <a:spLocks/>
          </p:cNvSpPr>
          <p:nvPr/>
        </p:nvSpPr>
        <p:spPr>
          <a:xfrm rot="0">
            <a:off x="4526280" y="3648710"/>
            <a:ext cx="11893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4" name="Rect 0"/>
          <p:cNvSpPr txBox="1">
            <a:spLocks/>
          </p:cNvSpPr>
          <p:nvPr/>
        </p:nvSpPr>
        <p:spPr>
          <a:xfrm rot="0">
            <a:off x="4645025" y="3712209"/>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379,275</a:t>
            </a:r>
            <a:endParaRPr lang="ko-KR" altLang="en-US" sz="1200" b="0">
              <a:solidFill>
                <a:srgbClr val="22364B"/>
              </a:solidFill>
              <a:latin typeface="Poppins" charset="0"/>
              <a:ea typeface="NanumGothic" charset="0"/>
              <a:sym typeface="나눔고딕" charset="0"/>
            </a:endParaRPr>
          </a:p>
        </p:txBody>
      </p:sp>
      <p:sp>
        <p:nvSpPr>
          <p:cNvPr id="95" name="Rect 0"/>
          <p:cNvSpPr>
            <a:spLocks/>
          </p:cNvSpPr>
          <p:nvPr/>
        </p:nvSpPr>
        <p:spPr>
          <a:xfrm rot="0">
            <a:off x="5715000" y="3648710"/>
            <a:ext cx="132651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6" name="Rect 0"/>
          <p:cNvSpPr txBox="1">
            <a:spLocks/>
          </p:cNvSpPr>
          <p:nvPr/>
        </p:nvSpPr>
        <p:spPr>
          <a:xfrm rot="0">
            <a:off x="5833745" y="3712209"/>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305,342</a:t>
            </a:r>
            <a:endParaRPr lang="ko-KR" altLang="en-US" sz="1200" b="0">
              <a:solidFill>
                <a:srgbClr val="22364B"/>
              </a:solidFill>
              <a:latin typeface="Poppins" charset="0"/>
              <a:ea typeface="NanumGothic" charset="0"/>
              <a:sym typeface="나눔고딕" charset="0"/>
            </a:endParaRPr>
          </a:p>
        </p:txBody>
      </p:sp>
      <p:sp>
        <p:nvSpPr>
          <p:cNvPr id="97" name="Rect 0"/>
          <p:cNvSpPr>
            <a:spLocks/>
          </p:cNvSpPr>
          <p:nvPr/>
        </p:nvSpPr>
        <p:spPr>
          <a:xfrm rot="0">
            <a:off x="7040880" y="3648710"/>
            <a:ext cx="114363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98" name="Rect 0"/>
          <p:cNvSpPr txBox="1">
            <a:spLocks/>
          </p:cNvSpPr>
          <p:nvPr/>
        </p:nvSpPr>
        <p:spPr>
          <a:xfrm rot="0">
            <a:off x="7159625" y="3712209"/>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47,887</a:t>
            </a:r>
            <a:endParaRPr lang="ko-KR" altLang="en-US" sz="1200" b="0">
              <a:solidFill>
                <a:srgbClr val="22364B"/>
              </a:solidFill>
              <a:latin typeface="Poppins" charset="0"/>
              <a:ea typeface="NanumGothic" charset="0"/>
              <a:sym typeface="나눔고딕" charset="0"/>
            </a:endParaRPr>
          </a:p>
        </p:txBody>
      </p:sp>
      <p:sp>
        <p:nvSpPr>
          <p:cNvPr id="99" name="Rect 0"/>
          <p:cNvSpPr>
            <a:spLocks/>
          </p:cNvSpPr>
          <p:nvPr/>
        </p:nvSpPr>
        <p:spPr>
          <a:xfrm rot="0">
            <a:off x="8183879" y="3648710"/>
            <a:ext cx="14636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0" name="Rect 0"/>
          <p:cNvSpPr txBox="1">
            <a:spLocks/>
          </p:cNvSpPr>
          <p:nvPr/>
        </p:nvSpPr>
        <p:spPr>
          <a:xfrm rot="0">
            <a:off x="8302625" y="3712209"/>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3.89%</a:t>
            </a:r>
            <a:endParaRPr lang="ko-KR" altLang="en-US" sz="1200" b="0">
              <a:solidFill>
                <a:srgbClr val="22364B"/>
              </a:solidFill>
              <a:latin typeface="Poppins" charset="0"/>
              <a:ea typeface="NanumGothic" charset="0"/>
              <a:sym typeface="나눔고딕" charset="0"/>
            </a:endParaRPr>
          </a:p>
        </p:txBody>
      </p:sp>
      <p:sp>
        <p:nvSpPr>
          <p:cNvPr id="101" name="Rect 0"/>
          <p:cNvSpPr>
            <a:spLocks/>
          </p:cNvSpPr>
          <p:nvPr/>
        </p:nvSpPr>
        <p:spPr>
          <a:xfrm rot="0">
            <a:off x="9646920" y="3648710"/>
            <a:ext cx="210375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2" name="Rect 0"/>
          <p:cNvSpPr txBox="1">
            <a:spLocks/>
          </p:cNvSpPr>
          <p:nvPr/>
        </p:nvSpPr>
        <p:spPr>
          <a:xfrm rot="0">
            <a:off x="9765665" y="3712209"/>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2.43–3.89%</a:t>
            </a:r>
            <a:endParaRPr lang="ko-KR" altLang="en-US" sz="1200" b="0">
              <a:solidFill>
                <a:srgbClr val="22364B"/>
              </a:solidFill>
              <a:latin typeface="Poppins" charset="0"/>
              <a:ea typeface="NanumGothic" charset="0"/>
              <a:sym typeface="나눔고딕" charset="0"/>
            </a:endParaRPr>
          </a:p>
        </p:txBody>
      </p:sp>
      <p:sp>
        <p:nvSpPr>
          <p:cNvPr id="103" name="Rect 0"/>
          <p:cNvSpPr>
            <a:spLocks/>
          </p:cNvSpPr>
          <p:nvPr/>
        </p:nvSpPr>
        <p:spPr>
          <a:xfrm rot="0">
            <a:off x="502920" y="3940809"/>
            <a:ext cx="28352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4" name="Rect 0"/>
          <p:cNvSpPr txBox="1">
            <a:spLocks/>
          </p:cNvSpPr>
          <p:nvPr/>
        </p:nvSpPr>
        <p:spPr>
          <a:xfrm rot="0">
            <a:off x="621665" y="4004945"/>
            <a:ext cx="25977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Wav2Letter</a:t>
            </a:r>
            <a:endParaRPr lang="ko-KR" altLang="en-US" sz="1200" b="0">
              <a:solidFill>
                <a:srgbClr val="22364B"/>
              </a:solidFill>
              <a:latin typeface="Poppins" charset="0"/>
              <a:ea typeface="NanumGothic" charset="0"/>
              <a:sym typeface="나눔고딕" charset="0"/>
            </a:endParaRPr>
          </a:p>
        </p:txBody>
      </p:sp>
      <p:sp>
        <p:nvSpPr>
          <p:cNvPr id="105" name="Rect 0"/>
          <p:cNvSpPr>
            <a:spLocks/>
          </p:cNvSpPr>
          <p:nvPr/>
        </p:nvSpPr>
        <p:spPr>
          <a:xfrm rot="0">
            <a:off x="3337560" y="3940809"/>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6" name="Rect 0"/>
          <p:cNvSpPr txBox="1">
            <a:spLocks/>
          </p:cNvSpPr>
          <p:nvPr/>
        </p:nvSpPr>
        <p:spPr>
          <a:xfrm rot="0">
            <a:off x="3456305" y="400494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249,928</a:t>
            </a:r>
            <a:endParaRPr lang="ko-KR" altLang="en-US" sz="1200" b="0">
              <a:solidFill>
                <a:srgbClr val="22364B"/>
              </a:solidFill>
              <a:latin typeface="Poppins" charset="0"/>
              <a:ea typeface="NanumGothic" charset="0"/>
              <a:sym typeface="나눔고딕" charset="0"/>
            </a:endParaRPr>
          </a:p>
        </p:txBody>
      </p:sp>
      <p:sp>
        <p:nvSpPr>
          <p:cNvPr id="107" name="Rect 0"/>
          <p:cNvSpPr>
            <a:spLocks/>
          </p:cNvSpPr>
          <p:nvPr/>
        </p:nvSpPr>
        <p:spPr>
          <a:xfrm rot="0">
            <a:off x="4526280" y="3940809"/>
            <a:ext cx="11893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08" name="Rect 0"/>
          <p:cNvSpPr txBox="1">
            <a:spLocks/>
          </p:cNvSpPr>
          <p:nvPr/>
        </p:nvSpPr>
        <p:spPr>
          <a:xfrm rot="0">
            <a:off x="4645025" y="4004945"/>
            <a:ext cx="9518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40,950</a:t>
            </a:r>
            <a:endParaRPr lang="ko-KR" altLang="en-US" sz="1200" b="0">
              <a:solidFill>
                <a:srgbClr val="22364B"/>
              </a:solidFill>
              <a:latin typeface="Poppins" charset="0"/>
              <a:ea typeface="NanumGothic" charset="0"/>
              <a:sym typeface="나눔고딕" charset="0"/>
            </a:endParaRPr>
          </a:p>
        </p:txBody>
      </p:sp>
      <p:sp>
        <p:nvSpPr>
          <p:cNvPr id="109" name="Rect 0"/>
          <p:cNvSpPr>
            <a:spLocks/>
          </p:cNvSpPr>
          <p:nvPr/>
        </p:nvSpPr>
        <p:spPr>
          <a:xfrm rot="0">
            <a:off x="5715000" y="3940809"/>
            <a:ext cx="132651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0" name="Rect 0"/>
          <p:cNvSpPr txBox="1">
            <a:spLocks/>
          </p:cNvSpPr>
          <p:nvPr/>
        </p:nvSpPr>
        <p:spPr>
          <a:xfrm rot="0">
            <a:off x="5833745" y="4004945"/>
            <a:ext cx="108902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1,839,159</a:t>
            </a:r>
            <a:endParaRPr lang="ko-KR" altLang="en-US" sz="1200" b="0">
              <a:solidFill>
                <a:srgbClr val="22364B"/>
              </a:solidFill>
              <a:latin typeface="Poppins" charset="0"/>
              <a:ea typeface="NanumGothic" charset="0"/>
              <a:sym typeface="나눔고딕" charset="0"/>
            </a:endParaRPr>
          </a:p>
        </p:txBody>
      </p:sp>
      <p:sp>
        <p:nvSpPr>
          <p:cNvPr id="111" name="Rect 0"/>
          <p:cNvSpPr>
            <a:spLocks/>
          </p:cNvSpPr>
          <p:nvPr/>
        </p:nvSpPr>
        <p:spPr>
          <a:xfrm rot="0">
            <a:off x="7040880" y="3940809"/>
            <a:ext cx="11436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2" name="Rect 0"/>
          <p:cNvSpPr txBox="1">
            <a:spLocks/>
          </p:cNvSpPr>
          <p:nvPr/>
        </p:nvSpPr>
        <p:spPr>
          <a:xfrm rot="0">
            <a:off x="7159625" y="4004945"/>
            <a:ext cx="9061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19,045</a:t>
            </a:r>
            <a:endParaRPr lang="ko-KR" altLang="en-US" sz="1200" b="0">
              <a:solidFill>
                <a:srgbClr val="22364B"/>
              </a:solidFill>
              <a:latin typeface="Poppins" charset="0"/>
              <a:ea typeface="NanumGothic" charset="0"/>
              <a:sym typeface="나눔고딕" charset="0"/>
            </a:endParaRPr>
          </a:p>
        </p:txBody>
      </p:sp>
      <p:sp>
        <p:nvSpPr>
          <p:cNvPr id="113" name="Rect 0"/>
          <p:cNvSpPr>
            <a:spLocks/>
          </p:cNvSpPr>
          <p:nvPr/>
        </p:nvSpPr>
        <p:spPr>
          <a:xfrm rot="0">
            <a:off x="8183879" y="3940809"/>
            <a:ext cx="14636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4" name="Rect 0"/>
          <p:cNvSpPr txBox="1">
            <a:spLocks/>
          </p:cNvSpPr>
          <p:nvPr/>
        </p:nvSpPr>
        <p:spPr>
          <a:xfrm rot="0">
            <a:off x="8302625" y="4004945"/>
            <a:ext cx="12261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0.89%</a:t>
            </a:r>
            <a:endParaRPr lang="ko-KR" altLang="en-US" sz="1200" b="0">
              <a:solidFill>
                <a:srgbClr val="22364B"/>
              </a:solidFill>
              <a:latin typeface="Poppins" charset="0"/>
              <a:ea typeface="NanumGothic" charset="0"/>
              <a:sym typeface="나눔고딕" charset="0"/>
            </a:endParaRPr>
          </a:p>
        </p:txBody>
      </p:sp>
      <p:sp>
        <p:nvSpPr>
          <p:cNvPr id="115" name="Rect 0"/>
          <p:cNvSpPr>
            <a:spLocks/>
          </p:cNvSpPr>
          <p:nvPr/>
        </p:nvSpPr>
        <p:spPr>
          <a:xfrm rot="0">
            <a:off x="9646920" y="3940809"/>
            <a:ext cx="210375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6" name="Rect 0"/>
          <p:cNvSpPr txBox="1">
            <a:spLocks/>
          </p:cNvSpPr>
          <p:nvPr/>
        </p:nvSpPr>
        <p:spPr>
          <a:xfrm rot="0">
            <a:off x="9765665" y="4004945"/>
            <a:ext cx="186626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200" b="0">
                <a:solidFill>
                  <a:srgbClr val="22364B"/>
                </a:solidFill>
                <a:latin typeface="Poppins" charset="0"/>
                <a:ea typeface="NanumGothic" charset="0"/>
                <a:sym typeface="나눔고딕" charset="0"/>
              </a:rPr>
              <a:t>0.56–0.89%</a:t>
            </a:r>
            <a:endParaRPr lang="ko-KR" altLang="en-US" sz="1200" b="0">
              <a:solidFill>
                <a:srgbClr val="22364B"/>
              </a:solidFill>
              <a:latin typeface="Poppins" charset="0"/>
              <a:ea typeface="NanumGothic" charset="0"/>
              <a:sym typeface="나눔고딕" charset="0"/>
            </a:endParaRPr>
          </a:p>
        </p:txBody>
      </p:sp>
      <p:sp>
        <p:nvSpPr>
          <p:cNvPr id="117" name="Rect 0"/>
          <p:cNvSpPr>
            <a:spLocks/>
          </p:cNvSpPr>
          <p:nvPr/>
        </p:nvSpPr>
        <p:spPr>
          <a:xfrm rot="0">
            <a:off x="502920" y="4324985"/>
            <a:ext cx="1920875" cy="32956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18" name="Rect 0"/>
          <p:cNvSpPr txBox="1">
            <a:spLocks/>
          </p:cNvSpPr>
          <p:nvPr/>
        </p:nvSpPr>
        <p:spPr>
          <a:xfrm rot="0">
            <a:off x="621665" y="4407535"/>
            <a:ext cx="168338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NPU · memory mode</a:t>
            </a:r>
            <a:endParaRPr lang="ko-KR" altLang="en-US" sz="1150" b="1">
              <a:solidFill>
                <a:srgbClr val="FFFFFF"/>
              </a:solidFill>
              <a:latin typeface="Poppins" charset="0"/>
              <a:ea typeface="NanumGothic" charset="0"/>
              <a:sym typeface="나눔고딕" charset="0"/>
            </a:endParaRPr>
          </a:p>
        </p:txBody>
      </p:sp>
      <p:sp>
        <p:nvSpPr>
          <p:cNvPr id="119" name="Rect 0"/>
          <p:cNvSpPr>
            <a:spLocks/>
          </p:cNvSpPr>
          <p:nvPr/>
        </p:nvSpPr>
        <p:spPr>
          <a:xfrm rot="0">
            <a:off x="2423160" y="4324985"/>
            <a:ext cx="1829435" cy="32956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0" name="Rect 0"/>
          <p:cNvSpPr txBox="1">
            <a:spLocks/>
          </p:cNvSpPr>
          <p:nvPr/>
        </p:nvSpPr>
        <p:spPr>
          <a:xfrm rot="0">
            <a:off x="2541905" y="4407535"/>
            <a:ext cx="159194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AXI1이 가리키는 곳</a:t>
            </a:r>
            <a:endParaRPr lang="ko-KR" altLang="en-US" sz="1150" b="1">
              <a:solidFill>
                <a:srgbClr val="FFFFFF"/>
              </a:solidFill>
              <a:latin typeface="Poppins" charset="0"/>
              <a:ea typeface="NanumGothic" charset="0"/>
              <a:sym typeface="나눔고딕" charset="0"/>
            </a:endParaRPr>
          </a:p>
        </p:txBody>
      </p:sp>
      <p:sp>
        <p:nvSpPr>
          <p:cNvPr id="121" name="Rect 0"/>
          <p:cNvSpPr>
            <a:spLocks/>
          </p:cNvSpPr>
          <p:nvPr/>
        </p:nvSpPr>
        <p:spPr>
          <a:xfrm rot="0">
            <a:off x="4251960" y="4324985"/>
            <a:ext cx="3292475" cy="32956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2" name="Rect 0"/>
          <p:cNvSpPr txBox="1">
            <a:spLocks/>
          </p:cNvSpPr>
          <p:nvPr/>
        </p:nvSpPr>
        <p:spPr>
          <a:xfrm rot="0">
            <a:off x="4370705" y="4407535"/>
            <a:ext cx="3054985"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AXI1 write가 있는가</a:t>
            </a:r>
            <a:endParaRPr lang="ko-KR" altLang="en-US" sz="1150" b="1">
              <a:solidFill>
                <a:srgbClr val="FFFFFF"/>
              </a:solidFill>
              <a:latin typeface="Poppins" charset="0"/>
              <a:ea typeface="NanumGothic" charset="0"/>
              <a:sym typeface="나눔고딕" charset="0"/>
            </a:endParaRPr>
          </a:p>
        </p:txBody>
      </p:sp>
      <p:sp>
        <p:nvSpPr>
          <p:cNvPr id="123" name="Rect 0"/>
          <p:cNvSpPr>
            <a:spLocks/>
          </p:cNvSpPr>
          <p:nvPr/>
        </p:nvSpPr>
        <p:spPr>
          <a:xfrm rot="0">
            <a:off x="7543800" y="4324985"/>
            <a:ext cx="4206875" cy="32956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4" name="Rect 0"/>
          <p:cNvSpPr txBox="1">
            <a:spLocks/>
          </p:cNvSpPr>
          <p:nvPr/>
        </p:nvSpPr>
        <p:spPr>
          <a:xfrm rot="0">
            <a:off x="7662545" y="4407535"/>
            <a:ext cx="3969384" cy="201930"/>
          </a:xfrm>
          <a:prstGeom prst="rect"/>
          <a:noFill/>
        </p:spPr>
        <p:txBody>
          <a:bodyPr wrap="square" lIns="45720" tIns="27305" rIns="45720" bIns="27305" vert="horz" anchor="ctr">
            <a:spAutoFit/>
          </a:bodyPr>
          <a:lstStyle/>
          <a:p>
            <a:pPr marL="0" indent="0" rtl="0" algn="l" defTabSz="914400" eaLnBrk="1" latinLnBrk="0" hangingPunct="1">
              <a:buFontTx/>
              <a:buNone/>
            </a:pPr>
            <a:r>
              <a:rPr sz="1150" b="1">
                <a:solidFill>
                  <a:srgbClr val="FFFFFF"/>
                </a:solidFill>
                <a:latin typeface="Poppins" charset="0"/>
                <a:ea typeface="NanumGothic" charset="0"/>
                <a:sym typeface="나눔고딕" charset="0"/>
              </a:rPr>
              <a:t>11장 비율에 미치는 영향</a:t>
            </a:r>
            <a:endParaRPr lang="ko-KR" altLang="en-US" sz="1150" b="1">
              <a:solidFill>
                <a:srgbClr val="FFFFFF"/>
              </a:solidFill>
              <a:latin typeface="Poppins" charset="0"/>
              <a:ea typeface="NanumGothic" charset="0"/>
              <a:sym typeface="나눔고딕" charset="0"/>
            </a:endParaRPr>
          </a:p>
        </p:txBody>
      </p:sp>
      <p:sp>
        <p:nvSpPr>
          <p:cNvPr id="125" name="Rect 0"/>
          <p:cNvSpPr>
            <a:spLocks/>
          </p:cNvSpPr>
          <p:nvPr/>
        </p:nvSpPr>
        <p:spPr>
          <a:xfrm rot="0">
            <a:off x="502920" y="4654550"/>
            <a:ext cx="19208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6" name="Rect 0"/>
          <p:cNvSpPr txBox="1">
            <a:spLocks/>
          </p:cNvSpPr>
          <p:nvPr/>
        </p:nvSpPr>
        <p:spPr>
          <a:xfrm rot="0">
            <a:off x="621665" y="4718050"/>
            <a:ext cx="16833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U55 · Shared_Sram</a:t>
            </a:r>
            <a:endParaRPr lang="ko-KR" altLang="en-US" sz="1150" b="0">
              <a:solidFill>
                <a:srgbClr val="22364B"/>
              </a:solidFill>
              <a:latin typeface="Poppins" charset="0"/>
              <a:ea typeface="NanumGothic" charset="0"/>
              <a:sym typeface="나눔고딕" charset="0"/>
            </a:endParaRPr>
          </a:p>
        </p:txBody>
      </p:sp>
      <p:sp>
        <p:nvSpPr>
          <p:cNvPr id="127" name="Rect 0"/>
          <p:cNvSpPr>
            <a:spLocks/>
          </p:cNvSpPr>
          <p:nvPr/>
        </p:nvSpPr>
        <p:spPr>
          <a:xfrm rot="0">
            <a:off x="2423160" y="4654550"/>
            <a:ext cx="18294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28" name="Rect 0"/>
          <p:cNvSpPr txBox="1">
            <a:spLocks/>
          </p:cNvSpPr>
          <p:nvPr/>
        </p:nvSpPr>
        <p:spPr>
          <a:xfrm rot="0">
            <a:off x="2541905" y="4718050"/>
            <a:ext cx="15919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읽기 전용 Flash</a:t>
            </a:r>
            <a:endParaRPr lang="ko-KR" altLang="en-US" sz="1150" b="0">
              <a:solidFill>
                <a:srgbClr val="22364B"/>
              </a:solidFill>
              <a:latin typeface="Poppins" charset="0"/>
              <a:ea typeface="NanumGothic" charset="0"/>
              <a:sym typeface="나눔고딕" charset="0"/>
            </a:endParaRPr>
          </a:p>
        </p:txBody>
      </p:sp>
      <p:sp>
        <p:nvSpPr>
          <p:cNvPr id="129" name="Rect 0"/>
          <p:cNvSpPr>
            <a:spLocks/>
          </p:cNvSpPr>
          <p:nvPr/>
        </p:nvSpPr>
        <p:spPr>
          <a:xfrm rot="0">
            <a:off x="4251960" y="4654550"/>
            <a:ext cx="32924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0" name="Rect 0"/>
          <p:cNvSpPr txBox="1">
            <a:spLocks/>
          </p:cNvSpPr>
          <p:nvPr/>
        </p:nvSpPr>
        <p:spPr>
          <a:xfrm rot="0">
            <a:off x="4370705" y="4718050"/>
            <a:ext cx="30549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구조적으로 없음 (Vela가 쓰기 텐서를 두지 않음)</a:t>
            </a:r>
            <a:endParaRPr lang="ko-KR" altLang="en-US" sz="1150" b="0">
              <a:solidFill>
                <a:srgbClr val="22364B"/>
              </a:solidFill>
              <a:latin typeface="Poppins" charset="0"/>
              <a:ea typeface="NanumGothic" charset="0"/>
              <a:sym typeface="나눔고딕" charset="0"/>
            </a:endParaRPr>
          </a:p>
        </p:txBody>
      </p:sp>
      <p:sp>
        <p:nvSpPr>
          <p:cNvPr id="131" name="Rect 0"/>
          <p:cNvSpPr>
            <a:spLocks/>
          </p:cNvSpPr>
          <p:nvPr/>
        </p:nvSpPr>
        <p:spPr>
          <a:xfrm rot="0">
            <a:off x="7543800" y="4654550"/>
            <a:ext cx="42068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2" name="Rect 0"/>
          <p:cNvSpPr txBox="1">
            <a:spLocks/>
          </p:cNvSpPr>
          <p:nvPr/>
        </p:nvSpPr>
        <p:spPr>
          <a:xfrm rot="0">
            <a:off x="7662545" y="4718050"/>
            <a:ext cx="3969384"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없음. 세 카운터 합이 사실상 전체</a:t>
            </a:r>
            <a:endParaRPr lang="ko-KR" altLang="en-US" sz="1150" b="0">
              <a:solidFill>
                <a:srgbClr val="22364B"/>
              </a:solidFill>
              <a:latin typeface="Poppins" charset="0"/>
              <a:ea typeface="NanumGothic" charset="0"/>
              <a:sym typeface="나눔고딕" charset="0"/>
            </a:endParaRPr>
          </a:p>
        </p:txBody>
      </p:sp>
      <p:sp>
        <p:nvSpPr>
          <p:cNvPr id="133" name="Rect 0"/>
          <p:cNvSpPr>
            <a:spLocks/>
          </p:cNvSpPr>
          <p:nvPr/>
        </p:nvSpPr>
        <p:spPr>
          <a:xfrm rot="0">
            <a:off x="502920" y="4946650"/>
            <a:ext cx="19208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4" name="Rect 0"/>
          <p:cNvSpPr txBox="1">
            <a:spLocks/>
          </p:cNvSpPr>
          <p:nvPr/>
        </p:nvSpPr>
        <p:spPr>
          <a:xfrm rot="0">
            <a:off x="621665" y="5010785"/>
            <a:ext cx="16833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U65 · Dedicated_Sram</a:t>
            </a:r>
            <a:endParaRPr lang="ko-KR" altLang="en-US" sz="1150" b="0">
              <a:solidFill>
                <a:srgbClr val="22364B"/>
              </a:solidFill>
              <a:latin typeface="Poppins" charset="0"/>
              <a:ea typeface="NanumGothic" charset="0"/>
              <a:sym typeface="나눔고딕" charset="0"/>
            </a:endParaRPr>
          </a:p>
        </p:txBody>
      </p:sp>
      <p:sp>
        <p:nvSpPr>
          <p:cNvPr id="135" name="Rect 0"/>
          <p:cNvSpPr>
            <a:spLocks/>
          </p:cNvSpPr>
          <p:nvPr/>
        </p:nvSpPr>
        <p:spPr>
          <a:xfrm rot="0">
            <a:off x="2423160" y="4946650"/>
            <a:ext cx="182943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6" name="Rect 0"/>
          <p:cNvSpPr txBox="1">
            <a:spLocks/>
          </p:cNvSpPr>
          <p:nvPr/>
        </p:nvSpPr>
        <p:spPr>
          <a:xfrm rot="0">
            <a:off x="2541905" y="5010785"/>
            <a:ext cx="15919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 (arena 포함)</a:t>
            </a:r>
            <a:endParaRPr lang="ko-KR" altLang="en-US" sz="1150" b="0">
              <a:solidFill>
                <a:srgbClr val="22364B"/>
              </a:solidFill>
              <a:latin typeface="Poppins" charset="0"/>
              <a:ea typeface="NanumGothic" charset="0"/>
              <a:sym typeface="나눔고딕" charset="0"/>
            </a:endParaRPr>
          </a:p>
        </p:txBody>
      </p:sp>
      <p:sp>
        <p:nvSpPr>
          <p:cNvPr id="137" name="Rect 0"/>
          <p:cNvSpPr>
            <a:spLocks/>
          </p:cNvSpPr>
          <p:nvPr/>
        </p:nvSpPr>
        <p:spPr>
          <a:xfrm rot="0">
            <a:off x="4251960" y="4946650"/>
            <a:ext cx="32924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38" name="Rect 0"/>
          <p:cNvSpPr txBox="1">
            <a:spLocks/>
          </p:cNvSpPr>
          <p:nvPr/>
        </p:nvSpPr>
        <p:spPr>
          <a:xfrm rot="0">
            <a:off x="4370705" y="5010785"/>
            <a:ext cx="30549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있음. 측정 안 됨</a:t>
            </a:r>
            <a:endParaRPr lang="ko-KR" altLang="en-US" sz="1150" b="0">
              <a:solidFill>
                <a:srgbClr val="22364B"/>
              </a:solidFill>
              <a:latin typeface="Poppins" charset="0"/>
              <a:ea typeface="NanumGothic" charset="0"/>
              <a:sym typeface="나눔고딕" charset="0"/>
            </a:endParaRPr>
          </a:p>
        </p:txBody>
      </p:sp>
      <p:sp>
        <p:nvSpPr>
          <p:cNvPr id="139" name="Rect 0"/>
          <p:cNvSpPr>
            <a:spLocks/>
          </p:cNvSpPr>
          <p:nvPr/>
        </p:nvSpPr>
        <p:spPr>
          <a:xfrm rot="0">
            <a:off x="7543800" y="4946650"/>
            <a:ext cx="4206875" cy="293370"/>
          </a:xfrm>
          <a:prstGeom prst="rect"/>
          <a:solidFill>
            <a:srgbClr val="FFFFFF"/>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0" name="Rect 0"/>
          <p:cNvSpPr txBox="1">
            <a:spLocks/>
          </p:cNvSpPr>
          <p:nvPr/>
        </p:nvSpPr>
        <p:spPr>
          <a:xfrm rot="0">
            <a:off x="7662545" y="5010785"/>
            <a:ext cx="3969384"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AXI1 비중이 실제보다 낮게 집계. 크기는 확인되지 않음</a:t>
            </a:r>
            <a:endParaRPr lang="ko-KR" altLang="en-US" sz="1150" b="0">
              <a:solidFill>
                <a:srgbClr val="22364B"/>
              </a:solidFill>
              <a:latin typeface="Poppins" charset="0"/>
              <a:ea typeface="NanumGothic" charset="0"/>
              <a:sym typeface="나눔고딕" charset="0"/>
            </a:endParaRPr>
          </a:p>
        </p:txBody>
      </p:sp>
      <p:sp>
        <p:nvSpPr>
          <p:cNvPr id="141" name="Rect 0"/>
          <p:cNvSpPr>
            <a:spLocks/>
          </p:cNvSpPr>
          <p:nvPr/>
        </p:nvSpPr>
        <p:spPr>
          <a:xfrm rot="0">
            <a:off x="502920" y="5239385"/>
            <a:ext cx="19208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2" name="Rect 0"/>
          <p:cNvSpPr txBox="1">
            <a:spLocks/>
          </p:cNvSpPr>
          <p:nvPr/>
        </p:nvSpPr>
        <p:spPr>
          <a:xfrm rot="0">
            <a:off x="621665" y="5303520"/>
            <a:ext cx="16833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U85 · Dedicated_Sram</a:t>
            </a:r>
            <a:endParaRPr lang="ko-KR" altLang="en-US" sz="1150" b="0">
              <a:solidFill>
                <a:srgbClr val="22364B"/>
              </a:solidFill>
              <a:latin typeface="Poppins" charset="0"/>
              <a:ea typeface="NanumGothic" charset="0"/>
              <a:sym typeface="나눔고딕" charset="0"/>
            </a:endParaRPr>
          </a:p>
        </p:txBody>
      </p:sp>
      <p:sp>
        <p:nvSpPr>
          <p:cNvPr id="143" name="Rect 0"/>
          <p:cNvSpPr>
            <a:spLocks/>
          </p:cNvSpPr>
          <p:nvPr/>
        </p:nvSpPr>
        <p:spPr>
          <a:xfrm rot="0">
            <a:off x="2423160" y="5239385"/>
            <a:ext cx="182943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4" name="Rect 0"/>
          <p:cNvSpPr txBox="1">
            <a:spLocks/>
          </p:cNvSpPr>
          <p:nvPr/>
        </p:nvSpPr>
        <p:spPr>
          <a:xfrm rot="0">
            <a:off x="2541905" y="5303520"/>
            <a:ext cx="159194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DRAM (arena 포함)</a:t>
            </a:r>
            <a:endParaRPr lang="ko-KR" altLang="en-US" sz="1150" b="0">
              <a:solidFill>
                <a:srgbClr val="22364B"/>
              </a:solidFill>
              <a:latin typeface="Poppins" charset="0"/>
              <a:ea typeface="NanumGothic" charset="0"/>
              <a:sym typeface="나눔고딕" charset="0"/>
            </a:endParaRPr>
          </a:p>
        </p:txBody>
      </p:sp>
      <p:sp>
        <p:nvSpPr>
          <p:cNvPr id="145" name="Rect 0"/>
          <p:cNvSpPr>
            <a:spLocks/>
          </p:cNvSpPr>
          <p:nvPr/>
        </p:nvSpPr>
        <p:spPr>
          <a:xfrm rot="0">
            <a:off x="4251960" y="5239385"/>
            <a:ext cx="32924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6" name="Rect 0"/>
          <p:cNvSpPr txBox="1">
            <a:spLocks/>
          </p:cNvSpPr>
          <p:nvPr/>
        </p:nvSpPr>
        <p:spPr>
          <a:xfrm rot="0">
            <a:off x="4370705" y="5303520"/>
            <a:ext cx="3054985"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측정됨: 전체 beat의 0–4%</a:t>
            </a:r>
            <a:endParaRPr lang="ko-KR" altLang="en-US" sz="1150" b="0">
              <a:solidFill>
                <a:srgbClr val="22364B"/>
              </a:solidFill>
              <a:latin typeface="Poppins" charset="0"/>
              <a:ea typeface="NanumGothic" charset="0"/>
              <a:sym typeface="나눔고딕" charset="0"/>
            </a:endParaRPr>
          </a:p>
        </p:txBody>
      </p:sp>
      <p:sp>
        <p:nvSpPr>
          <p:cNvPr id="147" name="Rect 0"/>
          <p:cNvSpPr>
            <a:spLocks/>
          </p:cNvSpPr>
          <p:nvPr/>
        </p:nvSpPr>
        <p:spPr>
          <a:xfrm rot="0">
            <a:off x="7543800" y="5239385"/>
            <a:ext cx="4206875" cy="293370"/>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48" name="Rect 0"/>
          <p:cNvSpPr txBox="1">
            <a:spLocks/>
          </p:cNvSpPr>
          <p:nvPr/>
        </p:nvSpPr>
        <p:spPr>
          <a:xfrm rot="0">
            <a:off x="7662545" y="5303520"/>
            <a:ext cx="3969384" cy="183515"/>
          </a:xfrm>
          <a:prstGeom prst="rect"/>
          <a:noFill/>
        </p:spPr>
        <p:txBody>
          <a:bodyPr wrap="square" lIns="45720" tIns="27305" rIns="45720" bIns="27305" vert="horz" anchor="ctr">
            <a:spAutoFit/>
          </a:bodyPr>
          <a:lstStyle/>
          <a:p>
            <a:pPr marL="0" indent="0" rtl="0" algn="l" defTabSz="914400" eaLnBrk="1" latinLnBrk="0" hangingPunct="1">
              <a:buFontTx/>
              <a:buNone/>
            </a:pPr>
            <a:r>
              <a:rPr sz="1150" b="0">
                <a:solidFill>
                  <a:srgbClr val="22364B"/>
                </a:solidFill>
                <a:latin typeface="Poppins" charset="0"/>
                <a:ea typeface="NanumGothic" charset="0"/>
                <a:sym typeface="나눔고딕" charset="0"/>
              </a:rPr>
              <a:t>없음. read/write 전부 수집</a:t>
            </a:r>
            <a:endParaRPr lang="ko-KR" altLang="en-US" sz="1150" b="0">
              <a:solidFill>
                <a:srgbClr val="22364B"/>
              </a:solidFill>
              <a:latin typeface="Poppins" charset="0"/>
              <a:ea typeface="NanumGothic" charset="0"/>
              <a:sym typeface="나눔고딕" charset="0"/>
            </a:endParaRPr>
          </a:p>
        </p:txBody>
      </p:sp>
      <p:sp>
        <p:nvSpPr>
          <p:cNvPr id="149" name="Rect 0"/>
          <p:cNvSpPr txBox="1">
            <a:spLocks/>
          </p:cNvSpPr>
          <p:nvPr/>
        </p:nvSpPr>
        <p:spPr>
          <a:xfrm rot="0">
            <a:off x="594360" y="5559425"/>
            <a:ext cx="10973435" cy="256540"/>
          </a:xfrm>
          <a:prstGeom prst="rect"/>
          <a:noFill/>
        </p:spPr>
        <p:txBody>
          <a:bodyPr wrap="square" lIns="45720" tIns="27305" rIns="45720" bIns="27305" vert="horz" anchor="t">
            <a:spAutoFit/>
          </a:bodyPr>
          <a:lstStyle/>
          <a:p>
            <a:pPr marL="0" indent="0" rtl="0" algn="l" defTabSz="914400" eaLnBrk="1" latinLnBrk="0" hangingPunct="1">
              <a:buFontTx/>
              <a:buNone/>
            </a:pPr>
            <a:r>
              <a:rPr sz="1050" b="0">
                <a:solidFill>
                  <a:srgbClr val="566577"/>
                </a:solidFill>
                <a:latin typeface="Poppins" charset="0"/>
                <a:ea typeface="NanumGothic" charset="0"/>
                <a:sym typeface="나눔고딕" charset="0"/>
              </a:rPr>
              <a:t>비중 = EXT write ÷ 네 카운터 합 · 출처 R1_MEMORY_COUNTERS.csv · U85→U65 적용은 추정 (세대·스케줄 다름)</a:t>
            </a:r>
            <a:endParaRPr lang="ko-KR" altLang="en-US" sz="1050" b="0">
              <a:solidFill>
                <a:srgbClr val="566577"/>
              </a:solidFill>
              <a:latin typeface="Poppins" charset="0"/>
              <a:ea typeface="NanumGothic" charset="0"/>
              <a:sym typeface="나눔고딕" charset="0"/>
            </a:endParaRPr>
          </a:p>
        </p:txBody>
      </p:sp>
      <p:sp>
        <p:nvSpPr>
          <p:cNvPr id="150" name="Rect 0"/>
          <p:cNvSpPr>
            <a:spLocks/>
          </p:cNvSpPr>
          <p:nvPr/>
        </p:nvSpPr>
        <p:spPr>
          <a:xfrm rot="0">
            <a:off x="457200" y="5806440"/>
            <a:ext cx="11266170" cy="457835"/>
          </a:xfrm>
          <a:prstGeom prst="rect"/>
          <a:solidFill>
            <a:srgbClr val="EFF3F8"/>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51" name="Rect 0"/>
          <p:cNvSpPr>
            <a:spLocks/>
          </p:cNvSpPr>
          <p:nvPr/>
        </p:nvSpPr>
        <p:spPr>
          <a:xfrm rot="0">
            <a:off x="457200" y="5806440"/>
            <a:ext cx="37465" cy="457835"/>
          </a:xfrm>
          <a:prstGeom prst="rect"/>
          <a:solidFill>
            <a:srgbClr val="13366B"/>
          </a:solidFill>
          <a:ln>
            <a:noFill/>
            <a:prstDash/>
          </a:ln>
        </p:spPr>
        <p:style>
          <a:lnRef idx="1">
            <a:schemeClr val="accent1"/>
          </a:lnRef>
          <a:fillRef idx="3">
            <a:schemeClr val="accent1"/>
          </a:fillRef>
          <a:effectRef idx="2">
            <a:schemeClr val="accent1"/>
          </a:effectRef>
          <a:fontRef idx="minor">
            <a:schemeClr val="lt1"/>
          </a:fontRef>
        </p:style>
        <p:txBody>
          <a:bodyPr wrap="square" lIns="91440" tIns="45720" rIns="91440" bIns="45720" vert="horz" anchor="ctr">
            <a:noAutofit/>
          </a:bodyPr>
          <a:lstStyle/>
          <a:p>
            <a:pPr marL="0" indent="0" rtl="0" algn="ctr" defTabSz="914400" eaLnBrk="1" latinLnBrk="0" hangingPunct="1">
              <a:buFontTx/>
              <a:buNone/>
            </a:pPr>
            <a:endParaRPr lang="ko-KR" altLang="en-US" sz="1800">
              <a:solidFill>
                <a:schemeClr val="tx1"/>
              </a:solidFill>
              <a:latin typeface="Poppins" charset="0"/>
              <a:ea typeface="NanumGothic" charset="0"/>
              <a:sym typeface="나눔고딕" charset="0"/>
            </a:endParaRPr>
          </a:p>
        </p:txBody>
      </p:sp>
      <p:sp>
        <p:nvSpPr>
          <p:cNvPr id="152" name="Rect 0"/>
          <p:cNvSpPr txBox="1">
            <a:spLocks/>
          </p:cNvSpPr>
          <p:nvPr/>
        </p:nvSpPr>
        <p:spPr>
          <a:xfrm rot="0">
            <a:off x="594360" y="5906770"/>
            <a:ext cx="10973435" cy="293370"/>
          </a:xfrm>
          <a:prstGeom prst="rect"/>
          <a:noFill/>
        </p:spPr>
        <p:txBody>
          <a:bodyPr wrap="square" lIns="45720" tIns="27305" rIns="45720" bIns="27305" vert="horz" anchor="t">
            <a:spAutoFit/>
          </a:bodyPr>
          <a:lstStyle/>
          <a:p>
            <a:pPr marL="0" indent="0" rtl="0" algn="l" defTabSz="914400" eaLnBrk="1" latinLnBrk="0" hangingPunct="1">
              <a:buFontTx/>
              <a:buNone/>
            </a:pPr>
            <a:r>
              <a:rPr sz="1350" b="1">
                <a:solidFill>
                  <a:srgbClr val="13366B"/>
                </a:solidFill>
                <a:latin typeface="Poppins" charset="0"/>
                <a:ea typeface="NanumGothic" charset="0"/>
                <a:sym typeface="나눔고딕" charset="0"/>
              </a:rPr>
              <a:t>같은 memory mode의 U85에서 외부 write는 전체 beat의 0–4%. U65도 그 정도로 낮게 집계됐을 가능성이 높으나 U65 값은 미확인.</a:t>
            </a:r>
            <a:endParaRPr lang="ko-KR" altLang="en-US" sz="1350" b="1">
              <a:solidFill>
                <a:srgbClr val="13366B"/>
              </a:solidFill>
              <a:latin typeface="Poppins" charset="0"/>
              <a:ea typeface="NanumGothic" charset="0"/>
              <a:sym typeface="나눔고딕"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세부 분석 ① 외부 지연·동시성 — 실측 표</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18</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RNNoise U85 · 읽기 sweep(쓰기 250 고정) / 쓰기 sweep(읽기 500 고정) / MAXR (읽기 250·1000) · 사이클 = stock PMU TOTAL</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읽기 지연 1사이클당 77–92사이클, 쓰기는 6–12. MAXR 1에서는 지연 250→1000 구간 평균 민감도 944/963(왕복 횟수 아님).</a:t>
            </a:r>
          </a:p>
        </p:txBody>
      </p:sp>
      <p:sp>
        <p:nvSpPr>
          <p:cNvPr id="8" name="Rectangle 7"/>
          <p:cNvSpPr/>
          <p:nvPr/>
        </p:nvSpPr>
        <p:spPr>
          <a:xfrm>
            <a:off x="502920" y="1783080"/>
            <a:ext cx="73152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37943"/>
            <a:ext cx="512064"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MAC</a:t>
            </a:r>
          </a:p>
        </p:txBody>
      </p:sp>
      <p:sp>
        <p:nvSpPr>
          <p:cNvPr id="10" name="Rectangle 9"/>
          <p:cNvSpPr/>
          <p:nvPr/>
        </p:nvSpPr>
        <p:spPr>
          <a:xfrm>
            <a:off x="1234440"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44168"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R=0</a:t>
            </a:r>
          </a:p>
        </p:txBody>
      </p:sp>
      <p:sp>
        <p:nvSpPr>
          <p:cNvPr id="12" name="Rectangle 11"/>
          <p:cNvSpPr/>
          <p:nvPr/>
        </p:nvSpPr>
        <p:spPr>
          <a:xfrm>
            <a:off x="2267712"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0"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R=125</a:t>
            </a:r>
          </a:p>
        </p:txBody>
      </p:sp>
      <p:sp>
        <p:nvSpPr>
          <p:cNvPr id="14" name="Rectangle 13"/>
          <p:cNvSpPr/>
          <p:nvPr/>
        </p:nvSpPr>
        <p:spPr>
          <a:xfrm>
            <a:off x="3300984"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10712"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R=250</a:t>
            </a:r>
          </a:p>
        </p:txBody>
      </p:sp>
      <p:sp>
        <p:nvSpPr>
          <p:cNvPr id="16" name="Rectangle 15"/>
          <p:cNvSpPr/>
          <p:nvPr/>
        </p:nvSpPr>
        <p:spPr>
          <a:xfrm>
            <a:off x="4334256"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43984"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R=500</a:t>
            </a:r>
          </a:p>
        </p:txBody>
      </p:sp>
      <p:sp>
        <p:nvSpPr>
          <p:cNvPr id="18" name="Rectangle 17"/>
          <p:cNvSpPr/>
          <p:nvPr/>
        </p:nvSpPr>
        <p:spPr>
          <a:xfrm>
            <a:off x="5367528"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77256"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R=1000</a:t>
            </a:r>
          </a:p>
        </p:txBody>
      </p:sp>
      <p:sp>
        <p:nvSpPr>
          <p:cNvPr id="20" name="Rectangle 19"/>
          <p:cNvSpPr/>
          <p:nvPr/>
        </p:nvSpPr>
        <p:spPr>
          <a:xfrm>
            <a:off x="6400800"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W=0</a:t>
            </a:r>
          </a:p>
        </p:txBody>
      </p:sp>
      <p:sp>
        <p:nvSpPr>
          <p:cNvPr id="22" name="Rectangle 21"/>
          <p:cNvSpPr/>
          <p:nvPr/>
        </p:nvSpPr>
        <p:spPr>
          <a:xfrm>
            <a:off x="7434071"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43799"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W=125</a:t>
            </a:r>
          </a:p>
        </p:txBody>
      </p:sp>
      <p:sp>
        <p:nvSpPr>
          <p:cNvPr id="24" name="Rectangle 23"/>
          <p:cNvSpPr/>
          <p:nvPr/>
        </p:nvSpPr>
        <p:spPr>
          <a:xfrm>
            <a:off x="8467343"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77071"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W=250</a:t>
            </a:r>
          </a:p>
        </p:txBody>
      </p:sp>
      <p:sp>
        <p:nvSpPr>
          <p:cNvPr id="26" name="Rectangle 25"/>
          <p:cNvSpPr/>
          <p:nvPr/>
        </p:nvSpPr>
        <p:spPr>
          <a:xfrm>
            <a:off x="9500615"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10343"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W=500</a:t>
            </a:r>
          </a:p>
        </p:txBody>
      </p:sp>
      <p:sp>
        <p:nvSpPr>
          <p:cNvPr id="28" name="Rectangle 27"/>
          <p:cNvSpPr/>
          <p:nvPr/>
        </p:nvSpPr>
        <p:spPr>
          <a:xfrm>
            <a:off x="10533887" y="1783080"/>
            <a:ext cx="1033271"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43615" y="1837943"/>
            <a:ext cx="813815"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C(0,0)</a:t>
            </a:r>
          </a:p>
        </p:txBody>
      </p:sp>
      <p:sp>
        <p:nvSpPr>
          <p:cNvPr id="30" name="Rectangle 29"/>
          <p:cNvSpPr/>
          <p:nvPr/>
        </p:nvSpPr>
        <p:spPr>
          <a:xfrm>
            <a:off x="502920" y="2148840"/>
            <a:ext cx="73152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 y="2194560"/>
            <a:ext cx="512064"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256</a:t>
            </a:r>
          </a:p>
        </p:txBody>
      </p:sp>
      <p:sp>
        <p:nvSpPr>
          <p:cNvPr id="32" name="Rectangle 31"/>
          <p:cNvSpPr/>
          <p:nvPr/>
        </p:nvSpPr>
        <p:spPr>
          <a:xfrm>
            <a:off x="1234440"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44168"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22,086</a:t>
            </a:r>
          </a:p>
        </p:txBody>
      </p:sp>
      <p:sp>
        <p:nvSpPr>
          <p:cNvPr id="34" name="Rectangle 33"/>
          <p:cNvSpPr/>
          <p:nvPr/>
        </p:nvSpPr>
        <p:spPr>
          <a:xfrm>
            <a:off x="2267712"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77440"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27,086</a:t>
            </a:r>
          </a:p>
        </p:txBody>
      </p:sp>
      <p:sp>
        <p:nvSpPr>
          <p:cNvPr id="36" name="Rectangle 35"/>
          <p:cNvSpPr/>
          <p:nvPr/>
        </p:nvSpPr>
        <p:spPr>
          <a:xfrm>
            <a:off x="3300984"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10712"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36,086</a:t>
            </a:r>
          </a:p>
        </p:txBody>
      </p:sp>
      <p:sp>
        <p:nvSpPr>
          <p:cNvPr id="38" name="Rectangle 37"/>
          <p:cNvSpPr/>
          <p:nvPr/>
        </p:nvSpPr>
        <p:spPr>
          <a:xfrm>
            <a:off x="4334256"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43984"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62,086</a:t>
            </a:r>
          </a:p>
        </p:txBody>
      </p:sp>
      <p:sp>
        <p:nvSpPr>
          <p:cNvPr id="40" name="Rectangle 39"/>
          <p:cNvSpPr/>
          <p:nvPr/>
        </p:nvSpPr>
        <p:spPr>
          <a:xfrm>
            <a:off x="5367528"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77256"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114,086</a:t>
            </a:r>
          </a:p>
        </p:txBody>
      </p:sp>
      <p:sp>
        <p:nvSpPr>
          <p:cNvPr id="42" name="Rectangle 41"/>
          <p:cNvSpPr/>
          <p:nvPr/>
        </p:nvSpPr>
        <p:spPr>
          <a:xfrm>
            <a:off x="6400800"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10528"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59,086</a:t>
            </a:r>
          </a:p>
        </p:txBody>
      </p:sp>
      <p:sp>
        <p:nvSpPr>
          <p:cNvPr id="44" name="Rectangle 43"/>
          <p:cNvSpPr/>
          <p:nvPr/>
        </p:nvSpPr>
        <p:spPr>
          <a:xfrm>
            <a:off x="7434071"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43799"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60,086</a:t>
            </a:r>
          </a:p>
        </p:txBody>
      </p:sp>
      <p:sp>
        <p:nvSpPr>
          <p:cNvPr id="46" name="Rectangle 45"/>
          <p:cNvSpPr/>
          <p:nvPr/>
        </p:nvSpPr>
        <p:spPr>
          <a:xfrm>
            <a:off x="8467343"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77071"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62,086</a:t>
            </a:r>
          </a:p>
        </p:txBody>
      </p:sp>
      <p:sp>
        <p:nvSpPr>
          <p:cNvPr id="48" name="Rectangle 47"/>
          <p:cNvSpPr/>
          <p:nvPr/>
        </p:nvSpPr>
        <p:spPr>
          <a:xfrm>
            <a:off x="9500615"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10343"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64,086</a:t>
            </a:r>
          </a:p>
        </p:txBody>
      </p:sp>
      <p:sp>
        <p:nvSpPr>
          <p:cNvPr id="50" name="Rectangle 49"/>
          <p:cNvSpPr/>
          <p:nvPr/>
        </p:nvSpPr>
        <p:spPr>
          <a:xfrm>
            <a:off x="10533887" y="2148840"/>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643615" y="2194560"/>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21,086</a:t>
            </a:r>
          </a:p>
        </p:txBody>
      </p:sp>
      <p:sp>
        <p:nvSpPr>
          <p:cNvPr id="52" name="Rectangle 51"/>
          <p:cNvSpPr/>
          <p:nvPr/>
        </p:nvSpPr>
        <p:spPr>
          <a:xfrm>
            <a:off x="502920" y="2441448"/>
            <a:ext cx="73152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2648" y="2487168"/>
            <a:ext cx="512064"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512</a:t>
            </a:r>
          </a:p>
        </p:txBody>
      </p:sp>
      <p:sp>
        <p:nvSpPr>
          <p:cNvPr id="54" name="Rectangle 53"/>
          <p:cNvSpPr/>
          <p:nvPr/>
        </p:nvSpPr>
        <p:spPr>
          <a:xfrm>
            <a:off x="1234440"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344168"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19,086</a:t>
            </a:r>
          </a:p>
        </p:txBody>
      </p:sp>
      <p:sp>
        <p:nvSpPr>
          <p:cNvPr id="56" name="Rectangle 55"/>
          <p:cNvSpPr/>
          <p:nvPr/>
        </p:nvSpPr>
        <p:spPr>
          <a:xfrm>
            <a:off x="2267712"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377440"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24,086</a:t>
            </a:r>
          </a:p>
        </p:txBody>
      </p:sp>
      <p:sp>
        <p:nvSpPr>
          <p:cNvPr id="58" name="Rectangle 57"/>
          <p:cNvSpPr/>
          <p:nvPr/>
        </p:nvSpPr>
        <p:spPr>
          <a:xfrm>
            <a:off x="3300984"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10712"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32,086</a:t>
            </a:r>
          </a:p>
        </p:txBody>
      </p:sp>
      <p:sp>
        <p:nvSpPr>
          <p:cNvPr id="60" name="Rectangle 59"/>
          <p:cNvSpPr/>
          <p:nvPr/>
        </p:nvSpPr>
        <p:spPr>
          <a:xfrm>
            <a:off x="4334256"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43984"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55,086</a:t>
            </a:r>
          </a:p>
        </p:txBody>
      </p:sp>
      <p:sp>
        <p:nvSpPr>
          <p:cNvPr id="62" name="Rectangle 61"/>
          <p:cNvSpPr/>
          <p:nvPr/>
        </p:nvSpPr>
        <p:spPr>
          <a:xfrm>
            <a:off x="5367528"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77256"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99,086</a:t>
            </a:r>
          </a:p>
        </p:txBody>
      </p:sp>
      <p:sp>
        <p:nvSpPr>
          <p:cNvPr id="64" name="Rectangle 63"/>
          <p:cNvSpPr/>
          <p:nvPr/>
        </p:nvSpPr>
        <p:spPr>
          <a:xfrm>
            <a:off x="6400800"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10528"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53,086</a:t>
            </a:r>
          </a:p>
        </p:txBody>
      </p:sp>
      <p:sp>
        <p:nvSpPr>
          <p:cNvPr id="66" name="Rectangle 65"/>
          <p:cNvSpPr/>
          <p:nvPr/>
        </p:nvSpPr>
        <p:spPr>
          <a:xfrm>
            <a:off x="7434071"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543799"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53,086</a:t>
            </a:r>
          </a:p>
        </p:txBody>
      </p:sp>
      <p:sp>
        <p:nvSpPr>
          <p:cNvPr id="68" name="Rectangle 67"/>
          <p:cNvSpPr/>
          <p:nvPr/>
        </p:nvSpPr>
        <p:spPr>
          <a:xfrm>
            <a:off x="8467343"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77071"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55,086</a:t>
            </a:r>
          </a:p>
        </p:txBody>
      </p:sp>
      <p:sp>
        <p:nvSpPr>
          <p:cNvPr id="70" name="Rectangle 69"/>
          <p:cNvSpPr/>
          <p:nvPr/>
        </p:nvSpPr>
        <p:spPr>
          <a:xfrm>
            <a:off x="9500615"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10343"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56,086</a:t>
            </a:r>
          </a:p>
        </p:txBody>
      </p:sp>
      <p:sp>
        <p:nvSpPr>
          <p:cNvPr id="72" name="Rectangle 71"/>
          <p:cNvSpPr/>
          <p:nvPr/>
        </p:nvSpPr>
        <p:spPr>
          <a:xfrm>
            <a:off x="10533887" y="2441448"/>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643615" y="2487168"/>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16,086</a:t>
            </a:r>
          </a:p>
        </p:txBody>
      </p:sp>
      <p:sp>
        <p:nvSpPr>
          <p:cNvPr id="74" name="Rectangle 73"/>
          <p:cNvSpPr/>
          <p:nvPr/>
        </p:nvSpPr>
        <p:spPr>
          <a:xfrm>
            <a:off x="502920" y="2734056"/>
            <a:ext cx="73152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12648" y="2779775"/>
            <a:ext cx="512064"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1024</a:t>
            </a:r>
          </a:p>
        </p:txBody>
      </p:sp>
      <p:sp>
        <p:nvSpPr>
          <p:cNvPr id="76" name="Rectangle 75"/>
          <p:cNvSpPr/>
          <p:nvPr/>
        </p:nvSpPr>
        <p:spPr>
          <a:xfrm>
            <a:off x="1234440"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344168"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14,086</a:t>
            </a:r>
          </a:p>
        </p:txBody>
      </p:sp>
      <p:sp>
        <p:nvSpPr>
          <p:cNvPr id="78" name="Rectangle 77"/>
          <p:cNvSpPr/>
          <p:nvPr/>
        </p:nvSpPr>
        <p:spPr>
          <a:xfrm>
            <a:off x="2267712"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377440"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20,086</a:t>
            </a:r>
          </a:p>
        </p:txBody>
      </p:sp>
      <p:sp>
        <p:nvSpPr>
          <p:cNvPr id="80" name="Rectangle 79"/>
          <p:cNvSpPr/>
          <p:nvPr/>
        </p:nvSpPr>
        <p:spPr>
          <a:xfrm>
            <a:off x="3300984"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410712"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30,086</a:t>
            </a:r>
          </a:p>
        </p:txBody>
      </p:sp>
      <p:sp>
        <p:nvSpPr>
          <p:cNvPr id="82" name="Rectangle 81"/>
          <p:cNvSpPr/>
          <p:nvPr/>
        </p:nvSpPr>
        <p:spPr>
          <a:xfrm>
            <a:off x="4334256"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443984"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49,086</a:t>
            </a:r>
          </a:p>
        </p:txBody>
      </p:sp>
      <p:sp>
        <p:nvSpPr>
          <p:cNvPr id="84" name="Rectangle 83"/>
          <p:cNvSpPr/>
          <p:nvPr/>
        </p:nvSpPr>
        <p:spPr>
          <a:xfrm>
            <a:off x="5367528"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77256"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91,086</a:t>
            </a:r>
          </a:p>
        </p:txBody>
      </p:sp>
      <p:sp>
        <p:nvSpPr>
          <p:cNvPr id="86" name="Rectangle 85"/>
          <p:cNvSpPr/>
          <p:nvPr/>
        </p:nvSpPr>
        <p:spPr>
          <a:xfrm>
            <a:off x="6400800"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510528"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46,086</a:t>
            </a:r>
          </a:p>
        </p:txBody>
      </p:sp>
      <p:sp>
        <p:nvSpPr>
          <p:cNvPr id="88" name="Rectangle 87"/>
          <p:cNvSpPr/>
          <p:nvPr/>
        </p:nvSpPr>
        <p:spPr>
          <a:xfrm>
            <a:off x="7434071"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543799"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49,086</a:t>
            </a:r>
          </a:p>
        </p:txBody>
      </p:sp>
      <p:sp>
        <p:nvSpPr>
          <p:cNvPr id="90" name="Rectangle 89"/>
          <p:cNvSpPr/>
          <p:nvPr/>
        </p:nvSpPr>
        <p:spPr>
          <a:xfrm>
            <a:off x="8467343"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577071"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49,086</a:t>
            </a:r>
          </a:p>
        </p:txBody>
      </p:sp>
      <p:sp>
        <p:nvSpPr>
          <p:cNvPr id="92" name="Rectangle 91"/>
          <p:cNvSpPr/>
          <p:nvPr/>
        </p:nvSpPr>
        <p:spPr>
          <a:xfrm>
            <a:off x="9500615"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610343"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52,086</a:t>
            </a:r>
          </a:p>
        </p:txBody>
      </p:sp>
      <p:sp>
        <p:nvSpPr>
          <p:cNvPr id="94" name="Rectangle 93"/>
          <p:cNvSpPr/>
          <p:nvPr/>
        </p:nvSpPr>
        <p:spPr>
          <a:xfrm>
            <a:off x="10533887" y="2734056"/>
            <a:ext cx="1033271"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643615" y="2779775"/>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11,086</a:t>
            </a:r>
          </a:p>
        </p:txBody>
      </p:sp>
      <p:sp>
        <p:nvSpPr>
          <p:cNvPr id="96" name="Rectangle 95"/>
          <p:cNvSpPr/>
          <p:nvPr/>
        </p:nvSpPr>
        <p:spPr>
          <a:xfrm>
            <a:off x="502920" y="3026663"/>
            <a:ext cx="73152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12648" y="3072383"/>
            <a:ext cx="512064"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2048</a:t>
            </a:r>
          </a:p>
        </p:txBody>
      </p:sp>
      <p:sp>
        <p:nvSpPr>
          <p:cNvPr id="98" name="Rectangle 97"/>
          <p:cNvSpPr/>
          <p:nvPr/>
        </p:nvSpPr>
        <p:spPr>
          <a:xfrm>
            <a:off x="1234440"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344168"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14,086</a:t>
            </a:r>
          </a:p>
        </p:txBody>
      </p:sp>
      <p:sp>
        <p:nvSpPr>
          <p:cNvPr id="100" name="Rectangle 99"/>
          <p:cNvSpPr/>
          <p:nvPr/>
        </p:nvSpPr>
        <p:spPr>
          <a:xfrm>
            <a:off x="2267712"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377440"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21,086</a:t>
            </a:r>
          </a:p>
        </p:txBody>
      </p:sp>
      <p:sp>
        <p:nvSpPr>
          <p:cNvPr id="102" name="Rectangle 101"/>
          <p:cNvSpPr/>
          <p:nvPr/>
        </p:nvSpPr>
        <p:spPr>
          <a:xfrm>
            <a:off x="3300984"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410712"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31,086</a:t>
            </a:r>
          </a:p>
        </p:txBody>
      </p:sp>
      <p:sp>
        <p:nvSpPr>
          <p:cNvPr id="104" name="Rectangle 103"/>
          <p:cNvSpPr/>
          <p:nvPr/>
        </p:nvSpPr>
        <p:spPr>
          <a:xfrm>
            <a:off x="4334256"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443984"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54,086</a:t>
            </a:r>
          </a:p>
        </p:txBody>
      </p:sp>
      <p:sp>
        <p:nvSpPr>
          <p:cNvPr id="106" name="Rectangle 105"/>
          <p:cNvSpPr/>
          <p:nvPr/>
        </p:nvSpPr>
        <p:spPr>
          <a:xfrm>
            <a:off x="5367528"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477256"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100,086</a:t>
            </a:r>
          </a:p>
        </p:txBody>
      </p:sp>
      <p:sp>
        <p:nvSpPr>
          <p:cNvPr id="108" name="Rectangle 107"/>
          <p:cNvSpPr/>
          <p:nvPr/>
        </p:nvSpPr>
        <p:spPr>
          <a:xfrm>
            <a:off x="6400800"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510528"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51,086</a:t>
            </a:r>
          </a:p>
        </p:txBody>
      </p:sp>
      <p:sp>
        <p:nvSpPr>
          <p:cNvPr id="110" name="Rectangle 109"/>
          <p:cNvSpPr/>
          <p:nvPr/>
        </p:nvSpPr>
        <p:spPr>
          <a:xfrm>
            <a:off x="7434071"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543799"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52,086</a:t>
            </a:r>
          </a:p>
        </p:txBody>
      </p:sp>
      <p:sp>
        <p:nvSpPr>
          <p:cNvPr id="112" name="Rectangle 111"/>
          <p:cNvSpPr/>
          <p:nvPr/>
        </p:nvSpPr>
        <p:spPr>
          <a:xfrm>
            <a:off x="8467343"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577071"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54,086</a:t>
            </a:r>
          </a:p>
        </p:txBody>
      </p:sp>
      <p:sp>
        <p:nvSpPr>
          <p:cNvPr id="114" name="Rectangle 113"/>
          <p:cNvSpPr/>
          <p:nvPr/>
        </p:nvSpPr>
        <p:spPr>
          <a:xfrm>
            <a:off x="9500615"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610343"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55,086</a:t>
            </a:r>
          </a:p>
        </p:txBody>
      </p:sp>
      <p:sp>
        <p:nvSpPr>
          <p:cNvPr id="116" name="Rectangle 115"/>
          <p:cNvSpPr/>
          <p:nvPr/>
        </p:nvSpPr>
        <p:spPr>
          <a:xfrm>
            <a:off x="10533887" y="3026663"/>
            <a:ext cx="1033271"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0643615" y="3072383"/>
            <a:ext cx="813815" cy="201168"/>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11,086</a:t>
            </a:r>
          </a:p>
        </p:txBody>
      </p:sp>
      <p:sp>
        <p:nvSpPr>
          <p:cNvPr id="118" name="Rectangle 117"/>
          <p:cNvSpPr/>
          <p:nvPr/>
        </p:nvSpPr>
        <p:spPr>
          <a:xfrm>
            <a:off x="502920" y="3429000"/>
            <a:ext cx="118872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12648" y="3483864"/>
            <a:ext cx="969264"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MAXR</a:t>
            </a:r>
          </a:p>
        </p:txBody>
      </p:sp>
      <p:sp>
        <p:nvSpPr>
          <p:cNvPr id="120" name="Rectangle 119"/>
          <p:cNvSpPr/>
          <p:nvPr/>
        </p:nvSpPr>
        <p:spPr>
          <a:xfrm>
            <a:off x="1691640" y="3429000"/>
            <a:ext cx="210312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801368" y="3483864"/>
            <a:ext cx="1883663"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256: C(250) / C(1000)</a:t>
            </a:r>
          </a:p>
        </p:txBody>
      </p:sp>
      <p:sp>
        <p:nvSpPr>
          <p:cNvPr id="122" name="Rectangle 121"/>
          <p:cNvSpPr/>
          <p:nvPr/>
        </p:nvSpPr>
        <p:spPr>
          <a:xfrm>
            <a:off x="3794760" y="3429000"/>
            <a:ext cx="210312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904488" y="3483864"/>
            <a:ext cx="1883663"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512: C(250) / C(1000)</a:t>
            </a:r>
          </a:p>
        </p:txBody>
      </p:sp>
      <p:sp>
        <p:nvSpPr>
          <p:cNvPr id="124" name="Rectangle 123"/>
          <p:cNvSpPr/>
          <p:nvPr/>
        </p:nvSpPr>
        <p:spPr>
          <a:xfrm>
            <a:off x="502920" y="3794760"/>
            <a:ext cx="11887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12648" y="3840480"/>
            <a:ext cx="969264"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a:t>
            </a:r>
          </a:p>
        </p:txBody>
      </p:sp>
      <p:sp>
        <p:nvSpPr>
          <p:cNvPr id="126" name="Rectangle 125"/>
          <p:cNvSpPr/>
          <p:nvPr/>
        </p:nvSpPr>
        <p:spPr>
          <a:xfrm>
            <a:off x="1691640" y="3794760"/>
            <a:ext cx="21031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801368" y="3840480"/>
            <a:ext cx="1883663"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243,086 / 951,086</a:t>
            </a:r>
          </a:p>
        </p:txBody>
      </p:sp>
      <p:sp>
        <p:nvSpPr>
          <p:cNvPr id="128" name="Rectangle 127"/>
          <p:cNvSpPr/>
          <p:nvPr/>
        </p:nvSpPr>
        <p:spPr>
          <a:xfrm>
            <a:off x="3794760" y="3794760"/>
            <a:ext cx="21031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904488" y="3840480"/>
            <a:ext cx="1883663"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247,086 / 969,086</a:t>
            </a:r>
          </a:p>
        </p:txBody>
      </p:sp>
      <p:sp>
        <p:nvSpPr>
          <p:cNvPr id="130" name="Rectangle 129"/>
          <p:cNvSpPr/>
          <p:nvPr/>
        </p:nvSpPr>
        <p:spPr>
          <a:xfrm>
            <a:off x="502920" y="4078224"/>
            <a:ext cx="11887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12648" y="4123944"/>
            <a:ext cx="969264"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4</a:t>
            </a:r>
          </a:p>
        </p:txBody>
      </p:sp>
      <p:sp>
        <p:nvSpPr>
          <p:cNvPr id="132" name="Rectangle 131"/>
          <p:cNvSpPr/>
          <p:nvPr/>
        </p:nvSpPr>
        <p:spPr>
          <a:xfrm>
            <a:off x="1691640" y="4078224"/>
            <a:ext cx="21031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801368" y="4123944"/>
            <a:ext cx="1883663"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68,086 / 250,086</a:t>
            </a:r>
          </a:p>
        </p:txBody>
      </p:sp>
      <p:sp>
        <p:nvSpPr>
          <p:cNvPr id="134" name="Rectangle 133"/>
          <p:cNvSpPr/>
          <p:nvPr/>
        </p:nvSpPr>
        <p:spPr>
          <a:xfrm>
            <a:off x="3794760" y="4078224"/>
            <a:ext cx="21031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904488" y="4123944"/>
            <a:ext cx="1883663"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70,086 / 254,086</a:t>
            </a:r>
          </a:p>
        </p:txBody>
      </p:sp>
      <p:sp>
        <p:nvSpPr>
          <p:cNvPr id="136" name="Rectangle 135"/>
          <p:cNvSpPr/>
          <p:nvPr/>
        </p:nvSpPr>
        <p:spPr>
          <a:xfrm>
            <a:off x="502920" y="4361688"/>
            <a:ext cx="11887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12648" y="4407407"/>
            <a:ext cx="969264"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16</a:t>
            </a:r>
          </a:p>
        </p:txBody>
      </p:sp>
      <p:sp>
        <p:nvSpPr>
          <p:cNvPr id="138" name="Rectangle 137"/>
          <p:cNvSpPr/>
          <p:nvPr/>
        </p:nvSpPr>
        <p:spPr>
          <a:xfrm>
            <a:off x="1691640" y="4361688"/>
            <a:ext cx="21031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801368" y="4407407"/>
            <a:ext cx="1883663"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36,086 / 113,086</a:t>
            </a:r>
          </a:p>
        </p:txBody>
      </p:sp>
      <p:sp>
        <p:nvSpPr>
          <p:cNvPr id="140" name="Rectangle 139"/>
          <p:cNvSpPr/>
          <p:nvPr/>
        </p:nvSpPr>
        <p:spPr>
          <a:xfrm>
            <a:off x="3794760" y="4361688"/>
            <a:ext cx="21031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904488" y="4407407"/>
            <a:ext cx="1883663"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34,086 / 106,086</a:t>
            </a:r>
          </a:p>
        </p:txBody>
      </p:sp>
      <p:sp>
        <p:nvSpPr>
          <p:cNvPr id="142" name="Rectangle 141"/>
          <p:cNvSpPr/>
          <p:nvPr/>
        </p:nvSpPr>
        <p:spPr>
          <a:xfrm>
            <a:off x="502920" y="4645151"/>
            <a:ext cx="11887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612648" y="4690871"/>
            <a:ext cx="969264"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63 = 64 = 0</a:t>
            </a:r>
          </a:p>
        </p:txBody>
      </p:sp>
      <p:sp>
        <p:nvSpPr>
          <p:cNvPr id="144" name="Rectangle 143"/>
          <p:cNvSpPr/>
          <p:nvPr/>
        </p:nvSpPr>
        <p:spPr>
          <a:xfrm>
            <a:off x="1691640" y="4645151"/>
            <a:ext cx="21031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801368" y="4690871"/>
            <a:ext cx="1883663"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36,086 / 113,086</a:t>
            </a:r>
          </a:p>
        </p:txBody>
      </p:sp>
      <p:sp>
        <p:nvSpPr>
          <p:cNvPr id="146" name="Rectangle 145"/>
          <p:cNvSpPr/>
          <p:nvPr/>
        </p:nvSpPr>
        <p:spPr>
          <a:xfrm>
            <a:off x="3794760" y="4645151"/>
            <a:ext cx="21031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3904488" y="4690871"/>
            <a:ext cx="1883663" cy="192024"/>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32,086 / 99,086</a:t>
            </a:r>
          </a:p>
        </p:txBody>
      </p:sp>
      <p:sp>
        <p:nvSpPr>
          <p:cNvPr id="148" name="Rectangle 147"/>
          <p:cNvSpPr/>
          <p:nvPr/>
        </p:nvSpPr>
        <p:spPr>
          <a:xfrm>
            <a:off x="5852160" y="3429000"/>
            <a:ext cx="155448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961888" y="3483864"/>
            <a:ext cx="1335024" cy="274320"/>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예측 검증 (읽기 L·쓰기 L/2)</a:t>
            </a:r>
          </a:p>
        </p:txBody>
      </p:sp>
      <p:sp>
        <p:nvSpPr>
          <p:cNvPr id="150" name="Rectangle 149"/>
          <p:cNvSpPr/>
          <p:nvPr/>
        </p:nvSpPr>
        <p:spPr>
          <a:xfrm>
            <a:off x="7406640" y="3429000"/>
            <a:ext cx="118872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516367" y="3483864"/>
            <a:ext cx="969264" cy="274320"/>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실측 375 / 750</a:t>
            </a:r>
          </a:p>
        </p:txBody>
      </p:sp>
      <p:sp>
        <p:nvSpPr>
          <p:cNvPr id="152" name="Rectangle 151"/>
          <p:cNvSpPr/>
          <p:nvPr/>
        </p:nvSpPr>
        <p:spPr>
          <a:xfrm>
            <a:off x="8595360" y="3429000"/>
            <a:ext cx="118872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705088" y="3483864"/>
            <a:ext cx="969264" cy="274320"/>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M1 선형 ±5%</a:t>
            </a:r>
          </a:p>
        </p:txBody>
      </p:sp>
      <p:sp>
        <p:nvSpPr>
          <p:cNvPr id="154" name="Rectangle 153"/>
          <p:cNvSpPr/>
          <p:nvPr/>
        </p:nvSpPr>
        <p:spPr>
          <a:xfrm>
            <a:off x="9784080" y="3429000"/>
            <a:ext cx="118872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893808" y="3483864"/>
            <a:ext cx="969264" cy="274320"/>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M2 보간 ±2%</a:t>
            </a:r>
          </a:p>
        </p:txBody>
      </p:sp>
      <p:sp>
        <p:nvSpPr>
          <p:cNvPr id="156" name="Rectangle 155"/>
          <p:cNvSpPr/>
          <p:nvPr/>
        </p:nvSpPr>
        <p:spPr>
          <a:xfrm>
            <a:off x="10972800" y="3429000"/>
            <a:ext cx="12801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1082528" y="3483864"/>
            <a:ext cx="1060704" cy="274320"/>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판정</a:t>
            </a:r>
          </a:p>
        </p:txBody>
      </p:sp>
      <p:sp>
        <p:nvSpPr>
          <p:cNvPr id="158" name="Rectangle 157"/>
          <p:cNvSpPr/>
          <p:nvPr/>
        </p:nvSpPr>
        <p:spPr>
          <a:xfrm>
            <a:off x="5852160" y="3794760"/>
            <a:ext cx="155448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961888" y="3840480"/>
            <a:ext cx="13350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256</a:t>
            </a:r>
          </a:p>
        </p:txBody>
      </p:sp>
      <p:sp>
        <p:nvSpPr>
          <p:cNvPr id="160" name="Rectangle 159"/>
          <p:cNvSpPr/>
          <p:nvPr/>
        </p:nvSpPr>
        <p:spPr>
          <a:xfrm>
            <a:off x="7406640" y="3794760"/>
            <a:ext cx="11887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7516367" y="3840480"/>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49,086 / 87,086</a:t>
            </a:r>
          </a:p>
        </p:txBody>
      </p:sp>
      <p:sp>
        <p:nvSpPr>
          <p:cNvPr id="162" name="Rectangle 161"/>
          <p:cNvSpPr/>
          <p:nvPr/>
        </p:nvSpPr>
        <p:spPr>
          <a:xfrm>
            <a:off x="8595360" y="3794760"/>
            <a:ext cx="11887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705088" y="3840480"/>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52,757 / 89,229</a:t>
            </a:r>
          </a:p>
        </p:txBody>
      </p:sp>
      <p:sp>
        <p:nvSpPr>
          <p:cNvPr id="164" name="Rectangle 163"/>
          <p:cNvSpPr/>
          <p:nvPr/>
        </p:nvSpPr>
        <p:spPr>
          <a:xfrm>
            <a:off x="9784080" y="3794760"/>
            <a:ext cx="11887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893808" y="3840480"/>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49,086 / 89,086</a:t>
            </a:r>
          </a:p>
        </p:txBody>
      </p:sp>
      <p:sp>
        <p:nvSpPr>
          <p:cNvPr id="166" name="Rectangle 165"/>
          <p:cNvSpPr/>
          <p:nvPr/>
        </p:nvSpPr>
        <p:spPr>
          <a:xfrm>
            <a:off x="10972800" y="3794760"/>
            <a:ext cx="128016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1082528" y="3840480"/>
            <a:ext cx="10607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NEITHER</a:t>
            </a:r>
          </a:p>
        </p:txBody>
      </p:sp>
      <p:sp>
        <p:nvSpPr>
          <p:cNvPr id="168" name="Rectangle 167"/>
          <p:cNvSpPr/>
          <p:nvPr/>
        </p:nvSpPr>
        <p:spPr>
          <a:xfrm>
            <a:off x="5852160" y="4078224"/>
            <a:ext cx="155448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5961888" y="4123944"/>
            <a:ext cx="13350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512</a:t>
            </a:r>
          </a:p>
        </p:txBody>
      </p:sp>
      <p:sp>
        <p:nvSpPr>
          <p:cNvPr id="170" name="Rectangle 169"/>
          <p:cNvSpPr/>
          <p:nvPr/>
        </p:nvSpPr>
        <p:spPr>
          <a:xfrm>
            <a:off x="7406640" y="4078224"/>
            <a:ext cx="11887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7516367" y="4123944"/>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42,086 / 75,086</a:t>
            </a:r>
          </a:p>
        </p:txBody>
      </p:sp>
      <p:sp>
        <p:nvSpPr>
          <p:cNvPr id="172" name="Rectangle 171"/>
          <p:cNvSpPr/>
          <p:nvPr/>
        </p:nvSpPr>
        <p:spPr>
          <a:xfrm>
            <a:off x="8595360" y="4078224"/>
            <a:ext cx="11887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8705088" y="4123944"/>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45,415 / 77,943</a:t>
            </a:r>
          </a:p>
        </p:txBody>
      </p:sp>
      <p:sp>
        <p:nvSpPr>
          <p:cNvPr id="174" name="Rectangle 173"/>
          <p:cNvSpPr/>
          <p:nvPr/>
        </p:nvSpPr>
        <p:spPr>
          <a:xfrm>
            <a:off x="9784080" y="4078224"/>
            <a:ext cx="11887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9893808" y="4123944"/>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43,086 / 78,086</a:t>
            </a:r>
          </a:p>
        </p:txBody>
      </p:sp>
      <p:sp>
        <p:nvSpPr>
          <p:cNvPr id="176" name="Rectangle 175"/>
          <p:cNvSpPr/>
          <p:nvPr/>
        </p:nvSpPr>
        <p:spPr>
          <a:xfrm>
            <a:off x="10972800" y="4078224"/>
            <a:ext cx="128016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11082528" y="4123944"/>
            <a:ext cx="10607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NEITHER</a:t>
            </a:r>
          </a:p>
        </p:txBody>
      </p:sp>
      <p:sp>
        <p:nvSpPr>
          <p:cNvPr id="178" name="Rectangle 177"/>
          <p:cNvSpPr/>
          <p:nvPr/>
        </p:nvSpPr>
        <p:spPr>
          <a:xfrm>
            <a:off x="5852160" y="4361688"/>
            <a:ext cx="155448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961888" y="4407407"/>
            <a:ext cx="13350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1024</a:t>
            </a:r>
          </a:p>
        </p:txBody>
      </p:sp>
      <p:sp>
        <p:nvSpPr>
          <p:cNvPr id="180" name="Rectangle 179"/>
          <p:cNvSpPr/>
          <p:nvPr/>
        </p:nvSpPr>
        <p:spPr>
          <a:xfrm>
            <a:off x="7406640" y="4361688"/>
            <a:ext cx="11887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7516367" y="4407407"/>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39,086 / 69,086</a:t>
            </a:r>
          </a:p>
        </p:txBody>
      </p:sp>
      <p:sp>
        <p:nvSpPr>
          <p:cNvPr id="182" name="Rectangle 181"/>
          <p:cNvSpPr/>
          <p:nvPr/>
        </p:nvSpPr>
        <p:spPr>
          <a:xfrm>
            <a:off x="8595360" y="4361688"/>
            <a:ext cx="11887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8705088" y="4407407"/>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40,529 / 72,372</a:t>
            </a:r>
          </a:p>
        </p:txBody>
      </p:sp>
      <p:sp>
        <p:nvSpPr>
          <p:cNvPr id="184" name="Rectangle 183"/>
          <p:cNvSpPr/>
          <p:nvPr/>
        </p:nvSpPr>
        <p:spPr>
          <a:xfrm>
            <a:off x="9784080" y="4361688"/>
            <a:ext cx="11887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9893808" y="4407407"/>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38,586 / 72,086</a:t>
            </a:r>
          </a:p>
        </p:txBody>
      </p:sp>
      <p:sp>
        <p:nvSpPr>
          <p:cNvPr id="186" name="Rectangle 185"/>
          <p:cNvSpPr/>
          <p:nvPr/>
        </p:nvSpPr>
        <p:spPr>
          <a:xfrm>
            <a:off x="10972800" y="4361688"/>
            <a:ext cx="128016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1082528" y="4407407"/>
            <a:ext cx="10607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LINEAR_ADEQ.</a:t>
            </a:r>
          </a:p>
        </p:txBody>
      </p:sp>
      <p:sp>
        <p:nvSpPr>
          <p:cNvPr id="188" name="Rectangle 187"/>
          <p:cNvSpPr/>
          <p:nvPr/>
        </p:nvSpPr>
        <p:spPr>
          <a:xfrm>
            <a:off x="5852160" y="4645151"/>
            <a:ext cx="155448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5961888" y="4690871"/>
            <a:ext cx="13350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2048</a:t>
            </a:r>
          </a:p>
        </p:txBody>
      </p:sp>
      <p:sp>
        <p:nvSpPr>
          <p:cNvPr id="190" name="Rectangle 189"/>
          <p:cNvSpPr/>
          <p:nvPr/>
        </p:nvSpPr>
        <p:spPr>
          <a:xfrm>
            <a:off x="7406640" y="4645151"/>
            <a:ext cx="11887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7516367" y="4690871"/>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42,086 / 72,086</a:t>
            </a:r>
          </a:p>
        </p:txBody>
      </p:sp>
      <p:sp>
        <p:nvSpPr>
          <p:cNvPr id="192" name="Rectangle 191"/>
          <p:cNvSpPr/>
          <p:nvPr/>
        </p:nvSpPr>
        <p:spPr>
          <a:xfrm>
            <a:off x="8595360" y="4645151"/>
            <a:ext cx="11887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705088" y="4690871"/>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43,586 / 78,086</a:t>
            </a:r>
          </a:p>
        </p:txBody>
      </p:sp>
      <p:sp>
        <p:nvSpPr>
          <p:cNvPr id="194" name="Rectangle 193"/>
          <p:cNvSpPr/>
          <p:nvPr/>
        </p:nvSpPr>
        <p:spPr>
          <a:xfrm>
            <a:off x="9784080" y="4645151"/>
            <a:ext cx="11887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9893808" y="4690871"/>
            <a:ext cx="9692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42,086 / 78,086</a:t>
            </a:r>
          </a:p>
        </p:txBody>
      </p:sp>
      <p:sp>
        <p:nvSpPr>
          <p:cNvPr id="196" name="Rectangle 195"/>
          <p:cNvSpPr/>
          <p:nvPr/>
        </p:nvSpPr>
        <p:spPr>
          <a:xfrm>
            <a:off x="10972800" y="4645151"/>
            <a:ext cx="128016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11082528" y="4690871"/>
            <a:ext cx="10607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NEITHER</a:t>
            </a:r>
          </a:p>
        </p:txBody>
      </p:sp>
      <p:sp>
        <p:nvSpPr>
          <p:cNvPr id="198" name="TextBox 197"/>
          <p:cNvSpPr txBox="1"/>
          <p:nvPr/>
        </p:nvSpPr>
        <p:spPr>
          <a:xfrm>
            <a:off x="594360" y="5029200"/>
            <a:ext cx="11064240" cy="685800"/>
          </a:xfrm>
          <a:prstGeom prst="rect">
            <a:avLst/>
          </a:prstGeom>
          <a:noFill/>
        </p:spPr>
        <p:txBody>
          <a:bodyPr wrap="square" anchor="t" lIns="45720" rIns="45720" tIns="27432" bIns="27432">
            <a:spAutoFit/>
          </a:bodyPr>
          <a:lstStyle/>
          <a:p>
            <a:pPr algn="l">
              <a:lnSpc>
                <a:spcPct val="110000"/>
              </a:lnSpc>
            </a:pPr>
            <a:r>
              <a:rPr sz="1050" b="0">
                <a:solidFill>
                  <a:srgbClr val="566577"/>
                </a:solidFill>
                <a:latin typeface="Poppins"/>
                <a:ea typeface="NanumGothic"/>
                <a:cs typeface="NanumGothic"/>
              </a:rPr>
              <a:t>KWS 256/512: C(0)→C(1000) 196,068→259,068 · 104,068→163,068 · AD 256/512: 371,068→562,068 · 207,068→327,068 (쓰기 250 고정). 지연 0/0 × MAXR: 256 21,086/21,086 · 512 19,086(MAXR 1)/16,086(MAXR 63).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세부 분석 ② 대역폭 상한과 가중치 배치 — Wav2Letter · KWS·AD</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19</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H2-A: EXT_BWCAP 0.5×/1×/2×/0 × 지연 기본/0 · SRAM_BWCAP 0.5×/1×/2×/0 · H2-B-X: 대표 레이어(op 15) 배치 대조</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외부 상한을 풀어도 Wav2Letter는 임계값 미만으로만 줄고, SRAM 상한은 낮추면 크게 느려지되 풀어도 조금만 빨라진다. 배치를 바꾸면 줄어든다.</a:t>
            </a:r>
          </a:p>
        </p:txBody>
      </p:sp>
      <p:sp>
        <p:nvSpPr>
          <p:cNvPr id="8" name="Rectangle 7"/>
          <p:cNvSpPr/>
          <p:nvPr/>
        </p:nvSpPr>
        <p:spPr>
          <a:xfrm>
            <a:off x="502920" y="1783080"/>
            <a:ext cx="160020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37943"/>
            <a:ext cx="138074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Wav2Letter U85</a:t>
            </a:r>
          </a:p>
        </p:txBody>
      </p:sp>
      <p:sp>
        <p:nvSpPr>
          <p:cNvPr id="10" name="Rectangle 9"/>
          <p:cNvSpPr/>
          <p:nvPr/>
        </p:nvSpPr>
        <p:spPr>
          <a:xfrm>
            <a:off x="2103120" y="1783080"/>
            <a:ext cx="160020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12848" y="1837943"/>
            <a:ext cx="138074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cap 0.5×</a:t>
            </a:r>
          </a:p>
        </p:txBody>
      </p:sp>
      <p:sp>
        <p:nvSpPr>
          <p:cNvPr id="12" name="Rectangle 11"/>
          <p:cNvSpPr/>
          <p:nvPr/>
        </p:nvSpPr>
        <p:spPr>
          <a:xfrm>
            <a:off x="3703320" y="1783080"/>
            <a:ext cx="132588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1837943"/>
            <a:ext cx="110642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cap 1× 기본</a:t>
            </a:r>
          </a:p>
        </p:txBody>
      </p:sp>
      <p:sp>
        <p:nvSpPr>
          <p:cNvPr id="14" name="Rectangle 13"/>
          <p:cNvSpPr/>
          <p:nvPr/>
        </p:nvSpPr>
        <p:spPr>
          <a:xfrm>
            <a:off x="5029200" y="1783080"/>
            <a:ext cx="128016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38928" y="1837943"/>
            <a:ext cx="106070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cap 2×</a:t>
            </a:r>
          </a:p>
        </p:txBody>
      </p:sp>
      <p:sp>
        <p:nvSpPr>
          <p:cNvPr id="16" name="Rectangle 15"/>
          <p:cNvSpPr/>
          <p:nvPr/>
        </p:nvSpPr>
        <p:spPr>
          <a:xfrm>
            <a:off x="6309360" y="1783080"/>
            <a:ext cx="128016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837943"/>
            <a:ext cx="106070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cap 0</a:t>
            </a:r>
          </a:p>
        </p:txBody>
      </p:sp>
      <p:sp>
        <p:nvSpPr>
          <p:cNvPr id="18" name="Rectangle 17"/>
          <p:cNvSpPr/>
          <p:nvPr/>
        </p:nvSpPr>
        <p:spPr>
          <a:xfrm>
            <a:off x="7589520" y="1783080"/>
            <a:ext cx="16916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99248" y="1837943"/>
            <a:ext cx="147218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지연 0 (cap 1×)</a:t>
            </a:r>
          </a:p>
        </p:txBody>
      </p:sp>
      <p:sp>
        <p:nvSpPr>
          <p:cNvPr id="20" name="Rectangle 19"/>
          <p:cNvSpPr/>
          <p:nvPr/>
        </p:nvSpPr>
        <p:spPr>
          <a:xfrm>
            <a:off x="9281160" y="1783080"/>
            <a:ext cx="246888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90888" y="1837943"/>
            <a:ext cx="224942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판정</a:t>
            </a:r>
          </a:p>
        </p:txBody>
      </p:sp>
      <p:sp>
        <p:nvSpPr>
          <p:cNvPr id="22" name="Rectangle 21"/>
          <p:cNvSpPr/>
          <p:nvPr/>
        </p:nvSpPr>
        <p:spPr>
          <a:xfrm>
            <a:off x="502920" y="2167128"/>
            <a:ext cx="1600200" cy="31089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2212848"/>
            <a:ext cx="138074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512 (7,654,068)</a:t>
            </a:r>
          </a:p>
        </p:txBody>
      </p:sp>
      <p:sp>
        <p:nvSpPr>
          <p:cNvPr id="24" name="Rectangle 23"/>
          <p:cNvSpPr/>
          <p:nvPr/>
        </p:nvSpPr>
        <p:spPr>
          <a:xfrm>
            <a:off x="2103120" y="2167128"/>
            <a:ext cx="1600200" cy="31089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12848" y="2212848"/>
            <a:ext cx="138074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7,654,068</a:t>
            </a:r>
          </a:p>
        </p:txBody>
      </p:sp>
      <p:sp>
        <p:nvSpPr>
          <p:cNvPr id="26" name="Rectangle 25"/>
          <p:cNvSpPr/>
          <p:nvPr/>
        </p:nvSpPr>
        <p:spPr>
          <a:xfrm>
            <a:off x="3703320" y="2167128"/>
            <a:ext cx="1325880" cy="31089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13048" y="2212848"/>
            <a:ext cx="110642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7,654,068</a:t>
            </a:r>
          </a:p>
        </p:txBody>
      </p:sp>
      <p:sp>
        <p:nvSpPr>
          <p:cNvPr id="28" name="Rectangle 27"/>
          <p:cNvSpPr/>
          <p:nvPr/>
        </p:nvSpPr>
        <p:spPr>
          <a:xfrm>
            <a:off x="5029200" y="2167128"/>
            <a:ext cx="1280160" cy="31089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38928" y="2212848"/>
            <a:ext cx="106070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7,654,068</a:t>
            </a:r>
          </a:p>
        </p:txBody>
      </p:sp>
      <p:sp>
        <p:nvSpPr>
          <p:cNvPr id="30" name="Rectangle 29"/>
          <p:cNvSpPr/>
          <p:nvPr/>
        </p:nvSpPr>
        <p:spPr>
          <a:xfrm>
            <a:off x="6309360" y="2167128"/>
            <a:ext cx="1280160" cy="31089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2212848"/>
            <a:ext cx="106070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7,654,068</a:t>
            </a:r>
          </a:p>
        </p:txBody>
      </p:sp>
      <p:sp>
        <p:nvSpPr>
          <p:cNvPr id="32" name="Rectangle 31"/>
          <p:cNvSpPr/>
          <p:nvPr/>
        </p:nvSpPr>
        <p:spPr>
          <a:xfrm>
            <a:off x="7589520" y="2167128"/>
            <a:ext cx="1691640" cy="31089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99248" y="2212848"/>
            <a:ext cx="147218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7,059,068 (−7.8%)</a:t>
            </a:r>
          </a:p>
        </p:txBody>
      </p:sp>
      <p:sp>
        <p:nvSpPr>
          <p:cNvPr id="34" name="Rectangle 33"/>
          <p:cNvSpPr/>
          <p:nvPr/>
        </p:nvSpPr>
        <p:spPr>
          <a:xfrm>
            <a:off x="9281160" y="2167128"/>
            <a:ext cx="2468880" cy="310896"/>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90888" y="2212848"/>
            <a:ext cx="224942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EXT_CAP_NOT_BINDING</a:t>
            </a:r>
          </a:p>
        </p:txBody>
      </p:sp>
      <p:sp>
        <p:nvSpPr>
          <p:cNvPr id="36" name="Rectangle 35"/>
          <p:cNvSpPr/>
          <p:nvPr/>
        </p:nvSpPr>
        <p:spPr>
          <a:xfrm>
            <a:off x="502920" y="2478024"/>
            <a:ext cx="160020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648" y="2523744"/>
            <a:ext cx="138074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256 (15,147,068)</a:t>
            </a:r>
          </a:p>
        </p:txBody>
      </p:sp>
      <p:sp>
        <p:nvSpPr>
          <p:cNvPr id="38" name="Rectangle 37"/>
          <p:cNvSpPr/>
          <p:nvPr/>
        </p:nvSpPr>
        <p:spPr>
          <a:xfrm>
            <a:off x="2103120" y="2478024"/>
            <a:ext cx="160020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12848" y="2523744"/>
            <a:ext cx="138074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16,564,068 (+9.4%)</a:t>
            </a:r>
          </a:p>
        </p:txBody>
      </p:sp>
      <p:sp>
        <p:nvSpPr>
          <p:cNvPr id="40" name="Rectangle 39"/>
          <p:cNvSpPr/>
          <p:nvPr/>
        </p:nvSpPr>
        <p:spPr>
          <a:xfrm>
            <a:off x="3703320" y="2478024"/>
            <a:ext cx="13258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13048" y="2523744"/>
            <a:ext cx="110642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15,147,068</a:t>
            </a:r>
          </a:p>
        </p:txBody>
      </p:sp>
      <p:sp>
        <p:nvSpPr>
          <p:cNvPr id="42" name="Rectangle 41"/>
          <p:cNvSpPr/>
          <p:nvPr/>
        </p:nvSpPr>
        <p:spPr>
          <a:xfrm>
            <a:off x="5029200" y="2478024"/>
            <a:ext cx="128016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38928" y="2523744"/>
            <a:ext cx="106070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15,060,068</a:t>
            </a:r>
          </a:p>
        </p:txBody>
      </p:sp>
      <p:sp>
        <p:nvSpPr>
          <p:cNvPr id="44" name="Rectangle 43"/>
          <p:cNvSpPr/>
          <p:nvPr/>
        </p:nvSpPr>
        <p:spPr>
          <a:xfrm>
            <a:off x="6309360" y="2478024"/>
            <a:ext cx="128016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19088" y="2523744"/>
            <a:ext cx="106070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15,060,068</a:t>
            </a:r>
          </a:p>
        </p:txBody>
      </p:sp>
      <p:sp>
        <p:nvSpPr>
          <p:cNvPr id="46" name="Rectangle 45"/>
          <p:cNvSpPr/>
          <p:nvPr/>
        </p:nvSpPr>
        <p:spPr>
          <a:xfrm>
            <a:off x="7589520" y="2478024"/>
            <a:ext cx="16916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99248" y="2523744"/>
            <a:ext cx="147218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14,952,068 (−1.3%)</a:t>
            </a:r>
          </a:p>
        </p:txBody>
      </p:sp>
      <p:sp>
        <p:nvSpPr>
          <p:cNvPr id="48" name="Rectangle 47"/>
          <p:cNvSpPr/>
          <p:nvPr/>
        </p:nvSpPr>
        <p:spPr>
          <a:xfrm>
            <a:off x="9281160" y="2478024"/>
            <a:ext cx="24688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90888" y="2523744"/>
            <a:ext cx="2249424" cy="219456"/>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MIXED_BELOW_THRESHOLDS</a:t>
            </a:r>
          </a:p>
        </p:txBody>
      </p:sp>
      <p:sp>
        <p:nvSpPr>
          <p:cNvPr id="50" name="Rectangle 49"/>
          <p:cNvSpPr/>
          <p:nvPr/>
        </p:nvSpPr>
        <p:spPr>
          <a:xfrm>
            <a:off x="502920" y="3063240"/>
            <a:ext cx="118872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2648" y="3118104"/>
            <a:ext cx="96926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SRAM_BWCAP</a:t>
            </a:r>
          </a:p>
        </p:txBody>
      </p:sp>
      <p:sp>
        <p:nvSpPr>
          <p:cNvPr id="52" name="Rectangle 51"/>
          <p:cNvSpPr/>
          <p:nvPr/>
        </p:nvSpPr>
        <p:spPr>
          <a:xfrm>
            <a:off x="1691640" y="3063240"/>
            <a:ext cx="146304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801368" y="3118104"/>
            <a:ext cx="124358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KWS U55-256</a:t>
            </a:r>
          </a:p>
        </p:txBody>
      </p:sp>
      <p:sp>
        <p:nvSpPr>
          <p:cNvPr id="54" name="Rectangle 53"/>
          <p:cNvSpPr/>
          <p:nvPr/>
        </p:nvSpPr>
        <p:spPr>
          <a:xfrm>
            <a:off x="3154680" y="3063240"/>
            <a:ext cx="155448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64408" y="3118104"/>
            <a:ext cx="133502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AD U55-256</a:t>
            </a:r>
          </a:p>
        </p:txBody>
      </p:sp>
      <p:sp>
        <p:nvSpPr>
          <p:cNvPr id="56" name="Rectangle 55"/>
          <p:cNvSpPr/>
          <p:nvPr/>
        </p:nvSpPr>
        <p:spPr>
          <a:xfrm>
            <a:off x="4709160" y="3063240"/>
            <a:ext cx="146304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18888" y="3118104"/>
            <a:ext cx="124358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KWS U65-512</a:t>
            </a:r>
          </a:p>
        </p:txBody>
      </p:sp>
      <p:sp>
        <p:nvSpPr>
          <p:cNvPr id="58" name="Rectangle 57"/>
          <p:cNvSpPr/>
          <p:nvPr/>
        </p:nvSpPr>
        <p:spPr>
          <a:xfrm>
            <a:off x="6172200" y="3063240"/>
            <a:ext cx="155448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81928" y="3118104"/>
            <a:ext cx="133502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AD U65-512</a:t>
            </a:r>
          </a:p>
        </p:txBody>
      </p:sp>
      <p:sp>
        <p:nvSpPr>
          <p:cNvPr id="60" name="Rectangle 59"/>
          <p:cNvSpPr/>
          <p:nvPr/>
        </p:nvSpPr>
        <p:spPr>
          <a:xfrm>
            <a:off x="502920" y="3429000"/>
            <a:ext cx="118872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2648" y="3474720"/>
            <a:ext cx="96926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2000 (0.5×)</a:t>
            </a:r>
          </a:p>
        </p:txBody>
      </p:sp>
      <p:sp>
        <p:nvSpPr>
          <p:cNvPr id="62" name="Rectangle 61"/>
          <p:cNvSpPr/>
          <p:nvPr/>
        </p:nvSpPr>
        <p:spPr>
          <a:xfrm>
            <a:off x="1691640" y="3429000"/>
            <a:ext cx="146304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801368" y="3474720"/>
            <a:ext cx="124358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343,050 (+40.6%)</a:t>
            </a:r>
          </a:p>
        </p:txBody>
      </p:sp>
      <p:sp>
        <p:nvSpPr>
          <p:cNvPr id="64" name="Rectangle 63"/>
          <p:cNvSpPr/>
          <p:nvPr/>
        </p:nvSpPr>
        <p:spPr>
          <a:xfrm>
            <a:off x="3154680" y="3429000"/>
            <a:ext cx="155448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64408" y="3474720"/>
            <a:ext cx="133502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1,108,050 (+64.4%)</a:t>
            </a:r>
          </a:p>
        </p:txBody>
      </p:sp>
      <p:sp>
        <p:nvSpPr>
          <p:cNvPr id="66" name="Rectangle 65"/>
          <p:cNvSpPr/>
          <p:nvPr/>
        </p:nvSpPr>
        <p:spPr>
          <a:xfrm>
            <a:off x="4709160" y="3429000"/>
            <a:ext cx="146304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818888" y="3474720"/>
            <a:ext cx="124358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176,068 (+35.4%)</a:t>
            </a:r>
          </a:p>
        </p:txBody>
      </p:sp>
      <p:sp>
        <p:nvSpPr>
          <p:cNvPr id="68" name="Rectangle 67"/>
          <p:cNvSpPr/>
          <p:nvPr/>
        </p:nvSpPr>
        <p:spPr>
          <a:xfrm>
            <a:off x="6172200" y="3429000"/>
            <a:ext cx="155448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81928" y="3474720"/>
            <a:ext cx="133502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479,068 (+59.1%)</a:t>
            </a:r>
          </a:p>
        </p:txBody>
      </p:sp>
      <p:sp>
        <p:nvSpPr>
          <p:cNvPr id="70" name="Rectangle 69"/>
          <p:cNvSpPr/>
          <p:nvPr/>
        </p:nvSpPr>
        <p:spPr>
          <a:xfrm>
            <a:off x="502920" y="3721608"/>
            <a:ext cx="118872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12648" y="3767328"/>
            <a:ext cx="96926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4000 기본</a:t>
            </a:r>
          </a:p>
        </p:txBody>
      </p:sp>
      <p:sp>
        <p:nvSpPr>
          <p:cNvPr id="72" name="Rectangle 71"/>
          <p:cNvSpPr/>
          <p:nvPr/>
        </p:nvSpPr>
        <p:spPr>
          <a:xfrm>
            <a:off x="1691640" y="3721608"/>
            <a:ext cx="1463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801368" y="3767328"/>
            <a:ext cx="124358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244,050</a:t>
            </a:r>
          </a:p>
        </p:txBody>
      </p:sp>
      <p:sp>
        <p:nvSpPr>
          <p:cNvPr id="74" name="Rectangle 73"/>
          <p:cNvSpPr/>
          <p:nvPr/>
        </p:nvSpPr>
        <p:spPr>
          <a:xfrm>
            <a:off x="3154680" y="3721608"/>
            <a:ext cx="15544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264408" y="3767328"/>
            <a:ext cx="133502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674,050</a:t>
            </a:r>
          </a:p>
        </p:txBody>
      </p:sp>
      <p:sp>
        <p:nvSpPr>
          <p:cNvPr id="76" name="Rectangle 75"/>
          <p:cNvSpPr/>
          <p:nvPr/>
        </p:nvSpPr>
        <p:spPr>
          <a:xfrm>
            <a:off x="4709160" y="3721608"/>
            <a:ext cx="1463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818888" y="3767328"/>
            <a:ext cx="124358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130,068</a:t>
            </a:r>
          </a:p>
        </p:txBody>
      </p:sp>
      <p:sp>
        <p:nvSpPr>
          <p:cNvPr id="78" name="Rectangle 77"/>
          <p:cNvSpPr/>
          <p:nvPr/>
        </p:nvSpPr>
        <p:spPr>
          <a:xfrm>
            <a:off x="6172200" y="3721608"/>
            <a:ext cx="15544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81928" y="3767328"/>
            <a:ext cx="133502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301,068</a:t>
            </a:r>
          </a:p>
        </p:txBody>
      </p:sp>
      <p:sp>
        <p:nvSpPr>
          <p:cNvPr id="80" name="Rectangle 79"/>
          <p:cNvSpPr/>
          <p:nvPr/>
        </p:nvSpPr>
        <p:spPr>
          <a:xfrm>
            <a:off x="502920" y="4014216"/>
            <a:ext cx="118872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12648" y="4059936"/>
            <a:ext cx="96926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8000 · 0</a:t>
            </a:r>
          </a:p>
        </p:txBody>
      </p:sp>
      <p:sp>
        <p:nvSpPr>
          <p:cNvPr id="82" name="Rectangle 81"/>
          <p:cNvSpPr/>
          <p:nvPr/>
        </p:nvSpPr>
        <p:spPr>
          <a:xfrm>
            <a:off x="1691640" y="4014216"/>
            <a:ext cx="146304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801368" y="4059936"/>
            <a:ext cx="124358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241,050 (−1.2%)</a:t>
            </a:r>
          </a:p>
        </p:txBody>
      </p:sp>
      <p:sp>
        <p:nvSpPr>
          <p:cNvPr id="84" name="Rectangle 83"/>
          <p:cNvSpPr/>
          <p:nvPr/>
        </p:nvSpPr>
        <p:spPr>
          <a:xfrm>
            <a:off x="3154680" y="4014216"/>
            <a:ext cx="155448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264408" y="4059936"/>
            <a:ext cx="133502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638,050 (−5.3%)</a:t>
            </a:r>
          </a:p>
        </p:txBody>
      </p:sp>
      <p:sp>
        <p:nvSpPr>
          <p:cNvPr id="86" name="Rectangle 85"/>
          <p:cNvSpPr/>
          <p:nvPr/>
        </p:nvSpPr>
        <p:spPr>
          <a:xfrm>
            <a:off x="4709160" y="4014216"/>
            <a:ext cx="146304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818888" y="4059936"/>
            <a:ext cx="124358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129,068 (−0.8%)</a:t>
            </a:r>
          </a:p>
        </p:txBody>
      </p:sp>
      <p:sp>
        <p:nvSpPr>
          <p:cNvPr id="88" name="Rectangle 87"/>
          <p:cNvSpPr/>
          <p:nvPr/>
        </p:nvSpPr>
        <p:spPr>
          <a:xfrm>
            <a:off x="6172200" y="4014216"/>
            <a:ext cx="155448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281928" y="4059936"/>
            <a:ext cx="133502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291,068 (−3.3%)</a:t>
            </a:r>
          </a:p>
        </p:txBody>
      </p:sp>
      <p:sp>
        <p:nvSpPr>
          <p:cNvPr id="90" name="Rectangle 89"/>
          <p:cNvSpPr/>
          <p:nvPr/>
        </p:nvSpPr>
        <p:spPr>
          <a:xfrm>
            <a:off x="7909560" y="3063240"/>
            <a:ext cx="123444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019288" y="3118104"/>
            <a:ext cx="101498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H2-B-X (탐색)</a:t>
            </a:r>
          </a:p>
        </p:txBody>
      </p:sp>
      <p:sp>
        <p:nvSpPr>
          <p:cNvPr id="92" name="Rectangle 91"/>
          <p:cNvSpPr/>
          <p:nvPr/>
        </p:nvSpPr>
        <p:spPr>
          <a:xfrm>
            <a:off x="9144000" y="3063240"/>
            <a:ext cx="12801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253728" y="3118104"/>
            <a:ext cx="106070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512</a:t>
            </a:r>
          </a:p>
        </p:txBody>
      </p:sp>
      <p:sp>
        <p:nvSpPr>
          <p:cNvPr id="94" name="Rectangle 93"/>
          <p:cNvSpPr/>
          <p:nvPr/>
        </p:nvSpPr>
        <p:spPr>
          <a:xfrm>
            <a:off x="10424160" y="3063240"/>
            <a:ext cx="12801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533888" y="3118104"/>
            <a:ext cx="106070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256</a:t>
            </a:r>
          </a:p>
        </p:txBody>
      </p:sp>
      <p:sp>
        <p:nvSpPr>
          <p:cNvPr id="96" name="Rectangle 95"/>
          <p:cNvSpPr/>
          <p:nvPr/>
        </p:nvSpPr>
        <p:spPr>
          <a:xfrm>
            <a:off x="7909560" y="3429000"/>
            <a:ext cx="123444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019288" y="3474720"/>
            <a:ext cx="101498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Shared_Sram</a:t>
            </a:r>
          </a:p>
        </p:txBody>
      </p:sp>
      <p:sp>
        <p:nvSpPr>
          <p:cNvPr id="98" name="Rectangle 97"/>
          <p:cNvSpPr/>
          <p:nvPr/>
        </p:nvSpPr>
        <p:spPr>
          <a:xfrm>
            <a:off x="9144000" y="3429000"/>
            <a:ext cx="12801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253728" y="3474720"/>
            <a:ext cx="10607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149,068</a:t>
            </a:r>
          </a:p>
        </p:txBody>
      </p:sp>
      <p:sp>
        <p:nvSpPr>
          <p:cNvPr id="100" name="Rectangle 99"/>
          <p:cNvSpPr/>
          <p:nvPr/>
        </p:nvSpPr>
        <p:spPr>
          <a:xfrm>
            <a:off x="10424160" y="3429000"/>
            <a:ext cx="12801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533888" y="3474720"/>
            <a:ext cx="10607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286,068</a:t>
            </a:r>
          </a:p>
        </p:txBody>
      </p:sp>
      <p:sp>
        <p:nvSpPr>
          <p:cNvPr id="102" name="Rectangle 101"/>
          <p:cNvSpPr/>
          <p:nvPr/>
        </p:nvSpPr>
        <p:spPr>
          <a:xfrm>
            <a:off x="7909560" y="3721608"/>
            <a:ext cx="12344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019288" y="3767328"/>
            <a:ext cx="101498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Sram_Only</a:t>
            </a:r>
          </a:p>
        </p:txBody>
      </p:sp>
      <p:sp>
        <p:nvSpPr>
          <p:cNvPr id="104" name="Rectangle 103"/>
          <p:cNvSpPr/>
          <p:nvPr/>
        </p:nvSpPr>
        <p:spPr>
          <a:xfrm>
            <a:off x="9144000" y="3721608"/>
            <a:ext cx="12801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253728" y="3767328"/>
            <a:ext cx="10607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134,068 (−10.1%)</a:t>
            </a:r>
          </a:p>
        </p:txBody>
      </p:sp>
      <p:sp>
        <p:nvSpPr>
          <p:cNvPr id="106" name="Rectangle 105"/>
          <p:cNvSpPr/>
          <p:nvPr/>
        </p:nvSpPr>
        <p:spPr>
          <a:xfrm>
            <a:off x="10424160" y="3721608"/>
            <a:ext cx="12801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533888" y="3767328"/>
            <a:ext cx="10607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271,068 (−5.2%)</a:t>
            </a:r>
          </a:p>
        </p:txBody>
      </p:sp>
      <p:sp>
        <p:nvSpPr>
          <p:cNvPr id="108" name="Rectangle 107"/>
          <p:cNvSpPr/>
          <p:nvPr/>
        </p:nvSpPr>
        <p:spPr>
          <a:xfrm>
            <a:off x="7909560" y="4014216"/>
            <a:ext cx="123444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019288" y="4059936"/>
            <a:ext cx="101498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Dedicated_Sram</a:t>
            </a:r>
          </a:p>
        </p:txBody>
      </p:sp>
      <p:sp>
        <p:nvSpPr>
          <p:cNvPr id="110" name="Rectangle 109"/>
          <p:cNvSpPr/>
          <p:nvPr/>
        </p:nvSpPr>
        <p:spPr>
          <a:xfrm>
            <a:off x="9144000" y="4014216"/>
            <a:ext cx="12801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253728" y="4059936"/>
            <a:ext cx="10607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167,068 (+12.1%)</a:t>
            </a:r>
          </a:p>
        </p:txBody>
      </p:sp>
      <p:sp>
        <p:nvSpPr>
          <p:cNvPr id="112" name="Rectangle 111"/>
          <p:cNvSpPr/>
          <p:nvPr/>
        </p:nvSpPr>
        <p:spPr>
          <a:xfrm>
            <a:off x="10424160" y="4014216"/>
            <a:ext cx="12801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0533888" y="4059936"/>
            <a:ext cx="10607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507,068 (+77.3%)</a:t>
            </a:r>
          </a:p>
        </p:txBody>
      </p:sp>
      <p:sp>
        <p:nvSpPr>
          <p:cNvPr id="114" name="TextBox 113"/>
          <p:cNvSpPr txBox="1"/>
          <p:nvPr/>
        </p:nvSpPr>
        <p:spPr>
          <a:xfrm>
            <a:off x="594360" y="4709160"/>
            <a:ext cx="11064240" cy="1005840"/>
          </a:xfrm>
          <a:prstGeom prst="rect">
            <a:avLst/>
          </a:prstGeom>
          <a:noFill/>
        </p:spPr>
        <p:txBody>
          <a:bodyPr wrap="square" anchor="t" lIns="45720" rIns="45720" tIns="27432" bIns="27432">
            <a:spAutoFit/>
          </a:bodyPr>
          <a:lstStyle/>
          <a:p>
            <a:pPr algn="l">
              <a:lnSpc>
                <a:spcPct val="110000"/>
              </a:lnSpc>
            </a:pPr>
            <a:r>
              <a:rPr sz="1000" b="0">
                <a:solidFill>
                  <a:srgbClr val="566577"/>
                </a:solidFill>
                <a:latin typeface="Poppins"/>
                <a:ea typeface="NanumGothic"/>
                <a:cs typeface="NanumGothic"/>
              </a:rPr>
              <a:t>Wav2Letter의 EXT beat 수는 모든 arm에서 동일(512: 1,856,958) — 전송량은 산출물이 정하고, 달성 전송률은 명목 상한의 0.32. 'cap 완화·지연 제거에 따른 개선은 사전 임계값(10%) 미만'으로 기록. 원 H2-B(가중치 배치 검증)는 전제 미충족으로 NOT_TRIGGERED.</a:t>
            </a:r>
          </a:p>
          <a:p>
            <a:pPr algn="l">
              <a:lnSpc>
                <a:spcPct val="110000"/>
              </a:lnSpc>
            </a:pPr>
            <a:r>
              <a:rPr sz="1000" b="0">
                <a:solidFill>
                  <a:srgbClr val="566577"/>
                </a:solidFill>
                <a:latin typeface="Poppins"/>
                <a:ea typeface="NanumGothic"/>
                <a:cs typeface="NanumGothic"/>
              </a:rPr>
              <a:t>H2-B-X: 세 배치의 Vela block·ublock 동일, 출력 동일. Dedicated 512의 EXT beat(56,343/4,377) = Sram_Only의 SRAM beat(가중치+feature map이 함께 이동). 256 Sram_Only는 encoded weight 657,952 B(타 모드 276,080)로 컴파일 결과가 다름. 대표 레이어 한 개, H2′ 검증으로 합치지 않음.</a:t>
            </a:r>
          </a:p>
          <a:p>
            <a:pPr algn="l">
              <a:lnSpc>
                <a:spcPct val="110000"/>
              </a:lnSpc>
            </a:pPr>
            <a:r>
              <a:rPr sz="1000" b="0">
                <a:solidFill>
                  <a:srgbClr val="566577"/>
                </a:solidFill>
                <a:latin typeface="Poppins"/>
                <a:ea typeface="NanumGothic"/>
                <a:cs typeface="NanumGothic"/>
              </a:rPr>
              <a:t>SRAM 판정(매니저 문구): 4개 구성에서 SRAM BWCAP을 절반으로 낮추면 35–64% 증가, 기본 cap 완화는 0.8–5.3% 감소로 임계값 미달. 물리 SRAM 대역폭 제약은 배제하지 않는다.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세부 분석 ③ 형상별 확장 효율 — 면적 36, r = C512 / C256</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20</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TOTAL 사이클 (256 / 512) · TA 기본 = MAC별 MLEK 프로파일 · TA 완화 = EXT 지연 0·BWCAP 0·SRAM 지연 0</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형상이 256 MAC의 block에 맞으면 r은 형상과 무관하고, 맞지 않는 좁은 형상(36×1·12×3)만 256 쪽이 손해를 본다. DW는 512에서 이득이 없다.</a:t>
            </a:r>
          </a:p>
        </p:txBody>
      </p:sp>
      <p:sp>
        <p:nvSpPr>
          <p:cNvPr id="8" name="Rectangle 7"/>
          <p:cNvSpPr/>
          <p:nvPr/>
        </p:nvSpPr>
        <p:spPr>
          <a:xfrm>
            <a:off x="502920" y="1783080"/>
            <a:ext cx="73152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37943"/>
            <a:ext cx="512064" cy="292607"/>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H×W</a:t>
            </a:r>
          </a:p>
        </p:txBody>
      </p:sp>
      <p:sp>
        <p:nvSpPr>
          <p:cNvPr id="10" name="Rectangle 9"/>
          <p:cNvSpPr/>
          <p:nvPr/>
        </p:nvSpPr>
        <p:spPr>
          <a:xfrm>
            <a:off x="1234440" y="1783080"/>
            <a:ext cx="16916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44168" y="1837943"/>
            <a:ext cx="1472184" cy="292607"/>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1×1 Conv 기본</a:t>
            </a:r>
          </a:p>
        </p:txBody>
      </p:sp>
      <p:sp>
        <p:nvSpPr>
          <p:cNvPr id="12" name="Rectangle 11"/>
          <p:cNvSpPr/>
          <p:nvPr/>
        </p:nvSpPr>
        <p:spPr>
          <a:xfrm>
            <a:off x="2926080" y="1783080"/>
            <a:ext cx="12344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35808" y="1837943"/>
            <a:ext cx="1014984" cy="292607"/>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1×1 완화</a:t>
            </a:r>
          </a:p>
        </p:txBody>
      </p:sp>
      <p:sp>
        <p:nvSpPr>
          <p:cNvPr id="14" name="Rectangle 13"/>
          <p:cNvSpPr/>
          <p:nvPr/>
        </p:nvSpPr>
        <p:spPr>
          <a:xfrm>
            <a:off x="4160520" y="1783080"/>
            <a:ext cx="173736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70248" y="1837943"/>
            <a:ext cx="1517904" cy="292607"/>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3×3 Conv 기본</a:t>
            </a:r>
          </a:p>
        </p:txBody>
      </p:sp>
      <p:sp>
        <p:nvSpPr>
          <p:cNvPr id="16" name="Rectangle 15"/>
          <p:cNvSpPr/>
          <p:nvPr/>
        </p:nvSpPr>
        <p:spPr>
          <a:xfrm>
            <a:off x="5897880" y="1783080"/>
            <a:ext cx="12344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07608" y="1837943"/>
            <a:ext cx="1014984" cy="292607"/>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3×3 완화</a:t>
            </a:r>
          </a:p>
        </p:txBody>
      </p:sp>
      <p:sp>
        <p:nvSpPr>
          <p:cNvPr id="18" name="Rectangle 17"/>
          <p:cNvSpPr/>
          <p:nvPr/>
        </p:nvSpPr>
        <p:spPr>
          <a:xfrm>
            <a:off x="7132320" y="1783080"/>
            <a:ext cx="160020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1837943"/>
            <a:ext cx="1380744" cy="292607"/>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3×3 DW 기본</a:t>
            </a:r>
          </a:p>
        </p:txBody>
      </p:sp>
      <p:sp>
        <p:nvSpPr>
          <p:cNvPr id="20" name="Rectangle 19"/>
          <p:cNvSpPr/>
          <p:nvPr/>
        </p:nvSpPr>
        <p:spPr>
          <a:xfrm>
            <a:off x="8732520" y="1783080"/>
            <a:ext cx="109728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42248" y="1837943"/>
            <a:ext cx="877824" cy="292607"/>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DW 완화</a:t>
            </a:r>
          </a:p>
        </p:txBody>
      </p:sp>
      <p:sp>
        <p:nvSpPr>
          <p:cNvPr id="22" name="Rectangle 21"/>
          <p:cNvSpPr/>
          <p:nvPr/>
        </p:nvSpPr>
        <p:spPr>
          <a:xfrm>
            <a:off x="9829800" y="1783080"/>
            <a:ext cx="19202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39528" y="1837943"/>
            <a:ext cx="1700784" cy="292607"/>
          </a:xfrm>
          <a:prstGeom prst="rect">
            <a:avLst/>
          </a:prstGeom>
          <a:noFill/>
        </p:spPr>
        <p:txBody>
          <a:bodyPr wrap="square" anchor="ctr" lIns="45720" rIns="45720" tIns="27432" bIns="27432">
            <a:spAutoFit/>
          </a:bodyPr>
          <a:lstStyle/>
          <a:p>
            <a:pPr algn="l">
              <a:lnSpc>
                <a:spcPct val="110000"/>
              </a:lnSpc>
            </a:pPr>
            <a:r>
              <a:rPr sz="950" b="1">
                <a:solidFill>
                  <a:srgbClr val="FFFFFF"/>
                </a:solidFill>
                <a:latin typeface="Poppins"/>
                <a:ea typeface="NanumGothic"/>
                <a:cs typeface="NanumGothic"/>
              </a:rPr>
              <a:t>256 block (1×1 / 3×3)</a:t>
            </a:r>
          </a:p>
        </p:txBody>
      </p:sp>
      <p:sp>
        <p:nvSpPr>
          <p:cNvPr id="24" name="Rectangle 23"/>
          <p:cNvSpPr/>
          <p:nvPr/>
        </p:nvSpPr>
        <p:spPr>
          <a:xfrm>
            <a:off x="502920" y="2167128"/>
            <a:ext cx="7315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2212848"/>
            <a:ext cx="5120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1×36</a:t>
            </a:r>
          </a:p>
        </p:txBody>
      </p:sp>
      <p:sp>
        <p:nvSpPr>
          <p:cNvPr id="26" name="Rectangle 25"/>
          <p:cNvSpPr/>
          <p:nvPr/>
        </p:nvSpPr>
        <p:spPr>
          <a:xfrm>
            <a:off x="1234440" y="2167128"/>
            <a:ext cx="16916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44168" y="2212848"/>
            <a:ext cx="14721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7,068 (1.17)</a:t>
            </a:r>
          </a:p>
        </p:txBody>
      </p:sp>
      <p:sp>
        <p:nvSpPr>
          <p:cNvPr id="28" name="Rectangle 27"/>
          <p:cNvSpPr/>
          <p:nvPr/>
        </p:nvSpPr>
        <p:spPr>
          <a:xfrm>
            <a:off x="2926080" y="2167128"/>
            <a:ext cx="12344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35808" y="2212848"/>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4,068 / 3,068</a:t>
            </a:r>
          </a:p>
        </p:txBody>
      </p:sp>
      <p:sp>
        <p:nvSpPr>
          <p:cNvPr id="30" name="Rectangle 29"/>
          <p:cNvSpPr/>
          <p:nvPr/>
        </p:nvSpPr>
        <p:spPr>
          <a:xfrm>
            <a:off x="4160520" y="2167128"/>
            <a:ext cx="173736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70248" y="2212848"/>
            <a:ext cx="15179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31,068 / 29,068 (0.94)</a:t>
            </a:r>
          </a:p>
        </p:txBody>
      </p:sp>
      <p:sp>
        <p:nvSpPr>
          <p:cNvPr id="32" name="Rectangle 31"/>
          <p:cNvSpPr/>
          <p:nvPr/>
        </p:nvSpPr>
        <p:spPr>
          <a:xfrm>
            <a:off x="5897880" y="2167128"/>
            <a:ext cx="12344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07608" y="2212848"/>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25,068 / 14,068</a:t>
            </a:r>
          </a:p>
        </p:txBody>
      </p:sp>
      <p:sp>
        <p:nvSpPr>
          <p:cNvPr id="34" name="Rectangle 33"/>
          <p:cNvSpPr/>
          <p:nvPr/>
        </p:nvSpPr>
        <p:spPr>
          <a:xfrm>
            <a:off x="7132320" y="2167128"/>
            <a:ext cx="160020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2212848"/>
            <a:ext cx="138074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6,068 (1.00)</a:t>
            </a:r>
          </a:p>
        </p:txBody>
      </p:sp>
      <p:sp>
        <p:nvSpPr>
          <p:cNvPr id="36" name="Rectangle 35"/>
          <p:cNvSpPr/>
          <p:nvPr/>
        </p:nvSpPr>
        <p:spPr>
          <a:xfrm>
            <a:off x="8732520" y="2167128"/>
            <a:ext cx="109728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42248" y="2212848"/>
            <a:ext cx="8778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3,068 / 2,068</a:t>
            </a:r>
          </a:p>
        </p:txBody>
      </p:sp>
      <p:sp>
        <p:nvSpPr>
          <p:cNvPr id="38" name="Rectangle 37"/>
          <p:cNvSpPr/>
          <p:nvPr/>
        </p:nvSpPr>
        <p:spPr>
          <a:xfrm>
            <a:off x="9829800" y="2167128"/>
            <a:ext cx="19202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9528" y="2212848"/>
            <a:ext cx="17007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1x36x48 / 1x36x48</a:t>
            </a:r>
          </a:p>
        </p:txBody>
      </p:sp>
      <p:sp>
        <p:nvSpPr>
          <p:cNvPr id="40" name="Rectangle 39"/>
          <p:cNvSpPr/>
          <p:nvPr/>
        </p:nvSpPr>
        <p:spPr>
          <a:xfrm>
            <a:off x="502920" y="2450592"/>
            <a:ext cx="7315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648" y="2496312"/>
            <a:ext cx="5120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2×18</a:t>
            </a:r>
          </a:p>
        </p:txBody>
      </p:sp>
      <p:sp>
        <p:nvSpPr>
          <p:cNvPr id="42" name="Rectangle 41"/>
          <p:cNvSpPr/>
          <p:nvPr/>
        </p:nvSpPr>
        <p:spPr>
          <a:xfrm>
            <a:off x="1234440" y="2450592"/>
            <a:ext cx="16916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44168" y="2496312"/>
            <a:ext cx="14721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7,068 (1.17)</a:t>
            </a:r>
          </a:p>
        </p:txBody>
      </p:sp>
      <p:sp>
        <p:nvSpPr>
          <p:cNvPr id="44" name="Rectangle 43"/>
          <p:cNvSpPr/>
          <p:nvPr/>
        </p:nvSpPr>
        <p:spPr>
          <a:xfrm>
            <a:off x="2926080" y="2450592"/>
            <a:ext cx="12344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035808" y="2496312"/>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4,068 / 3,068</a:t>
            </a:r>
          </a:p>
        </p:txBody>
      </p:sp>
      <p:sp>
        <p:nvSpPr>
          <p:cNvPr id="46" name="Rectangle 45"/>
          <p:cNvSpPr/>
          <p:nvPr/>
        </p:nvSpPr>
        <p:spPr>
          <a:xfrm>
            <a:off x="4160520" y="2450592"/>
            <a:ext cx="173736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70248" y="2496312"/>
            <a:ext cx="15179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31,068 / 29,068 (0.94)</a:t>
            </a:r>
          </a:p>
        </p:txBody>
      </p:sp>
      <p:sp>
        <p:nvSpPr>
          <p:cNvPr id="48" name="Rectangle 47"/>
          <p:cNvSpPr/>
          <p:nvPr/>
        </p:nvSpPr>
        <p:spPr>
          <a:xfrm>
            <a:off x="5897880" y="2450592"/>
            <a:ext cx="12344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007608" y="2496312"/>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25,068 / 14,068</a:t>
            </a:r>
          </a:p>
        </p:txBody>
      </p:sp>
      <p:sp>
        <p:nvSpPr>
          <p:cNvPr id="50" name="Rectangle 49"/>
          <p:cNvSpPr/>
          <p:nvPr/>
        </p:nvSpPr>
        <p:spPr>
          <a:xfrm>
            <a:off x="7132320" y="2450592"/>
            <a:ext cx="160020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42048" y="2496312"/>
            <a:ext cx="138074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6,068</a:t>
            </a:r>
          </a:p>
        </p:txBody>
      </p:sp>
      <p:sp>
        <p:nvSpPr>
          <p:cNvPr id="52" name="Rectangle 51"/>
          <p:cNvSpPr/>
          <p:nvPr/>
        </p:nvSpPr>
        <p:spPr>
          <a:xfrm>
            <a:off x="8732520" y="2450592"/>
            <a:ext cx="109728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42248" y="2496312"/>
            <a:ext cx="8778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3,068 / 2,068</a:t>
            </a:r>
          </a:p>
        </p:txBody>
      </p:sp>
      <p:sp>
        <p:nvSpPr>
          <p:cNvPr id="54" name="Rectangle 53"/>
          <p:cNvSpPr/>
          <p:nvPr/>
        </p:nvSpPr>
        <p:spPr>
          <a:xfrm>
            <a:off x="9829800" y="2450592"/>
            <a:ext cx="19202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39528" y="2496312"/>
            <a:ext cx="17007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2x18x48 / 2x18x48</a:t>
            </a:r>
          </a:p>
        </p:txBody>
      </p:sp>
      <p:sp>
        <p:nvSpPr>
          <p:cNvPr id="56" name="Rectangle 55"/>
          <p:cNvSpPr/>
          <p:nvPr/>
        </p:nvSpPr>
        <p:spPr>
          <a:xfrm>
            <a:off x="502920" y="2734056"/>
            <a:ext cx="7315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2648" y="2779776"/>
            <a:ext cx="5120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6×6</a:t>
            </a:r>
          </a:p>
        </p:txBody>
      </p:sp>
      <p:sp>
        <p:nvSpPr>
          <p:cNvPr id="58" name="Rectangle 57"/>
          <p:cNvSpPr/>
          <p:nvPr/>
        </p:nvSpPr>
        <p:spPr>
          <a:xfrm>
            <a:off x="1234440" y="2734056"/>
            <a:ext cx="16916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344168" y="2779776"/>
            <a:ext cx="14721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7,068 (1.17)</a:t>
            </a:r>
          </a:p>
        </p:txBody>
      </p:sp>
      <p:sp>
        <p:nvSpPr>
          <p:cNvPr id="60" name="Rectangle 59"/>
          <p:cNvSpPr/>
          <p:nvPr/>
        </p:nvSpPr>
        <p:spPr>
          <a:xfrm>
            <a:off x="2926080" y="2734056"/>
            <a:ext cx="12344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035808" y="2779776"/>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4,068 / 3,068</a:t>
            </a:r>
          </a:p>
        </p:txBody>
      </p:sp>
      <p:sp>
        <p:nvSpPr>
          <p:cNvPr id="62" name="Rectangle 61"/>
          <p:cNvSpPr/>
          <p:nvPr/>
        </p:nvSpPr>
        <p:spPr>
          <a:xfrm>
            <a:off x="4160520" y="2734056"/>
            <a:ext cx="173736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270248" y="2779776"/>
            <a:ext cx="15179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31,068 / 29,068 (0.94)</a:t>
            </a:r>
          </a:p>
        </p:txBody>
      </p:sp>
      <p:sp>
        <p:nvSpPr>
          <p:cNvPr id="64" name="Rectangle 63"/>
          <p:cNvSpPr/>
          <p:nvPr/>
        </p:nvSpPr>
        <p:spPr>
          <a:xfrm>
            <a:off x="5897880" y="2734056"/>
            <a:ext cx="12344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007608" y="2779776"/>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25,068 / 14,068</a:t>
            </a:r>
          </a:p>
        </p:txBody>
      </p:sp>
      <p:sp>
        <p:nvSpPr>
          <p:cNvPr id="66" name="Rectangle 65"/>
          <p:cNvSpPr/>
          <p:nvPr/>
        </p:nvSpPr>
        <p:spPr>
          <a:xfrm>
            <a:off x="7132320" y="2734056"/>
            <a:ext cx="160020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42048" y="2779776"/>
            <a:ext cx="138074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6,068</a:t>
            </a:r>
          </a:p>
        </p:txBody>
      </p:sp>
      <p:sp>
        <p:nvSpPr>
          <p:cNvPr id="68" name="Rectangle 67"/>
          <p:cNvSpPr/>
          <p:nvPr/>
        </p:nvSpPr>
        <p:spPr>
          <a:xfrm>
            <a:off x="8732520" y="2734056"/>
            <a:ext cx="109728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42248" y="2779776"/>
            <a:ext cx="8778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3,068 / 2,068</a:t>
            </a:r>
          </a:p>
        </p:txBody>
      </p:sp>
      <p:sp>
        <p:nvSpPr>
          <p:cNvPr id="70" name="Rectangle 69"/>
          <p:cNvSpPr/>
          <p:nvPr/>
        </p:nvSpPr>
        <p:spPr>
          <a:xfrm>
            <a:off x="9829800" y="2734056"/>
            <a:ext cx="19202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939528" y="2779776"/>
            <a:ext cx="17007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6x6x48 / 6x6x48</a:t>
            </a:r>
          </a:p>
        </p:txBody>
      </p:sp>
      <p:sp>
        <p:nvSpPr>
          <p:cNvPr id="72" name="Rectangle 71"/>
          <p:cNvSpPr/>
          <p:nvPr/>
        </p:nvSpPr>
        <p:spPr>
          <a:xfrm>
            <a:off x="502920" y="3017520"/>
            <a:ext cx="7315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12648" y="3063240"/>
            <a:ext cx="5120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9×4</a:t>
            </a:r>
          </a:p>
        </p:txBody>
      </p:sp>
      <p:sp>
        <p:nvSpPr>
          <p:cNvPr id="74" name="Rectangle 73"/>
          <p:cNvSpPr/>
          <p:nvPr/>
        </p:nvSpPr>
        <p:spPr>
          <a:xfrm>
            <a:off x="1234440" y="3017520"/>
            <a:ext cx="16916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344168" y="3063240"/>
            <a:ext cx="14721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6,068 (1.00)</a:t>
            </a:r>
          </a:p>
        </p:txBody>
      </p:sp>
      <p:sp>
        <p:nvSpPr>
          <p:cNvPr id="76" name="Rectangle 75"/>
          <p:cNvSpPr/>
          <p:nvPr/>
        </p:nvSpPr>
        <p:spPr>
          <a:xfrm>
            <a:off x="2926080" y="3017520"/>
            <a:ext cx="12344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035808" y="3063240"/>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4,068 / 3,068</a:t>
            </a:r>
          </a:p>
        </p:txBody>
      </p:sp>
      <p:sp>
        <p:nvSpPr>
          <p:cNvPr id="78" name="Rectangle 77"/>
          <p:cNvSpPr/>
          <p:nvPr/>
        </p:nvSpPr>
        <p:spPr>
          <a:xfrm>
            <a:off x="4160520" y="3017520"/>
            <a:ext cx="173736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70248" y="3063240"/>
            <a:ext cx="15179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31,068 / 29,068 (0.94)</a:t>
            </a:r>
          </a:p>
        </p:txBody>
      </p:sp>
      <p:sp>
        <p:nvSpPr>
          <p:cNvPr id="80" name="Rectangle 79"/>
          <p:cNvSpPr/>
          <p:nvPr/>
        </p:nvSpPr>
        <p:spPr>
          <a:xfrm>
            <a:off x="5897880" y="3017520"/>
            <a:ext cx="12344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007608" y="3063240"/>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25,068 / 14,068</a:t>
            </a:r>
          </a:p>
        </p:txBody>
      </p:sp>
      <p:sp>
        <p:nvSpPr>
          <p:cNvPr id="82" name="Rectangle 81"/>
          <p:cNvSpPr/>
          <p:nvPr/>
        </p:nvSpPr>
        <p:spPr>
          <a:xfrm>
            <a:off x="7132320" y="3017520"/>
            <a:ext cx="160020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242048" y="3063240"/>
            <a:ext cx="138074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6,068</a:t>
            </a:r>
          </a:p>
        </p:txBody>
      </p:sp>
      <p:sp>
        <p:nvSpPr>
          <p:cNvPr id="84" name="Rectangle 83"/>
          <p:cNvSpPr/>
          <p:nvPr/>
        </p:nvSpPr>
        <p:spPr>
          <a:xfrm>
            <a:off x="8732520" y="3017520"/>
            <a:ext cx="109728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842248" y="3063240"/>
            <a:ext cx="8778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3,068 / 2,068</a:t>
            </a:r>
          </a:p>
        </p:txBody>
      </p:sp>
      <p:sp>
        <p:nvSpPr>
          <p:cNvPr id="86" name="Rectangle 85"/>
          <p:cNvSpPr/>
          <p:nvPr/>
        </p:nvSpPr>
        <p:spPr>
          <a:xfrm>
            <a:off x="9829800" y="3017520"/>
            <a:ext cx="19202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939528" y="3063240"/>
            <a:ext cx="17007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9x4x48 / 9x4x48</a:t>
            </a:r>
          </a:p>
        </p:txBody>
      </p:sp>
      <p:sp>
        <p:nvSpPr>
          <p:cNvPr id="88" name="Rectangle 87"/>
          <p:cNvSpPr/>
          <p:nvPr/>
        </p:nvSpPr>
        <p:spPr>
          <a:xfrm>
            <a:off x="502920" y="3300984"/>
            <a:ext cx="7315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2648" y="3346704"/>
            <a:ext cx="5120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12×3</a:t>
            </a:r>
          </a:p>
        </p:txBody>
      </p:sp>
      <p:sp>
        <p:nvSpPr>
          <p:cNvPr id="90" name="Rectangle 89"/>
          <p:cNvSpPr/>
          <p:nvPr/>
        </p:nvSpPr>
        <p:spPr>
          <a:xfrm>
            <a:off x="1234440" y="3300984"/>
            <a:ext cx="16916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344168" y="3346704"/>
            <a:ext cx="14721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7,068 (1.17)</a:t>
            </a:r>
          </a:p>
        </p:txBody>
      </p:sp>
      <p:sp>
        <p:nvSpPr>
          <p:cNvPr id="92" name="Rectangle 91"/>
          <p:cNvSpPr/>
          <p:nvPr/>
        </p:nvSpPr>
        <p:spPr>
          <a:xfrm>
            <a:off x="2926080" y="3300984"/>
            <a:ext cx="12344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035808" y="3346704"/>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5,068 / 4,068</a:t>
            </a:r>
          </a:p>
        </p:txBody>
      </p:sp>
      <p:sp>
        <p:nvSpPr>
          <p:cNvPr id="94" name="Rectangle 93"/>
          <p:cNvSpPr/>
          <p:nvPr/>
        </p:nvSpPr>
        <p:spPr>
          <a:xfrm>
            <a:off x="4160520" y="3300984"/>
            <a:ext cx="173736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270248" y="3346704"/>
            <a:ext cx="15179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36,068 / 29,068 (0.81)</a:t>
            </a:r>
          </a:p>
        </p:txBody>
      </p:sp>
      <p:sp>
        <p:nvSpPr>
          <p:cNvPr id="96" name="Rectangle 95"/>
          <p:cNvSpPr/>
          <p:nvPr/>
        </p:nvSpPr>
        <p:spPr>
          <a:xfrm>
            <a:off x="5897880" y="3300984"/>
            <a:ext cx="12344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007608" y="3346704"/>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32,068 / 17,068</a:t>
            </a:r>
          </a:p>
        </p:txBody>
      </p:sp>
      <p:sp>
        <p:nvSpPr>
          <p:cNvPr id="98" name="Rectangle 97"/>
          <p:cNvSpPr/>
          <p:nvPr/>
        </p:nvSpPr>
        <p:spPr>
          <a:xfrm>
            <a:off x="7132320" y="3300984"/>
            <a:ext cx="160020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242048" y="3346704"/>
            <a:ext cx="138074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6,068</a:t>
            </a:r>
          </a:p>
        </p:txBody>
      </p:sp>
      <p:sp>
        <p:nvSpPr>
          <p:cNvPr id="100" name="Rectangle 99"/>
          <p:cNvSpPr/>
          <p:nvPr/>
        </p:nvSpPr>
        <p:spPr>
          <a:xfrm>
            <a:off x="8732520" y="3300984"/>
            <a:ext cx="109728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842248" y="3346704"/>
            <a:ext cx="8778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3,068 / 2,068</a:t>
            </a:r>
          </a:p>
        </p:txBody>
      </p:sp>
      <p:sp>
        <p:nvSpPr>
          <p:cNvPr id="102" name="Rectangle 101"/>
          <p:cNvSpPr/>
          <p:nvPr/>
        </p:nvSpPr>
        <p:spPr>
          <a:xfrm>
            <a:off x="9829800" y="3300984"/>
            <a:ext cx="19202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939528" y="3346704"/>
            <a:ext cx="17007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12x4x32 / 12x4x32</a:t>
            </a:r>
          </a:p>
        </p:txBody>
      </p:sp>
      <p:sp>
        <p:nvSpPr>
          <p:cNvPr id="104" name="Rectangle 103"/>
          <p:cNvSpPr/>
          <p:nvPr/>
        </p:nvSpPr>
        <p:spPr>
          <a:xfrm>
            <a:off x="502920" y="3584448"/>
            <a:ext cx="73152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12648" y="3630168"/>
            <a:ext cx="5120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18×2</a:t>
            </a:r>
          </a:p>
        </p:txBody>
      </p:sp>
      <p:sp>
        <p:nvSpPr>
          <p:cNvPr id="106" name="Rectangle 105"/>
          <p:cNvSpPr/>
          <p:nvPr/>
        </p:nvSpPr>
        <p:spPr>
          <a:xfrm>
            <a:off x="1234440" y="3584448"/>
            <a:ext cx="16916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344168" y="3630168"/>
            <a:ext cx="14721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6,068 (1.00)</a:t>
            </a:r>
          </a:p>
        </p:txBody>
      </p:sp>
      <p:sp>
        <p:nvSpPr>
          <p:cNvPr id="108" name="Rectangle 107"/>
          <p:cNvSpPr/>
          <p:nvPr/>
        </p:nvSpPr>
        <p:spPr>
          <a:xfrm>
            <a:off x="2926080" y="3584448"/>
            <a:ext cx="12344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035808" y="3630168"/>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4,068 / 3,068</a:t>
            </a:r>
          </a:p>
        </p:txBody>
      </p:sp>
      <p:sp>
        <p:nvSpPr>
          <p:cNvPr id="110" name="Rectangle 109"/>
          <p:cNvSpPr/>
          <p:nvPr/>
        </p:nvSpPr>
        <p:spPr>
          <a:xfrm>
            <a:off x="4160520" y="3584448"/>
            <a:ext cx="173736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270248" y="3630168"/>
            <a:ext cx="15179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31,068 / 29,068 (0.94)</a:t>
            </a:r>
          </a:p>
        </p:txBody>
      </p:sp>
      <p:sp>
        <p:nvSpPr>
          <p:cNvPr id="112" name="Rectangle 111"/>
          <p:cNvSpPr/>
          <p:nvPr/>
        </p:nvSpPr>
        <p:spPr>
          <a:xfrm>
            <a:off x="5897880" y="3584448"/>
            <a:ext cx="12344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007608" y="3630168"/>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25,068 / 14,068</a:t>
            </a:r>
          </a:p>
        </p:txBody>
      </p:sp>
      <p:sp>
        <p:nvSpPr>
          <p:cNvPr id="114" name="Rectangle 113"/>
          <p:cNvSpPr/>
          <p:nvPr/>
        </p:nvSpPr>
        <p:spPr>
          <a:xfrm>
            <a:off x="7132320" y="3584448"/>
            <a:ext cx="160020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242048" y="3630168"/>
            <a:ext cx="138074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6,068</a:t>
            </a:r>
          </a:p>
        </p:txBody>
      </p:sp>
      <p:sp>
        <p:nvSpPr>
          <p:cNvPr id="116" name="Rectangle 115"/>
          <p:cNvSpPr/>
          <p:nvPr/>
        </p:nvSpPr>
        <p:spPr>
          <a:xfrm>
            <a:off x="8732520" y="3584448"/>
            <a:ext cx="109728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842248" y="3630168"/>
            <a:ext cx="8778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2,068 / 2,068</a:t>
            </a:r>
          </a:p>
        </p:txBody>
      </p:sp>
      <p:sp>
        <p:nvSpPr>
          <p:cNvPr id="118" name="Rectangle 117"/>
          <p:cNvSpPr/>
          <p:nvPr/>
        </p:nvSpPr>
        <p:spPr>
          <a:xfrm>
            <a:off x="9829800" y="3584448"/>
            <a:ext cx="192024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939528" y="3630168"/>
            <a:ext cx="17007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18x2x48 / 18x2x48</a:t>
            </a:r>
          </a:p>
        </p:txBody>
      </p:sp>
      <p:sp>
        <p:nvSpPr>
          <p:cNvPr id="120" name="Rectangle 119"/>
          <p:cNvSpPr/>
          <p:nvPr/>
        </p:nvSpPr>
        <p:spPr>
          <a:xfrm>
            <a:off x="502920" y="3867912"/>
            <a:ext cx="73152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12648" y="3913632"/>
            <a:ext cx="51206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36×1</a:t>
            </a:r>
          </a:p>
        </p:txBody>
      </p:sp>
      <p:sp>
        <p:nvSpPr>
          <p:cNvPr id="122" name="Rectangle 121"/>
          <p:cNvSpPr/>
          <p:nvPr/>
        </p:nvSpPr>
        <p:spPr>
          <a:xfrm>
            <a:off x="1234440" y="3867912"/>
            <a:ext cx="16916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344168" y="3913632"/>
            <a:ext cx="14721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10,068 / 7,068 (0.70)</a:t>
            </a:r>
          </a:p>
        </p:txBody>
      </p:sp>
      <p:sp>
        <p:nvSpPr>
          <p:cNvPr id="124" name="Rectangle 123"/>
          <p:cNvSpPr/>
          <p:nvPr/>
        </p:nvSpPr>
        <p:spPr>
          <a:xfrm>
            <a:off x="2926080" y="3867912"/>
            <a:ext cx="12344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3035808" y="3913632"/>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4,068</a:t>
            </a:r>
          </a:p>
        </p:txBody>
      </p:sp>
      <p:sp>
        <p:nvSpPr>
          <p:cNvPr id="126" name="Rectangle 125"/>
          <p:cNvSpPr/>
          <p:nvPr/>
        </p:nvSpPr>
        <p:spPr>
          <a:xfrm>
            <a:off x="4160520" y="3867912"/>
            <a:ext cx="173736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270248" y="3913632"/>
            <a:ext cx="151790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50,068 / 29,068 (0.58)</a:t>
            </a:r>
          </a:p>
        </p:txBody>
      </p:sp>
      <p:sp>
        <p:nvSpPr>
          <p:cNvPr id="128" name="Rectangle 127"/>
          <p:cNvSpPr/>
          <p:nvPr/>
        </p:nvSpPr>
        <p:spPr>
          <a:xfrm>
            <a:off x="5897880" y="3867912"/>
            <a:ext cx="12344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007608" y="3913632"/>
            <a:ext cx="10149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45,068 / 23,068</a:t>
            </a:r>
          </a:p>
        </p:txBody>
      </p:sp>
      <p:sp>
        <p:nvSpPr>
          <p:cNvPr id="130" name="Rectangle 129"/>
          <p:cNvSpPr/>
          <p:nvPr/>
        </p:nvSpPr>
        <p:spPr>
          <a:xfrm>
            <a:off x="7132320" y="3867912"/>
            <a:ext cx="160020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242048" y="3913632"/>
            <a:ext cx="138074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6,068 / 6,068</a:t>
            </a:r>
          </a:p>
        </p:txBody>
      </p:sp>
      <p:sp>
        <p:nvSpPr>
          <p:cNvPr id="132" name="Rectangle 131"/>
          <p:cNvSpPr/>
          <p:nvPr/>
        </p:nvSpPr>
        <p:spPr>
          <a:xfrm>
            <a:off x="8732520" y="3867912"/>
            <a:ext cx="109728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842248" y="3913632"/>
            <a:ext cx="87782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4,068 / 2,068</a:t>
            </a:r>
          </a:p>
        </p:txBody>
      </p:sp>
      <p:sp>
        <p:nvSpPr>
          <p:cNvPr id="134" name="Rectangle 133"/>
          <p:cNvSpPr/>
          <p:nvPr/>
        </p:nvSpPr>
        <p:spPr>
          <a:xfrm>
            <a:off x="9829800" y="3867912"/>
            <a:ext cx="1920240" cy="28346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9939528" y="3913632"/>
            <a:ext cx="1700784" cy="192024"/>
          </a:xfrm>
          <a:prstGeom prst="rect">
            <a:avLst/>
          </a:prstGeom>
          <a:noFill/>
        </p:spPr>
        <p:txBody>
          <a:bodyPr wrap="square" anchor="ctr" lIns="45720" rIns="45720" tIns="27432" bIns="27432">
            <a:spAutoFit/>
          </a:bodyPr>
          <a:lstStyle/>
          <a:p>
            <a:pPr algn="l">
              <a:lnSpc>
                <a:spcPct val="110000"/>
              </a:lnSpc>
            </a:pPr>
            <a:r>
              <a:rPr sz="950" b="0">
                <a:solidFill>
                  <a:srgbClr val="22364B"/>
                </a:solidFill>
                <a:latin typeface="Poppins"/>
                <a:ea typeface="NanumGothic"/>
                <a:cs typeface="NanumGothic"/>
              </a:rPr>
              <a:t>20x2x48 / 36x2x16</a:t>
            </a:r>
          </a:p>
        </p:txBody>
      </p:sp>
      <p:sp>
        <p:nvSpPr>
          <p:cNvPr id="136" name="TextBox 135"/>
          <p:cNvSpPr txBox="1"/>
          <p:nvPr/>
        </p:nvSpPr>
        <p:spPr>
          <a:xfrm>
            <a:off x="594360" y="4526280"/>
            <a:ext cx="11064240" cy="1188720"/>
          </a:xfrm>
          <a:prstGeom prst="rect">
            <a:avLst/>
          </a:prstGeom>
          <a:noFill/>
        </p:spPr>
        <p:txBody>
          <a:bodyPr wrap="square" anchor="t" lIns="45720" rIns="45720" tIns="27432" bIns="27432">
            <a:spAutoFit/>
          </a:bodyPr>
          <a:lstStyle/>
          <a:p>
            <a:pPr algn="l">
              <a:lnSpc>
                <a:spcPct val="110000"/>
              </a:lnSpc>
            </a:pPr>
            <a:r>
              <a:rPr sz="1000" b="0">
                <a:solidFill>
                  <a:srgbClr val="566577"/>
                </a:solidFill>
                <a:latin typeface="Poppins"/>
                <a:ea typeface="NanumGothic"/>
                <a:cs typeface="NanumGothic"/>
              </a:rPr>
              <a:t>면적 36의 1×1 Conv는 MAC 수 589,824(256 MAC/cycle로 2,304사이클)인데 실측 6,068이고 DW도 6,068이지만 3×3 Conv는 31,068–50,068 — '면적 36은 모두 ≈6,000'이 아니라 일부 작은 연산에서 TOTAL이 모이는 현상이다. 면적 64: 1×1 r 0.91(4형상 동일), 3×3 0.67, DW 1.0–1.11. 면적 256: 1×1 0.90–0.95, 3×3 0.45–0.56, DW 0.77–0.87.</a:t>
            </a:r>
          </a:p>
          <a:p>
            <a:pPr algn="l">
              <a:lnSpc>
                <a:spcPct val="110000"/>
              </a:lnSpc>
            </a:pPr>
            <a:r>
              <a:rPr sz="1000" b="0">
                <a:solidFill>
                  <a:srgbClr val="566577"/>
                </a:solidFill>
                <a:latin typeface="Poppins"/>
                <a:ea typeface="NanumGothic"/>
                <a:cs typeface="NanumGothic"/>
              </a:rPr>
              <a:t>ACTIVE 기반 재검(POST_HOC): 1×1 면적 36 base r 1.02–1.04(36×1 0.64), 완화 0.76 · DW base 1.02–1.10 · TOTAL·ACTIVE 판정 불일치 4건: 1×1 상호작용·DW 면적 64 형상 효과는 ACTIVE 불성립, 면적 효과(1×1·DW)는 ACTIVE에서만 성립 → 모두 병기.</a:t>
            </a:r>
          </a:p>
          <a:p>
            <a:pPr algn="l">
              <a:lnSpc>
                <a:spcPct val="110000"/>
              </a:lnSpc>
            </a:pPr>
            <a:r>
              <a:rPr sz="1000" b="0">
                <a:solidFill>
                  <a:srgbClr val="566577"/>
                </a:solidFill>
                <a:latin typeface="Poppins"/>
                <a:ea typeface="NanumGothic"/>
                <a:cs typeface="NanumGothic"/>
              </a:rPr>
              <a:t>Vela 공통 시스템 가정(Mid_512) 대조군 9모델: base와 사이클·r 동일 — Vela 가정은 이 결과를 바꾸지 않는다.</a:t>
            </a:r>
          </a:p>
          <a:p>
            <a:pPr algn="l">
              <a:lnSpc>
                <a:spcPct val="110000"/>
              </a:lnSpc>
            </a:pPr>
            <a:r>
              <a:rPr sz="1000" b="0">
                <a:solidFill>
                  <a:srgbClr val="566577"/>
                </a:solidFill>
                <a:latin typeface="Poppins"/>
                <a:ea typeface="NanumGothic"/>
                <a:cs typeface="NanumGothic"/>
              </a:rPr>
              <a:t>H3-R 재측정(부록 A8): 이 표의 base 열 27모델 × 2 MAC이 TOTAL·ACTIVE 모두 동일하게 재현됐고 OFM block·ublock·encoded weight·EXT 전송량도 같다. 이 표의 '완화' 열은 H3의 relaxed 조건이며, H3-R의 equalized(두 MAC 실효 TA 전부 동일) 값도 이와 같다.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가설 검증 결과 — H1′·H2′·H3′</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23</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각 가설에 대해: 무엇을 바꿨을 때 무엇이 달라졌는가 · 어떤 예측이 맞고 틀렸는가 · 원인 후보를 어디까지 좁혔는가 (판정 기준은 측정 전 고정)</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세 가설 모두 부분적으로만 맞았다. 맞은 부분은 조건이 특정됐고, 틀린 부분은 사후 모델 없이 실패로 기록했다.</a:t>
            </a:r>
          </a:p>
        </p:txBody>
      </p:sp>
      <p:sp>
        <p:nvSpPr>
          <p:cNvPr id="8" name="Rectangle 7"/>
          <p:cNvSpPr/>
          <p:nvPr/>
        </p:nvSpPr>
        <p:spPr>
          <a:xfrm>
            <a:off x="502920" y="1828800"/>
            <a:ext cx="173736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83664"/>
            <a:ext cx="1517904" cy="292607"/>
          </a:xfrm>
          <a:prstGeom prst="rect">
            <a:avLst/>
          </a:prstGeom>
          <a:noFill/>
        </p:spPr>
        <p:txBody>
          <a:bodyPr wrap="square" anchor="ctr" lIns="45720" rIns="45720" tIns="27432" bIns="27432">
            <a:spAutoFit/>
          </a:bodyPr>
          <a:lstStyle/>
          <a:p>
            <a:pPr algn="l">
              <a:lnSpc>
                <a:spcPct val="110000"/>
              </a:lnSpc>
            </a:pPr>
            <a:r>
              <a:rPr sz="1100" b="1">
                <a:solidFill>
                  <a:srgbClr val="FFFFFF"/>
                </a:solidFill>
                <a:latin typeface="Poppins"/>
                <a:ea typeface="NanumGothic"/>
                <a:cs typeface="NanumGothic"/>
              </a:rPr>
              <a:t>가설</a:t>
            </a:r>
          </a:p>
        </p:txBody>
      </p:sp>
      <p:sp>
        <p:nvSpPr>
          <p:cNvPr id="10" name="Rectangle 9"/>
          <p:cNvSpPr/>
          <p:nvPr/>
        </p:nvSpPr>
        <p:spPr>
          <a:xfrm>
            <a:off x="2240280" y="1828800"/>
            <a:ext cx="338328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50008" y="1883664"/>
            <a:ext cx="3163824" cy="292607"/>
          </a:xfrm>
          <a:prstGeom prst="rect">
            <a:avLst/>
          </a:prstGeom>
          <a:noFill/>
        </p:spPr>
        <p:txBody>
          <a:bodyPr wrap="square" anchor="ctr" lIns="45720" rIns="45720" tIns="27432" bIns="27432">
            <a:spAutoFit/>
          </a:bodyPr>
          <a:lstStyle/>
          <a:p>
            <a:pPr algn="l">
              <a:lnSpc>
                <a:spcPct val="110000"/>
              </a:lnSpc>
            </a:pPr>
            <a:r>
              <a:rPr sz="1100" b="1">
                <a:solidFill>
                  <a:srgbClr val="FFFFFF"/>
                </a:solidFill>
                <a:latin typeface="Poppins"/>
                <a:ea typeface="NanumGothic"/>
                <a:cs typeface="NanumGothic"/>
              </a:rPr>
              <a:t>바꾼 것 → 달라진 것</a:t>
            </a:r>
          </a:p>
        </p:txBody>
      </p:sp>
      <p:sp>
        <p:nvSpPr>
          <p:cNvPr id="12" name="Rectangle 11"/>
          <p:cNvSpPr/>
          <p:nvPr/>
        </p:nvSpPr>
        <p:spPr>
          <a:xfrm>
            <a:off x="5623560" y="1828800"/>
            <a:ext cx="301752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33288" y="1883664"/>
            <a:ext cx="2798063" cy="292607"/>
          </a:xfrm>
          <a:prstGeom prst="rect">
            <a:avLst/>
          </a:prstGeom>
          <a:noFill/>
        </p:spPr>
        <p:txBody>
          <a:bodyPr wrap="square" anchor="ctr" lIns="45720" rIns="45720" tIns="27432" bIns="27432">
            <a:spAutoFit/>
          </a:bodyPr>
          <a:lstStyle/>
          <a:p>
            <a:pPr algn="l">
              <a:lnSpc>
                <a:spcPct val="110000"/>
              </a:lnSpc>
            </a:pPr>
            <a:r>
              <a:rPr sz="1100" b="1">
                <a:solidFill>
                  <a:srgbClr val="FFFFFF"/>
                </a:solidFill>
                <a:latin typeface="Poppins"/>
                <a:ea typeface="NanumGothic"/>
                <a:cs typeface="NanumGothic"/>
              </a:rPr>
              <a:t>맞은 예측 / 틀린 예측</a:t>
            </a:r>
          </a:p>
        </p:txBody>
      </p:sp>
      <p:sp>
        <p:nvSpPr>
          <p:cNvPr id="14" name="Rectangle 13"/>
          <p:cNvSpPr/>
          <p:nvPr/>
        </p:nvSpPr>
        <p:spPr>
          <a:xfrm>
            <a:off x="8641080" y="1828800"/>
            <a:ext cx="310896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50807" y="1883664"/>
            <a:ext cx="2889504" cy="292607"/>
          </a:xfrm>
          <a:prstGeom prst="rect">
            <a:avLst/>
          </a:prstGeom>
          <a:noFill/>
        </p:spPr>
        <p:txBody>
          <a:bodyPr wrap="square" anchor="ctr" lIns="45720" rIns="45720" tIns="27432" bIns="27432">
            <a:spAutoFit/>
          </a:bodyPr>
          <a:lstStyle/>
          <a:p>
            <a:pPr algn="l">
              <a:lnSpc>
                <a:spcPct val="110000"/>
              </a:lnSpc>
            </a:pPr>
            <a:r>
              <a:rPr sz="1100" b="1">
                <a:solidFill>
                  <a:srgbClr val="FFFFFF"/>
                </a:solidFill>
                <a:latin typeface="Poppins"/>
                <a:ea typeface="NanumGothic"/>
                <a:cs typeface="NanumGothic"/>
              </a:rPr>
              <a:t>좁힌 결론 · 남은 것</a:t>
            </a:r>
          </a:p>
        </p:txBody>
      </p:sp>
      <p:sp>
        <p:nvSpPr>
          <p:cNvPr id="16" name="Rectangle 15"/>
          <p:cNvSpPr/>
          <p:nvPr/>
        </p:nvSpPr>
        <p:spPr>
          <a:xfrm>
            <a:off x="502920" y="2212848"/>
            <a:ext cx="1737360" cy="107899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2258568"/>
            <a:ext cx="1517904"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H1′ 외부 지연 민감도</a:t>
            </a:r>
          </a:p>
        </p:txBody>
      </p:sp>
      <p:sp>
        <p:nvSpPr>
          <p:cNvPr id="18" name="Rectangle 17"/>
          <p:cNvSpPr/>
          <p:nvPr/>
        </p:nvSpPr>
        <p:spPr>
          <a:xfrm>
            <a:off x="2240280" y="2212848"/>
            <a:ext cx="3383280" cy="107899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0008" y="2258568"/>
            <a:ext cx="3163824"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읽기·쓰기 분리 → 읽기만 크게 반응(8–13배) · MAXR 1→16 → 민감도 9배 감소 · KWS·AD → 같은 성질</a:t>
            </a:r>
          </a:p>
        </p:txBody>
      </p:sp>
      <p:sp>
        <p:nvSpPr>
          <p:cNvPr id="20" name="Rectangle 19"/>
          <p:cNvSpPr/>
          <p:nvPr/>
        </p:nvSpPr>
        <p:spPr>
          <a:xfrm>
            <a:off x="5623560" y="2212848"/>
            <a:ext cx="3017520" cy="107899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33288" y="2258568"/>
            <a:ext cx="2798063"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맞음: 읽기 경로, 일반화 · 틀림: 'MAC과 무관'(1.19배), 375/750 예측(3 MAC에서 2–8% 과대)</a:t>
            </a:r>
          </a:p>
        </p:txBody>
      </p:sp>
      <p:sp>
        <p:nvSpPr>
          <p:cNvPr id="22" name="Rectangle 21"/>
          <p:cNvSpPr/>
          <p:nvPr/>
        </p:nvSpPr>
        <p:spPr>
          <a:xfrm>
            <a:off x="8641080" y="2212848"/>
            <a:ext cx="3108960" cy="107899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50807" y="2258568"/>
            <a:ext cx="2889504"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민감도 = 동시성으로 가려지지 못한 읽기 대기 · 남은 것: 500–1000 곡률, 512 비가산성(256은 지표 의존)</a:t>
            </a:r>
          </a:p>
        </p:txBody>
      </p:sp>
      <p:sp>
        <p:nvSpPr>
          <p:cNvPr id="24" name="Rectangle 23"/>
          <p:cNvSpPr/>
          <p:nvPr/>
        </p:nvSpPr>
        <p:spPr>
          <a:xfrm>
            <a:off x="502920" y="3291839"/>
            <a:ext cx="1737360"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3337559"/>
            <a:ext cx="1517904"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H2′ Wav2Letter 잔여 비용</a:t>
            </a:r>
          </a:p>
        </p:txBody>
      </p:sp>
      <p:sp>
        <p:nvSpPr>
          <p:cNvPr id="26" name="Rectangle 25"/>
          <p:cNvSpPr/>
          <p:nvPr/>
        </p:nvSpPr>
        <p:spPr>
          <a:xfrm>
            <a:off x="2240280" y="3291839"/>
            <a:ext cx="3383280"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50008" y="3337559"/>
            <a:ext cx="3163824"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EXT cap 0.5×~무제한 → 512 불변, 256은 0.5×에서만 +9% · 지연 0 → −7.8%/−1.3% · 배치 교체(탐색) → −10%/+12%</a:t>
            </a:r>
          </a:p>
        </p:txBody>
      </p:sp>
      <p:sp>
        <p:nvSpPr>
          <p:cNvPr id="28" name="Rectangle 27"/>
          <p:cNvSpPr/>
          <p:nvPr/>
        </p:nvSpPr>
        <p:spPr>
          <a:xfrm>
            <a:off x="5623560" y="3291839"/>
            <a:ext cx="3017520"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33288" y="3337559"/>
            <a:ext cx="2798063"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틀림: H2′-a(외부 대역폭 제약)는 512에서 불지지 · 탐색: 배치(+동반 컴파일 결과) 효과 존재</a:t>
            </a:r>
          </a:p>
        </p:txBody>
      </p:sp>
      <p:sp>
        <p:nvSpPr>
          <p:cNvPr id="30" name="Rectangle 29"/>
          <p:cNvSpPr/>
          <p:nvPr/>
        </p:nvSpPr>
        <p:spPr>
          <a:xfrm>
            <a:off x="8641080" y="3291839"/>
            <a:ext cx="3108960" cy="10789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50807" y="3337559"/>
            <a:ext cx="2889504"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잔여 비용은 외부 상한·지연에 임계값 미만, 배치에는 반응 · 남은 것: SRAM·계산·내부 처리 분리, 일반화</a:t>
            </a:r>
          </a:p>
        </p:txBody>
      </p:sp>
      <p:sp>
        <p:nvSpPr>
          <p:cNvPr id="32" name="Rectangle 31"/>
          <p:cNvSpPr/>
          <p:nvPr/>
        </p:nvSpPr>
        <p:spPr>
          <a:xfrm>
            <a:off x="502920" y="4370831"/>
            <a:ext cx="1737360" cy="107899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 y="4416551"/>
            <a:ext cx="1517904"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H3′ 형상·블록 매핑</a:t>
            </a:r>
          </a:p>
        </p:txBody>
      </p:sp>
      <p:sp>
        <p:nvSpPr>
          <p:cNvPr id="34" name="Rectangle 33"/>
          <p:cNvSpPr/>
          <p:nvPr/>
        </p:nvSpPr>
        <p:spPr>
          <a:xfrm>
            <a:off x="2240280" y="4370831"/>
            <a:ext cx="3383280" cy="107899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50008" y="4416551"/>
            <a:ext cx="3163824"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면적 고정·형상 변경 → r 변화 · 면적 확장 → 3×3 Conv만 단조 · 종류 변경 → 다름 · TA 완화 → Conv 형상 차이 소멸</a:t>
            </a:r>
          </a:p>
        </p:txBody>
      </p:sp>
      <p:sp>
        <p:nvSpPr>
          <p:cNvPr id="36" name="Rectangle 35"/>
          <p:cNvSpPr/>
          <p:nvPr/>
        </p:nvSpPr>
        <p:spPr>
          <a:xfrm>
            <a:off x="5623560" y="4370831"/>
            <a:ext cx="3017520" cy="107899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33288" y="4416551"/>
            <a:ext cx="2798063"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맞음: 형상 효과, 종류 의존 · 부분: 면적 효과 · 새 사실: Conv 형상 효과는 메모리 조건과 결합</a:t>
            </a:r>
          </a:p>
        </p:txBody>
      </p:sp>
      <p:sp>
        <p:nvSpPr>
          <p:cNvPr id="38" name="Rectangle 37"/>
          <p:cNvSpPr/>
          <p:nvPr/>
        </p:nvSpPr>
        <p:spPr>
          <a:xfrm>
            <a:off x="8641080" y="4370831"/>
            <a:ext cx="3108960" cy="107899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50807" y="4416551"/>
            <a:ext cx="2889504" cy="987551"/>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'작은 면적'보다 '256 block–형상 불일치 + 프로파일 전환'에 가까움. H3-R이 양자화·실효 TA 통제를 마쳤고 결과는 불변 · 남은 것: MAC별 Vela 가정, DW 손실 메커니즘</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부록 A6 · stall 카운터 수집 — qualification 실패로 중단</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29</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core-driver만 패치(HAL·러너 무변경) · 빈 PMU 슬롯 5–7에 stall 이벤트를 A·B 두 패스로 수집 (이벤트명은 원시값 행)</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첫 셀 qualification 실패로 캠페인 중단. 추가 이벤트 원시값은 성능·병목 분석에 사용하지 않는다. 나머지 5셀은 미실행.</a:t>
            </a:r>
          </a:p>
        </p:txBody>
      </p:sp>
      <p:sp>
        <p:nvSpPr>
          <p:cNvPr id="8" name="Rectangle 7"/>
          <p:cNvSpPr/>
          <p:nvPr/>
        </p:nvSpPr>
        <p:spPr>
          <a:xfrm>
            <a:off x="502920" y="1874519"/>
            <a:ext cx="2103120" cy="402336"/>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929384"/>
            <a:ext cx="1883663" cy="310896"/>
          </a:xfrm>
          <a:prstGeom prst="rect">
            <a:avLst/>
          </a:prstGeom>
          <a:noFill/>
        </p:spPr>
        <p:txBody>
          <a:bodyPr wrap="square" anchor="ctr" lIns="45720" rIns="45720" tIns="27432" bIns="27432">
            <a:spAutoFit/>
          </a:bodyPr>
          <a:lstStyle/>
          <a:p>
            <a:pPr algn="l">
              <a:lnSpc>
                <a:spcPct val="110000"/>
              </a:lnSpc>
            </a:pPr>
            <a:r>
              <a:rPr sz="1200" b="1">
                <a:solidFill>
                  <a:srgbClr val="FFFFFF"/>
                </a:solidFill>
                <a:latin typeface="Poppins"/>
                <a:ea typeface="NanumGothic"/>
                <a:cs typeface="NanumGothic"/>
              </a:rPr>
              <a:t>게이트</a:t>
            </a:r>
          </a:p>
        </p:txBody>
      </p:sp>
      <p:sp>
        <p:nvSpPr>
          <p:cNvPr id="10" name="Rectangle 9"/>
          <p:cNvSpPr/>
          <p:nvPr/>
        </p:nvSpPr>
        <p:spPr>
          <a:xfrm>
            <a:off x="2606039" y="1874519"/>
            <a:ext cx="3657600" cy="402336"/>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5768" y="1929384"/>
            <a:ext cx="3438144" cy="310896"/>
          </a:xfrm>
          <a:prstGeom prst="rect">
            <a:avLst/>
          </a:prstGeom>
          <a:noFill/>
        </p:spPr>
        <p:txBody>
          <a:bodyPr wrap="square" anchor="ctr" lIns="45720" rIns="45720" tIns="27432" bIns="27432">
            <a:spAutoFit/>
          </a:bodyPr>
          <a:lstStyle/>
          <a:p>
            <a:pPr algn="l">
              <a:lnSpc>
                <a:spcPct val="110000"/>
              </a:lnSpc>
            </a:pPr>
            <a:r>
              <a:rPr sz="1200" b="1">
                <a:solidFill>
                  <a:srgbClr val="FFFFFF"/>
                </a:solidFill>
                <a:latin typeface="Poppins"/>
                <a:ea typeface="NanumGothic"/>
                <a:cs typeface="NanumGothic"/>
              </a:rPr>
              <a:t>내용</a:t>
            </a:r>
          </a:p>
        </p:txBody>
      </p:sp>
      <p:sp>
        <p:nvSpPr>
          <p:cNvPr id="12" name="Rectangle 11"/>
          <p:cNvSpPr/>
          <p:nvPr/>
        </p:nvSpPr>
        <p:spPr>
          <a:xfrm>
            <a:off x="6263640" y="1874519"/>
            <a:ext cx="5486400" cy="402336"/>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929384"/>
            <a:ext cx="5266944" cy="310896"/>
          </a:xfrm>
          <a:prstGeom prst="rect">
            <a:avLst/>
          </a:prstGeom>
          <a:noFill/>
        </p:spPr>
        <p:txBody>
          <a:bodyPr wrap="square" anchor="ctr" lIns="45720" rIns="45720" tIns="27432" bIns="27432">
            <a:spAutoFit/>
          </a:bodyPr>
          <a:lstStyle/>
          <a:p>
            <a:pPr algn="l">
              <a:lnSpc>
                <a:spcPct val="110000"/>
              </a:lnSpc>
            </a:pPr>
            <a:r>
              <a:rPr sz="1200" b="1">
                <a:solidFill>
                  <a:srgbClr val="FFFFFF"/>
                </a:solidFill>
                <a:latin typeface="Poppins"/>
                <a:ea typeface="NanumGothic"/>
                <a:cs typeface="NanumGothic"/>
              </a:rPr>
              <a:t>첫 셀 (RNNoise U85 256) 결과</a:t>
            </a:r>
          </a:p>
        </p:txBody>
      </p:sp>
      <p:sp>
        <p:nvSpPr>
          <p:cNvPr id="14" name="Rectangle 13"/>
          <p:cNvSpPr/>
          <p:nvPr/>
        </p:nvSpPr>
        <p:spPr>
          <a:xfrm>
            <a:off x="502920" y="2276856"/>
            <a:ext cx="2103120" cy="56692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2322575"/>
            <a:ext cx="1883663"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clean 3회</a:t>
            </a:r>
          </a:p>
        </p:txBody>
      </p:sp>
      <p:sp>
        <p:nvSpPr>
          <p:cNvPr id="16" name="Rectangle 15"/>
          <p:cNvSpPr/>
          <p:nvPr/>
        </p:nvSpPr>
        <p:spPr>
          <a:xfrm>
            <a:off x="2606039" y="2276856"/>
            <a:ext cx="3657600" cy="56692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15768" y="2322575"/>
            <a:ext cx="3438144"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패치 없는 빌드가 동결값을 재현</a:t>
            </a:r>
          </a:p>
        </p:txBody>
      </p:sp>
      <p:sp>
        <p:nvSpPr>
          <p:cNvPr id="18" name="Rectangle 17"/>
          <p:cNvSpPr/>
          <p:nvPr/>
        </p:nvSpPr>
        <p:spPr>
          <a:xfrm>
            <a:off x="6263640" y="2276856"/>
            <a:ext cx="5486400" cy="56692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2322575"/>
            <a:ext cx="5266944"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통과 (Total 36,086 · Active 35,206 · beat 4종 동일)</a:t>
            </a:r>
          </a:p>
        </p:txBody>
      </p:sp>
      <p:sp>
        <p:nvSpPr>
          <p:cNvPr id="20" name="Rectangle 19"/>
          <p:cNvSpPr/>
          <p:nvPr/>
        </p:nvSpPr>
        <p:spPr>
          <a:xfrm>
            <a:off x="502920" y="2843784"/>
            <a:ext cx="2103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2889503"/>
            <a:ext cx="1883663"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G2 stock 카운터 = 동결값</a:t>
            </a:r>
          </a:p>
        </p:txBody>
      </p:sp>
      <p:sp>
        <p:nvSpPr>
          <p:cNvPr id="22" name="Rectangle 21"/>
          <p:cNvSpPr/>
          <p:nvPr/>
        </p:nvSpPr>
        <p:spPr>
          <a:xfrm>
            <a:off x="2606039" y="2843784"/>
            <a:ext cx="365760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15768" y="2889503"/>
            <a:ext cx="3438144"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패치 빌드에서 Total·Active·beat 6종이 그대로여야 함</a:t>
            </a:r>
          </a:p>
        </p:txBody>
      </p:sp>
      <p:sp>
        <p:nvSpPr>
          <p:cNvPr id="24" name="Rectangle 23"/>
          <p:cNvSpPr/>
          <p:nvPr/>
        </p:nvSpPr>
        <p:spPr>
          <a:xfrm>
            <a:off x="6263640" y="2843784"/>
            <a:ext cx="548640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2889503"/>
            <a:ext cx="5266944"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실패 — Active 35,194 (−12), Idle +12, Total·beat 동일. 배치 v1(HAL begin 직전)·v2(driver init) 모두 같은 편차</a:t>
            </a:r>
          </a:p>
        </p:txBody>
      </p:sp>
      <p:sp>
        <p:nvSpPr>
          <p:cNvPr id="26" name="Rectangle 25"/>
          <p:cNvSpPr/>
          <p:nvPr/>
        </p:nvSpPr>
        <p:spPr>
          <a:xfrm>
            <a:off x="502920" y="3410712"/>
            <a:ext cx="2103120" cy="56692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 y="3456432"/>
            <a:ext cx="1883663"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G7 UART 동일성</a:t>
            </a:r>
          </a:p>
        </p:txBody>
      </p:sp>
      <p:sp>
        <p:nvSpPr>
          <p:cNvPr id="28" name="Rectangle 27"/>
          <p:cNvSpPr/>
          <p:nvPr/>
        </p:nvSpPr>
        <p:spPr>
          <a:xfrm>
            <a:off x="2606039" y="3410712"/>
            <a:ext cx="3657600" cy="56692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15768" y="3456432"/>
            <a:ext cx="3438144"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S4 줄을 뺀 UART가 clean과 바이트 동일</a:t>
            </a:r>
          </a:p>
        </p:txBody>
      </p:sp>
      <p:sp>
        <p:nvSpPr>
          <p:cNvPr id="30" name="Rectangle 29"/>
          <p:cNvSpPr/>
          <p:nvPr/>
        </p:nvSpPr>
        <p:spPr>
          <a:xfrm>
            <a:off x="6263640" y="3410712"/>
            <a:ext cx="5486400" cy="56692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3368" y="3456432"/>
            <a:ext cx="5266944"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실패 (Active·Idle 줄) · 출력 텐서 동일성은 검사하지 않음(NOT_TESTED)</a:t>
            </a:r>
          </a:p>
        </p:txBody>
      </p:sp>
      <p:sp>
        <p:nvSpPr>
          <p:cNvPr id="32" name="Rectangle 31"/>
          <p:cNvSpPr/>
          <p:nvPr/>
        </p:nvSpPr>
        <p:spPr>
          <a:xfrm>
            <a:off x="502920" y="3977639"/>
            <a:ext cx="2103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 y="4023359"/>
            <a:ext cx="1883663"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원시값 (v1, 미사용)</a:t>
            </a:r>
          </a:p>
        </p:txBody>
      </p:sp>
      <p:sp>
        <p:nvSpPr>
          <p:cNvPr id="34" name="Rectangle 33"/>
          <p:cNvSpPr/>
          <p:nvPr/>
        </p:nvSpPr>
        <p:spPr>
          <a:xfrm>
            <a:off x="2606039" y="3977639"/>
            <a:ext cx="365760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15768" y="4023359"/>
            <a:ext cx="3438144"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3회 동일 · 패스 간 MAC_ACTIVE 동일 · overflow 0</a:t>
            </a:r>
          </a:p>
        </p:txBody>
      </p:sp>
      <p:sp>
        <p:nvSpPr>
          <p:cNvPr id="36" name="Rectangle 35"/>
          <p:cNvSpPr/>
          <p:nvPr/>
        </p:nvSpPr>
        <p:spPr>
          <a:xfrm>
            <a:off x="6263640" y="3977639"/>
            <a:ext cx="548640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73368" y="4023359"/>
            <a:ext cx="5266944" cy="475488"/>
          </a:xfrm>
          <a:prstGeom prst="rect">
            <a:avLst/>
          </a:prstGeom>
          <a:noFill/>
        </p:spPr>
        <p:txBody>
          <a:bodyPr wrap="square" anchor="ctr" lIns="45720" rIns="45720" tIns="27432" bIns="27432">
            <a:spAutoFit/>
          </a:bodyPr>
          <a:lstStyle/>
          <a:p>
            <a:pPr algn="l">
              <a:lnSpc>
                <a:spcPct val="110000"/>
              </a:lnSpc>
            </a:pPr>
            <a:r>
              <a:rPr sz="1150" b="0">
                <a:solidFill>
                  <a:srgbClr val="22364B"/>
                </a:solidFill>
                <a:latin typeface="Poppins"/>
                <a:ea typeface="NanumGothic"/>
                <a:cs typeface="NanumGothic"/>
              </a:rPr>
              <a:t>MAC_ACTIVE 1,590 · STALLED_BY_W 18,818 · STALLED_BY_IB 1,707 · AO_STALLED_BY_OB 0 · NPU_IDLE 이벤트 901</a:t>
            </a:r>
          </a:p>
        </p:txBody>
      </p:sp>
      <p:sp>
        <p:nvSpPr>
          <p:cNvPr id="38" name="TextBox 37"/>
          <p:cNvSpPr txBox="1"/>
          <p:nvPr/>
        </p:nvSpPr>
        <p:spPr>
          <a:xfrm>
            <a:off x="594360" y="4892040"/>
            <a:ext cx="10972800" cy="822960"/>
          </a:xfrm>
          <a:prstGeom prst="rect">
            <a:avLst/>
          </a:prstGeom>
          <a:noFill/>
        </p:spPr>
        <p:txBody>
          <a:bodyPr wrap="square" anchor="t" lIns="45720" rIns="45720" tIns="27432" bIns="27432">
            <a:spAutoFit/>
          </a:bodyPr>
          <a:lstStyle/>
          <a:p>
            <a:pPr algn="l">
              <a:lnSpc>
                <a:spcPct val="110000"/>
              </a:lnSpc>
            </a:pPr>
            <a:r>
              <a:rPr sz="1150" b="0">
                <a:solidFill>
                  <a:srgbClr val="566577"/>
                </a:solidFill>
                <a:latin typeface="Poppins"/>
                <a:ea typeface="NanumGothic"/>
                <a:cs typeface="NanumGothic"/>
              </a:rPr>
              <a:t>관측한 편차(−12)에 맞춰 허용오차를 사후 설정하지 않는다. 편차 원인(코드 크기·정렬에 따른 CPU 측 타이밍 추정)과 이벤트 의미(Arm TRM)는 미확인.</a:t>
            </a:r>
          </a:p>
          <a:p>
            <a:pPr algn="l">
              <a:lnSpc>
                <a:spcPct val="110000"/>
              </a:lnSpc>
            </a:pPr>
            <a:r>
              <a:rPr sz="1150" b="0">
                <a:solidFill>
                  <a:srgbClr val="566577"/>
                </a:solidFill>
                <a:latin typeface="Poppins"/>
                <a:ea typeface="NanumGothic"/>
                <a:cs typeface="NanumGothic"/>
              </a:rPr>
              <a:t>요인 1·2의 stall 근거는 여전히 없다. 다시 시도한다면 새 계약과 편차 원인 분리(패치 코드를 포함하되 실행하지 않는 더미 빌드)가 먼저다.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부록 A7 · H13 진단과 부수 확인 — TOTAL 양자화 · MAXR 마스크 · 검증 빌드</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30</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MLEK 26.03 · Vela 5.0.0 · TA 16값 명시 · 검증 빌드는 가드 안 3파일 패치(종료 후 복원) · GitHub 504로 33 arm 재실행</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PMU TOTAL은 1,000 사이클 단위로 양자화돼 있고 ACTIVE는 아니다(기원 미확인). mid·high 프로파일의 MAXR 64는 무제한이다.</a:t>
            </a:r>
          </a:p>
        </p:txBody>
      </p:sp>
      <p:sp>
        <p:nvSpPr>
          <p:cNvPr id="8" name="Rectangle 7"/>
          <p:cNvSpPr/>
          <p:nvPr/>
        </p:nvSpPr>
        <p:spPr>
          <a:xfrm>
            <a:off x="502920" y="1783080"/>
            <a:ext cx="32918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37943"/>
            <a:ext cx="307238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진단 arm (RNNoise U85 256 기본 프로파일)</a:t>
            </a:r>
          </a:p>
        </p:txBody>
      </p:sp>
      <p:sp>
        <p:nvSpPr>
          <p:cNvPr id="10" name="Rectangle 9"/>
          <p:cNvSpPr/>
          <p:nvPr/>
        </p:nvSpPr>
        <p:spPr>
          <a:xfrm>
            <a:off x="3794760" y="1783080"/>
            <a:ext cx="10058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04488" y="1837943"/>
            <a:ext cx="78638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TOTAL</a:t>
            </a:r>
          </a:p>
        </p:txBody>
      </p:sp>
      <p:sp>
        <p:nvSpPr>
          <p:cNvPr id="12" name="Rectangle 11"/>
          <p:cNvSpPr/>
          <p:nvPr/>
        </p:nvSpPr>
        <p:spPr>
          <a:xfrm>
            <a:off x="4800600" y="1783080"/>
            <a:ext cx="219456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0328" y="1837943"/>
            <a:ext cx="197510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ACTIVE</a:t>
            </a:r>
          </a:p>
        </p:txBody>
      </p:sp>
      <p:sp>
        <p:nvSpPr>
          <p:cNvPr id="14" name="Rectangle 13"/>
          <p:cNvSpPr/>
          <p:nvPr/>
        </p:nvSpPr>
        <p:spPr>
          <a:xfrm>
            <a:off x="6995160" y="1783080"/>
            <a:ext cx="14630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04888" y="1837943"/>
            <a:ext cx="124358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IDLE</a:t>
            </a:r>
          </a:p>
        </p:txBody>
      </p:sp>
      <p:sp>
        <p:nvSpPr>
          <p:cNvPr id="16" name="Rectangle 15"/>
          <p:cNvSpPr/>
          <p:nvPr/>
        </p:nvSpPr>
        <p:spPr>
          <a:xfrm>
            <a:off x="8458200" y="1783080"/>
            <a:ext cx="32918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67928" y="1837943"/>
            <a:ext cx="3072384" cy="292607"/>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읽기</a:t>
            </a:r>
          </a:p>
        </p:txBody>
      </p:sp>
      <p:sp>
        <p:nvSpPr>
          <p:cNvPr id="18" name="Rectangle 17"/>
          <p:cNvSpPr/>
          <p:nvPr/>
        </p:nvSpPr>
        <p:spPr>
          <a:xfrm>
            <a:off x="502920" y="2167128"/>
            <a:ext cx="3291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 y="2212848"/>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기준 r250_w125</a:t>
            </a:r>
          </a:p>
        </p:txBody>
      </p:sp>
      <p:sp>
        <p:nvSpPr>
          <p:cNvPr id="20" name="Rectangle 19"/>
          <p:cNvSpPr/>
          <p:nvPr/>
        </p:nvSpPr>
        <p:spPr>
          <a:xfrm>
            <a:off x="3794760" y="2167128"/>
            <a:ext cx="1005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4488" y="2212848"/>
            <a:ext cx="786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36,086</a:t>
            </a:r>
          </a:p>
        </p:txBody>
      </p:sp>
      <p:sp>
        <p:nvSpPr>
          <p:cNvPr id="22" name="Rectangle 21"/>
          <p:cNvSpPr/>
          <p:nvPr/>
        </p:nvSpPr>
        <p:spPr>
          <a:xfrm>
            <a:off x="4800600" y="2167128"/>
            <a:ext cx="219456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2212848"/>
            <a:ext cx="197510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35,206</a:t>
            </a:r>
          </a:p>
        </p:txBody>
      </p:sp>
      <p:sp>
        <p:nvSpPr>
          <p:cNvPr id="24" name="Rectangle 23"/>
          <p:cNvSpPr/>
          <p:nvPr/>
        </p:nvSpPr>
        <p:spPr>
          <a:xfrm>
            <a:off x="6995160" y="2167128"/>
            <a:ext cx="14630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4888" y="2212848"/>
            <a:ext cx="12435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880</a:t>
            </a:r>
          </a:p>
        </p:txBody>
      </p:sp>
      <p:sp>
        <p:nvSpPr>
          <p:cNvPr id="26" name="Rectangle 25"/>
          <p:cNvSpPr/>
          <p:nvPr/>
        </p:nvSpPr>
        <p:spPr>
          <a:xfrm>
            <a:off x="8458200" y="2167128"/>
            <a:ext cx="3291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67928" y="2212848"/>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잔여 086</a:t>
            </a:r>
          </a:p>
        </p:txBody>
      </p:sp>
      <p:sp>
        <p:nvSpPr>
          <p:cNvPr id="28" name="Rectangle 27"/>
          <p:cNvSpPr/>
          <p:nvPr/>
        </p:nvSpPr>
        <p:spPr>
          <a:xfrm>
            <a:off x="502920" y="2496312"/>
            <a:ext cx="3291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2542032"/>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읽기 지연 137 (125의 배수 아님)</a:t>
            </a:r>
          </a:p>
        </p:txBody>
      </p:sp>
      <p:sp>
        <p:nvSpPr>
          <p:cNvPr id="30" name="Rectangle 29"/>
          <p:cNvSpPr/>
          <p:nvPr/>
        </p:nvSpPr>
        <p:spPr>
          <a:xfrm>
            <a:off x="3794760" y="2496312"/>
            <a:ext cx="1005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04488" y="2542032"/>
            <a:ext cx="786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27,086</a:t>
            </a:r>
          </a:p>
        </p:txBody>
      </p:sp>
      <p:sp>
        <p:nvSpPr>
          <p:cNvPr id="32" name="Rectangle 31"/>
          <p:cNvSpPr/>
          <p:nvPr/>
        </p:nvSpPr>
        <p:spPr>
          <a:xfrm>
            <a:off x="4800600" y="2496312"/>
            <a:ext cx="21945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10328" y="2542032"/>
            <a:ext cx="197510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26,532</a:t>
            </a:r>
          </a:p>
        </p:txBody>
      </p:sp>
      <p:sp>
        <p:nvSpPr>
          <p:cNvPr id="34" name="Rectangle 33"/>
          <p:cNvSpPr/>
          <p:nvPr/>
        </p:nvSpPr>
        <p:spPr>
          <a:xfrm>
            <a:off x="6995160" y="2496312"/>
            <a:ext cx="14630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04888" y="2542032"/>
            <a:ext cx="12435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554</a:t>
            </a:r>
          </a:p>
        </p:txBody>
      </p:sp>
      <p:sp>
        <p:nvSpPr>
          <p:cNvPr id="36" name="Rectangle 35"/>
          <p:cNvSpPr/>
          <p:nvPr/>
        </p:nvSpPr>
        <p:spPr>
          <a:xfrm>
            <a:off x="8458200" y="2496312"/>
            <a:ext cx="3291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2542032"/>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125와 동일 TOTAL, 잔여 불변 → 지연 기원 아님</a:t>
            </a:r>
          </a:p>
        </p:txBody>
      </p:sp>
      <p:sp>
        <p:nvSpPr>
          <p:cNvPr id="38" name="Rectangle 37"/>
          <p:cNvSpPr/>
          <p:nvPr/>
        </p:nvSpPr>
        <p:spPr>
          <a:xfrm>
            <a:off x="502920" y="2825496"/>
            <a:ext cx="3291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2648" y="2871215"/>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EXT pulse 2000/500 (주기 반, 듀티 동일)</a:t>
            </a:r>
          </a:p>
        </p:txBody>
      </p:sp>
      <p:sp>
        <p:nvSpPr>
          <p:cNvPr id="40" name="Rectangle 39"/>
          <p:cNvSpPr/>
          <p:nvPr/>
        </p:nvSpPr>
        <p:spPr>
          <a:xfrm>
            <a:off x="3794760" y="2825496"/>
            <a:ext cx="1005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04488" y="2871215"/>
            <a:ext cx="786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34,086</a:t>
            </a:r>
          </a:p>
        </p:txBody>
      </p:sp>
      <p:sp>
        <p:nvSpPr>
          <p:cNvPr id="42" name="Rectangle 41"/>
          <p:cNvSpPr/>
          <p:nvPr/>
        </p:nvSpPr>
        <p:spPr>
          <a:xfrm>
            <a:off x="4800600" y="2825496"/>
            <a:ext cx="219456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10328" y="2871215"/>
            <a:ext cx="197510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33,726</a:t>
            </a:r>
          </a:p>
        </p:txBody>
      </p:sp>
      <p:sp>
        <p:nvSpPr>
          <p:cNvPr id="44" name="Rectangle 43"/>
          <p:cNvSpPr/>
          <p:nvPr/>
        </p:nvSpPr>
        <p:spPr>
          <a:xfrm>
            <a:off x="6995160" y="2825496"/>
            <a:ext cx="14630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04888" y="2871215"/>
            <a:ext cx="12435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360</a:t>
            </a:r>
          </a:p>
        </p:txBody>
      </p:sp>
      <p:sp>
        <p:nvSpPr>
          <p:cNvPr id="46" name="Rectangle 45"/>
          <p:cNvSpPr/>
          <p:nvPr/>
        </p:nvSpPr>
        <p:spPr>
          <a:xfrm>
            <a:off x="8458200" y="2825496"/>
            <a:ext cx="3291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67928" y="2871215"/>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−2,000, 잔여 불변 → pulse 주기 기원 아님</a:t>
            </a:r>
          </a:p>
        </p:txBody>
      </p:sp>
      <p:sp>
        <p:nvSpPr>
          <p:cNvPr id="48" name="Rectangle 47"/>
          <p:cNvSpPr/>
          <p:nvPr/>
        </p:nvSpPr>
        <p:spPr>
          <a:xfrm>
            <a:off x="502920" y="3154679"/>
            <a:ext cx="3291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2648" y="3200399"/>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SRAM_PULSE_OFF 0</a:t>
            </a:r>
          </a:p>
        </p:txBody>
      </p:sp>
      <p:sp>
        <p:nvSpPr>
          <p:cNvPr id="50" name="Rectangle 49"/>
          <p:cNvSpPr/>
          <p:nvPr/>
        </p:nvSpPr>
        <p:spPr>
          <a:xfrm>
            <a:off x="3794760" y="3154679"/>
            <a:ext cx="1005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904488" y="3200399"/>
            <a:ext cx="786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36,086</a:t>
            </a:r>
          </a:p>
        </p:txBody>
      </p:sp>
      <p:sp>
        <p:nvSpPr>
          <p:cNvPr id="52" name="Rectangle 51"/>
          <p:cNvSpPr/>
          <p:nvPr/>
        </p:nvSpPr>
        <p:spPr>
          <a:xfrm>
            <a:off x="4800600" y="3154679"/>
            <a:ext cx="21945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910328" y="3200399"/>
            <a:ext cx="197510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35,206</a:t>
            </a:r>
          </a:p>
        </p:txBody>
      </p:sp>
      <p:sp>
        <p:nvSpPr>
          <p:cNvPr id="54" name="Rectangle 53"/>
          <p:cNvSpPr/>
          <p:nvPr/>
        </p:nvSpPr>
        <p:spPr>
          <a:xfrm>
            <a:off x="6995160" y="3154679"/>
            <a:ext cx="14630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04888" y="3200399"/>
            <a:ext cx="12435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880</a:t>
            </a:r>
          </a:p>
        </p:txBody>
      </p:sp>
      <p:sp>
        <p:nvSpPr>
          <p:cNvPr id="56" name="Rectangle 55"/>
          <p:cNvSpPr/>
          <p:nvPr/>
        </p:nvSpPr>
        <p:spPr>
          <a:xfrm>
            <a:off x="8458200" y="3154679"/>
            <a:ext cx="3291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67928" y="3200399"/>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불변</a:t>
            </a:r>
          </a:p>
        </p:txBody>
      </p:sp>
      <p:sp>
        <p:nvSpPr>
          <p:cNvPr id="58" name="Rectangle 57"/>
          <p:cNvSpPr/>
          <p:nvPr/>
        </p:nvSpPr>
        <p:spPr>
          <a:xfrm>
            <a:off x="502920" y="3483863"/>
            <a:ext cx="3291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2648" y="3529583"/>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EXT_PULSE_OFF 0 (4 arm)</a:t>
            </a:r>
          </a:p>
        </p:txBody>
      </p:sp>
      <p:sp>
        <p:nvSpPr>
          <p:cNvPr id="60" name="Rectangle 59"/>
          <p:cNvSpPr/>
          <p:nvPr/>
        </p:nvSpPr>
        <p:spPr>
          <a:xfrm>
            <a:off x="3794760" y="3483863"/>
            <a:ext cx="1005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904488" y="3529583"/>
            <a:ext cx="786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a:t>
            </a:r>
          </a:p>
        </p:txBody>
      </p:sp>
      <p:sp>
        <p:nvSpPr>
          <p:cNvPr id="62" name="Rectangle 61"/>
          <p:cNvSpPr/>
          <p:nvPr/>
        </p:nvSpPr>
        <p:spPr>
          <a:xfrm>
            <a:off x="4800600" y="3483863"/>
            <a:ext cx="219456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910328" y="3529583"/>
            <a:ext cx="197510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a:t>
            </a:r>
          </a:p>
        </p:txBody>
      </p:sp>
      <p:sp>
        <p:nvSpPr>
          <p:cNvPr id="64" name="Rectangle 63"/>
          <p:cNvSpPr/>
          <p:nvPr/>
        </p:nvSpPr>
        <p:spPr>
          <a:xfrm>
            <a:off x="6995160" y="3483863"/>
            <a:ext cx="14630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04888" y="3529583"/>
            <a:ext cx="12435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a:t>
            </a:r>
          </a:p>
        </p:txBody>
      </p:sp>
      <p:sp>
        <p:nvSpPr>
          <p:cNvPr id="66" name="Rectangle 65"/>
          <p:cNvSpPr/>
          <p:nvPr/>
        </p:nvSpPr>
        <p:spPr>
          <a:xfrm>
            <a:off x="8458200" y="3483863"/>
            <a:ext cx="3291840" cy="329184"/>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67928" y="3529583"/>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FVP 미완주, 3,600 s 타임아웃 → NOT_EVALUABLE</a:t>
            </a:r>
          </a:p>
        </p:txBody>
      </p:sp>
      <p:sp>
        <p:nvSpPr>
          <p:cNvPr id="68" name="Rectangle 67"/>
          <p:cNvSpPr/>
          <p:nvPr/>
        </p:nvSpPr>
        <p:spPr>
          <a:xfrm>
            <a:off x="502920" y="3813048"/>
            <a:ext cx="3291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2648" y="3858768"/>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FVP quantum 10000 / 1000 / 100 / 10</a:t>
            </a:r>
          </a:p>
        </p:txBody>
      </p:sp>
      <p:sp>
        <p:nvSpPr>
          <p:cNvPr id="70" name="Rectangle 69"/>
          <p:cNvSpPr/>
          <p:nvPr/>
        </p:nvSpPr>
        <p:spPr>
          <a:xfrm>
            <a:off x="3794760" y="3813048"/>
            <a:ext cx="1005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904488" y="3858768"/>
            <a:ext cx="786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36,086 ×4</a:t>
            </a:r>
          </a:p>
        </p:txBody>
      </p:sp>
      <p:sp>
        <p:nvSpPr>
          <p:cNvPr id="72" name="Rectangle 71"/>
          <p:cNvSpPr/>
          <p:nvPr/>
        </p:nvSpPr>
        <p:spPr>
          <a:xfrm>
            <a:off x="4800600" y="3813048"/>
            <a:ext cx="21945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910328" y="3858768"/>
            <a:ext cx="197510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35,206 / 35,200 / 35,212 / 35,216</a:t>
            </a:r>
          </a:p>
        </p:txBody>
      </p:sp>
      <p:sp>
        <p:nvSpPr>
          <p:cNvPr id="74" name="Rectangle 73"/>
          <p:cNvSpPr/>
          <p:nvPr/>
        </p:nvSpPr>
        <p:spPr>
          <a:xfrm>
            <a:off x="6995160" y="3813048"/>
            <a:ext cx="14630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04888" y="3858768"/>
            <a:ext cx="12435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880 / 886 / 874 / 870</a:t>
            </a:r>
          </a:p>
        </p:txBody>
      </p:sp>
      <p:sp>
        <p:nvSpPr>
          <p:cNvPr id="76" name="Rectangle 75"/>
          <p:cNvSpPr/>
          <p:nvPr/>
        </p:nvSpPr>
        <p:spPr>
          <a:xfrm>
            <a:off x="8458200" y="3813048"/>
            <a:ext cx="3291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567928" y="3858768"/>
            <a:ext cx="3072384" cy="237744"/>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TOTAL 불변 → 스케줄러 기원 아님</a:t>
            </a:r>
          </a:p>
        </p:txBody>
      </p:sp>
      <p:sp>
        <p:nvSpPr>
          <p:cNvPr id="78" name="TextBox 77"/>
          <p:cNvSpPr txBox="1"/>
          <p:nvPr/>
        </p:nvSpPr>
        <p:spPr>
          <a:xfrm>
            <a:off x="594360" y="4251960"/>
            <a:ext cx="11064240" cy="1463040"/>
          </a:xfrm>
          <a:prstGeom prst="rect">
            <a:avLst/>
          </a:prstGeom>
          <a:noFill/>
        </p:spPr>
        <p:txBody>
          <a:bodyPr wrap="square" anchor="t" lIns="45720" rIns="45720" tIns="27432" bIns="27432">
            <a:spAutoFit/>
          </a:bodyPr>
          <a:lstStyle/>
          <a:p>
            <a:pPr algn="l">
              <a:lnSpc>
                <a:spcPct val="110000"/>
              </a:lnSpc>
            </a:pPr>
            <a:r>
              <a:rPr sz="1000" b="0">
                <a:solidFill>
                  <a:srgbClr val="566577"/>
                </a:solidFill>
                <a:latin typeface="Poppins"/>
                <a:ea typeface="NanumGothic"/>
                <a:cs typeface="NanumGothic"/>
              </a:rPr>
              <a:t>결론(사전 규칙): 격자는 'CPU/드라이버/모델 측 정지 시점 기원(미확인)'. 사전 판정은 계약대로 TOTAL 기준, 수천 사이클 규모 결과에는 ACTIVE 재검을 POST_HOC으로 병기. 큰 모델에서는 무시 가능한 크기.</a:t>
            </a:r>
          </a:p>
          <a:p>
            <a:pPr algn="l">
              <a:lnSpc>
                <a:spcPct val="110000"/>
              </a:lnSpc>
            </a:pPr>
            <a:r>
              <a:rPr sz="1000" b="0">
                <a:solidFill>
                  <a:srgbClr val="566577"/>
                </a:solidFill>
                <a:latin typeface="Poppins"/>
                <a:ea typeface="NanumGothic"/>
                <a:cs typeface="NanumGothic"/>
              </a:rPr>
              <a:t>MAXR 64 = 무제한: core-platform timing_adapter.c의 TA_MAXR_MASK 0x3F, ta_set_maxr()가 64 &amp; 0x3F = 0을 레지스터에 씀. 측정에서도 64 = 0 = 63. 생성 헤더에는 64로 남는다. 따라서 MLEK mid·high 프로파일(512·1024·2048)의 모든 측정은 미완료 읽기 무제한 조건.</a:t>
            </a:r>
          </a:p>
          <a:p>
            <a:pPr algn="l">
              <a:lnSpc>
                <a:spcPct val="110000"/>
              </a:lnSpc>
            </a:pPr>
            <a:r>
              <a:rPr sz="1000" b="0">
                <a:solidFill>
                  <a:srgbClr val="566577"/>
                </a:solidFill>
                <a:latin typeface="Poppins"/>
                <a:ea typeface="NanumGothic"/>
                <a:cs typeface="NanumGothic"/>
              </a:rPr>
              <a:t>검증 빌드: stock VERIFY_TEST_OUTPUT 경로가 26.03에서 컴파일되지 않아 가드 안쪽만 고친 3파일 패치로 별도 빌드. 매 arm에서 stock AXF SHA = 동결 AXF SHA(기본 arm)·Vela 산출물 SHA 동일·출력 바이트 셀별 동일 확인. 검증 빌드 PMU = stock PMU. 종료 후 원본 다이제스트로 복원.</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부록 A8 · H3-R 보강 실험 — 양자화와 실효 TA를 고정한 형상 재측정</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31</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면적 36의 9형상 × 3개 연산 = 27모델 × U85 256/512 × base·equalized(+DW bridge) = 126 arm · arm당 3회 + 출력 검증 빌드</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두 통제 문제를 제거했더니 사라진 것은 두 개의 대안 설명뿐이고, 측정값은 하나도 달라지지 않았다.</a:t>
            </a:r>
          </a:p>
        </p:txBody>
      </p:sp>
      <p:sp>
        <p:nvSpPr>
          <p:cNvPr id="8" name="Rectangle 7"/>
          <p:cNvSpPr/>
          <p:nvPr/>
        </p:nvSpPr>
        <p:spPr>
          <a:xfrm>
            <a:off x="502920" y="1783080"/>
            <a:ext cx="265176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37943"/>
            <a:ext cx="2432304"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무엇을 고정·변경했나</a:t>
            </a:r>
          </a:p>
        </p:txBody>
      </p:sp>
      <p:sp>
        <p:nvSpPr>
          <p:cNvPr id="10" name="Rectangle 9"/>
          <p:cNvSpPr/>
          <p:nvPr/>
        </p:nvSpPr>
        <p:spPr>
          <a:xfrm>
            <a:off x="3154680" y="1783080"/>
            <a:ext cx="466344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64408" y="1837943"/>
            <a:ext cx="4443983"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방법</a:t>
            </a:r>
          </a:p>
        </p:txBody>
      </p:sp>
      <p:sp>
        <p:nvSpPr>
          <p:cNvPr id="12" name="Rectangle 11"/>
          <p:cNvSpPr/>
          <p:nvPr/>
        </p:nvSpPr>
        <p:spPr>
          <a:xfrm>
            <a:off x="7818120" y="1783080"/>
            <a:ext cx="3931920" cy="384048"/>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27848" y="1837943"/>
            <a:ext cx="3712463" cy="292607"/>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결과</a:t>
            </a:r>
          </a:p>
        </p:txBody>
      </p:sp>
      <p:sp>
        <p:nvSpPr>
          <p:cNvPr id="14" name="Rectangle 13"/>
          <p:cNvSpPr/>
          <p:nvPr/>
        </p:nvSpPr>
        <p:spPr>
          <a:xfrm>
            <a:off x="502920" y="2167128"/>
            <a:ext cx="2651760" cy="96012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2212848"/>
            <a:ext cx="2432304" cy="868680"/>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형상별 calibration 차이 제거</a:t>
            </a:r>
          </a:p>
        </p:txBody>
      </p:sp>
      <p:sp>
        <p:nvSpPr>
          <p:cNvPr id="16" name="Rectangle 15"/>
          <p:cNvSpPr/>
          <p:nvPr/>
        </p:nvSpPr>
        <p:spPr>
          <a:xfrm>
            <a:off x="3154680" y="2167128"/>
            <a:ext cx="4663440" cy="96012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64408" y="2212848"/>
            <a:ext cx="4443983" cy="868680"/>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기준 6×6 INT8 모델의 flatbuffer에서 IFM/OFM shape 필드만 변경 — 최종 가중치·bias 버퍼와 양자화 레코드가 형상 간 바이트 동일 (G1′ 27/27)</a:t>
            </a:r>
          </a:p>
        </p:txBody>
      </p:sp>
      <p:sp>
        <p:nvSpPr>
          <p:cNvPr id="18" name="Rectangle 17"/>
          <p:cNvSpPr/>
          <p:nvPr/>
        </p:nvSpPr>
        <p:spPr>
          <a:xfrm>
            <a:off x="7818120" y="2167128"/>
            <a:ext cx="3931920" cy="96012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7848" y="2212848"/>
            <a:ext cx="3712463" cy="868680"/>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base 54셀의 TOTAL·ACTIVE가 기존 H3와 전부 일치 · OFM block·ublock·encoded weight·EXT 전송량도 동일 · Vela 산출물 파일 sha만 24/27에서 다름</a:t>
            </a:r>
          </a:p>
        </p:txBody>
      </p:sp>
      <p:sp>
        <p:nvSpPr>
          <p:cNvPr id="20" name="Rectangle 19"/>
          <p:cNvSpPr/>
          <p:nvPr/>
        </p:nvSpPr>
        <p:spPr>
          <a:xfrm>
            <a:off x="502920" y="3127248"/>
            <a:ext cx="2651760"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172968"/>
            <a:ext cx="2432304" cy="868680"/>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MAC 간 EXT_MAXR/MAXW 비대칭 제거</a:t>
            </a:r>
          </a:p>
        </p:txBody>
      </p:sp>
      <p:sp>
        <p:nvSpPr>
          <p:cNvPr id="22" name="Rectangle 21"/>
          <p:cNvSpPr/>
          <p:nvPr/>
        </p:nvSpPr>
        <p:spPr>
          <a:xfrm>
            <a:off x="3154680" y="3127248"/>
            <a:ext cx="4663440"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64408" y="3172968"/>
            <a:ext cx="4443983" cy="868680"/>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equalized: 두 MAC의 생성 헤더 26개 필드를 드라이버 마스크 적용 후 전부 동일하게 (256의 MAXR 24→0, MAXW 12→0 / 512의 MAXW 32→0)</a:t>
            </a:r>
          </a:p>
        </p:txBody>
      </p:sp>
      <p:sp>
        <p:nvSpPr>
          <p:cNvPr id="24" name="Rectangle 23"/>
          <p:cNvSpPr/>
          <p:nvPr/>
        </p:nvSpPr>
        <p:spPr>
          <a:xfrm>
            <a:off x="7818120" y="3127248"/>
            <a:ext cx="3931920"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27848" y="3172968"/>
            <a:ext cx="3712463" cy="868680"/>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DW 연결 대조군에서 bridge(기존 relaxed TA) ↔ equalized가 7개 카운터 전부 동일 (9형상 × 2 MAC = 18/18, ACTIVE 포함) · AXF는 18/18 모두 다름</a:t>
            </a:r>
          </a:p>
        </p:txBody>
      </p:sp>
      <p:sp>
        <p:nvSpPr>
          <p:cNvPr id="26" name="Rectangle 25"/>
          <p:cNvSpPr/>
          <p:nvPr/>
        </p:nvSpPr>
        <p:spPr>
          <a:xfrm>
            <a:off x="502920" y="3977639"/>
            <a:ext cx="301752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 y="4032503"/>
            <a:ext cx="2798063"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면적 36 spread (r = C512/C256)</a:t>
            </a:r>
          </a:p>
        </p:txBody>
      </p:sp>
      <p:sp>
        <p:nvSpPr>
          <p:cNvPr id="28" name="Rectangle 27"/>
          <p:cNvSpPr/>
          <p:nvPr/>
        </p:nvSpPr>
        <p:spPr>
          <a:xfrm>
            <a:off x="3520439" y="3977639"/>
            <a:ext cx="17373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30168" y="4032503"/>
            <a:ext cx="151790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1×1 Conv</a:t>
            </a:r>
          </a:p>
        </p:txBody>
      </p:sp>
      <p:sp>
        <p:nvSpPr>
          <p:cNvPr id="30" name="Rectangle 29"/>
          <p:cNvSpPr/>
          <p:nvPr/>
        </p:nvSpPr>
        <p:spPr>
          <a:xfrm>
            <a:off x="5257800" y="3977639"/>
            <a:ext cx="17373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67528" y="4032503"/>
            <a:ext cx="151790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3×3 Conv</a:t>
            </a:r>
          </a:p>
        </p:txBody>
      </p:sp>
      <p:sp>
        <p:nvSpPr>
          <p:cNvPr id="32" name="Rectangle 31"/>
          <p:cNvSpPr/>
          <p:nvPr/>
        </p:nvSpPr>
        <p:spPr>
          <a:xfrm>
            <a:off x="6995160" y="3977639"/>
            <a:ext cx="17373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04888" y="4032503"/>
            <a:ext cx="1517904" cy="274320"/>
          </a:xfrm>
          <a:prstGeom prst="rect">
            <a:avLst/>
          </a:prstGeom>
          <a:noFill/>
        </p:spPr>
        <p:txBody>
          <a:bodyPr wrap="square" anchor="ctr" lIns="45720" rIns="45720" tIns="27432" bIns="27432">
            <a:spAutoFit/>
          </a:bodyPr>
          <a:lstStyle/>
          <a:p>
            <a:pPr algn="l">
              <a:lnSpc>
                <a:spcPct val="110000"/>
              </a:lnSpc>
            </a:pPr>
            <a:r>
              <a:rPr sz="1000" b="1">
                <a:solidFill>
                  <a:srgbClr val="FFFFFF"/>
                </a:solidFill>
                <a:latin typeface="Poppins"/>
                <a:ea typeface="NanumGothic"/>
                <a:cs typeface="NanumGothic"/>
              </a:rPr>
              <a:t>3×3 DW</a:t>
            </a:r>
          </a:p>
        </p:txBody>
      </p:sp>
      <p:sp>
        <p:nvSpPr>
          <p:cNvPr id="34" name="Rectangle 33"/>
          <p:cNvSpPr/>
          <p:nvPr/>
        </p:nvSpPr>
        <p:spPr>
          <a:xfrm>
            <a:off x="502920" y="4343400"/>
            <a:ext cx="301752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 y="4389120"/>
            <a:ext cx="2798063"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base (MAC별 프로파일)</a:t>
            </a:r>
          </a:p>
        </p:txBody>
      </p:sp>
      <p:sp>
        <p:nvSpPr>
          <p:cNvPr id="36" name="Rectangle 35"/>
          <p:cNvSpPr/>
          <p:nvPr/>
        </p:nvSpPr>
        <p:spPr>
          <a:xfrm>
            <a:off x="3520439" y="4343400"/>
            <a:ext cx="17373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30168" y="4389120"/>
            <a:ext cx="15179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0.463 / 0.402</a:t>
            </a:r>
          </a:p>
        </p:txBody>
      </p:sp>
      <p:sp>
        <p:nvSpPr>
          <p:cNvPr id="38" name="Rectangle 37"/>
          <p:cNvSpPr/>
          <p:nvPr/>
        </p:nvSpPr>
        <p:spPr>
          <a:xfrm>
            <a:off x="5257800" y="4343400"/>
            <a:ext cx="17373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67528" y="4389120"/>
            <a:ext cx="15179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0.355 / 0.329</a:t>
            </a:r>
          </a:p>
        </p:txBody>
      </p:sp>
      <p:sp>
        <p:nvSpPr>
          <p:cNvPr id="40" name="Rectangle 39"/>
          <p:cNvSpPr/>
          <p:nvPr/>
        </p:nvSpPr>
        <p:spPr>
          <a:xfrm>
            <a:off x="6995160" y="4343400"/>
            <a:ext cx="17373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04888" y="4389120"/>
            <a:ext cx="15179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0.000 / 0.074</a:t>
            </a:r>
          </a:p>
        </p:txBody>
      </p:sp>
      <p:sp>
        <p:nvSpPr>
          <p:cNvPr id="42" name="Rectangle 41"/>
          <p:cNvSpPr/>
          <p:nvPr/>
        </p:nvSpPr>
        <p:spPr>
          <a:xfrm>
            <a:off x="502920" y="4636008"/>
            <a:ext cx="301752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2648" y="4681728"/>
            <a:ext cx="2798063"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equalized (실효 TA 전부 동일)</a:t>
            </a:r>
          </a:p>
        </p:txBody>
      </p:sp>
      <p:sp>
        <p:nvSpPr>
          <p:cNvPr id="44" name="Rectangle 43"/>
          <p:cNvSpPr/>
          <p:nvPr/>
        </p:nvSpPr>
        <p:spPr>
          <a:xfrm>
            <a:off x="3520439" y="4636008"/>
            <a:ext cx="17373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30168" y="4681728"/>
            <a:ext cx="15179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0.132 / 0.226</a:t>
            </a:r>
          </a:p>
        </p:txBody>
      </p:sp>
      <p:sp>
        <p:nvSpPr>
          <p:cNvPr id="46" name="Rectangle 45"/>
          <p:cNvSpPr/>
          <p:nvPr/>
        </p:nvSpPr>
        <p:spPr>
          <a:xfrm>
            <a:off x="5257800" y="4636008"/>
            <a:ext cx="17373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67528" y="4681728"/>
            <a:ext cx="15179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0.049 / 0.034</a:t>
            </a:r>
          </a:p>
        </p:txBody>
      </p:sp>
      <p:sp>
        <p:nvSpPr>
          <p:cNvPr id="48" name="Rectangle 47"/>
          <p:cNvSpPr/>
          <p:nvPr/>
        </p:nvSpPr>
        <p:spPr>
          <a:xfrm>
            <a:off x="6995160" y="4636008"/>
            <a:ext cx="17373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04888" y="4681728"/>
            <a:ext cx="15179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0.492 / 0.252</a:t>
            </a:r>
          </a:p>
        </p:txBody>
      </p:sp>
      <p:sp>
        <p:nvSpPr>
          <p:cNvPr id="50" name="Rectangle 49"/>
          <p:cNvSpPr/>
          <p:nvPr/>
        </p:nvSpPr>
        <p:spPr>
          <a:xfrm>
            <a:off x="502920" y="4928616"/>
            <a:ext cx="301752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2648" y="4974336"/>
            <a:ext cx="2798063"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bridge (기존 relaxed TA)</a:t>
            </a:r>
          </a:p>
        </p:txBody>
      </p:sp>
      <p:sp>
        <p:nvSpPr>
          <p:cNvPr id="52" name="Rectangle 51"/>
          <p:cNvSpPr/>
          <p:nvPr/>
        </p:nvSpPr>
        <p:spPr>
          <a:xfrm>
            <a:off x="3520439" y="4928616"/>
            <a:ext cx="17373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30168" y="4974336"/>
            <a:ext cx="15179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a:t>
            </a:r>
          </a:p>
        </p:txBody>
      </p:sp>
      <p:sp>
        <p:nvSpPr>
          <p:cNvPr id="54" name="Rectangle 53"/>
          <p:cNvSpPr/>
          <p:nvPr/>
        </p:nvSpPr>
        <p:spPr>
          <a:xfrm>
            <a:off x="5257800" y="4928616"/>
            <a:ext cx="17373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67528" y="4974336"/>
            <a:ext cx="15179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a:t>
            </a:r>
          </a:p>
        </p:txBody>
      </p:sp>
      <p:sp>
        <p:nvSpPr>
          <p:cNvPr id="56" name="Rectangle 55"/>
          <p:cNvSpPr/>
          <p:nvPr/>
        </p:nvSpPr>
        <p:spPr>
          <a:xfrm>
            <a:off x="6995160" y="4928616"/>
            <a:ext cx="1737360" cy="292608"/>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04888" y="4974336"/>
            <a:ext cx="1517904" cy="201168"/>
          </a:xfrm>
          <a:prstGeom prst="rect">
            <a:avLst/>
          </a:prstGeom>
          <a:noFill/>
        </p:spPr>
        <p:txBody>
          <a:bodyPr wrap="square" anchor="ctr" lIns="45720" rIns="45720" tIns="27432" bIns="27432">
            <a:spAutoFit/>
          </a:bodyPr>
          <a:lstStyle/>
          <a:p>
            <a:pPr algn="l">
              <a:lnSpc>
                <a:spcPct val="110000"/>
              </a:lnSpc>
            </a:pPr>
            <a:r>
              <a:rPr sz="1000" b="0">
                <a:solidFill>
                  <a:srgbClr val="22364B"/>
                </a:solidFill>
                <a:latin typeface="Poppins"/>
                <a:ea typeface="NanumGothic"/>
                <a:cs typeface="NanumGothic"/>
              </a:rPr>
              <a:t>0.492 / 0.252</a:t>
            </a:r>
          </a:p>
        </p:txBody>
      </p:sp>
      <p:sp>
        <p:nvSpPr>
          <p:cNvPr id="58" name="TextBox 57"/>
          <p:cNvSpPr txBox="1"/>
          <p:nvPr/>
        </p:nvSpPr>
        <p:spPr>
          <a:xfrm>
            <a:off x="9006840" y="3977639"/>
            <a:ext cx="2697480" cy="1463040"/>
          </a:xfrm>
          <a:prstGeom prst="rect">
            <a:avLst/>
          </a:prstGeom>
          <a:noFill/>
        </p:spPr>
        <p:txBody>
          <a:bodyPr wrap="square" anchor="t" lIns="45720" rIns="45720" tIns="27432" bIns="27432">
            <a:spAutoFit/>
          </a:bodyPr>
          <a:lstStyle/>
          <a:p>
            <a:pPr algn="l">
              <a:lnSpc>
                <a:spcPct val="110000"/>
              </a:lnSpc>
            </a:pPr>
            <a:r>
              <a:rPr sz="950" b="0">
                <a:solidFill>
                  <a:srgbClr val="566577"/>
                </a:solidFill>
                <a:latin typeface="Poppins"/>
                <a:ea typeface="NanumGothic"/>
                <a:cs typeface="NanumGothic"/>
              </a:rPr>
              <a:t>값은 TOTAL / ACTIVE.</a:t>
            </a:r>
          </a:p>
          <a:p>
            <a:pPr algn="l">
              <a:lnSpc>
                <a:spcPct val="110000"/>
              </a:lnSpc>
            </a:pPr>
            <a:r>
              <a:rPr sz="950" b="0">
                <a:solidFill>
                  <a:srgbClr val="566577"/>
                </a:solidFill>
                <a:latin typeface="Poppins"/>
                <a:ea typeface="NanumGothic"/>
                <a:cs typeface="NanumGothic"/>
              </a:rPr>
              <a:t>형상 효과는 1×1·3×3 base와 1×1 equalized, DW equalized·bridge에서 성립(≥ 0.10).</a:t>
            </a:r>
          </a:p>
          <a:p>
            <a:pPr algn="l">
              <a:lnSpc>
                <a:spcPct val="110000"/>
              </a:lnSpc>
            </a:pPr>
            <a:r>
              <a:rPr sz="950" b="0">
                <a:solidFill>
                  <a:srgbClr val="566577"/>
                </a:solidFill>
                <a:latin typeface="Poppins"/>
                <a:ea typeface="NanumGothic"/>
                <a:cs typeface="NanumGothic"/>
              </a:rPr>
              <a:t>3×3은 equalized에서 소멸, DW는 equalized에서만 생김.</a:t>
            </a:r>
          </a:p>
        </p:txBody>
      </p:sp>
      <p:sp>
        <p:nvSpPr>
          <p:cNvPr id="59" name="TextBox 58"/>
          <p:cNvSpPr txBox="1"/>
          <p:nvPr/>
        </p:nvSpPr>
        <p:spPr>
          <a:xfrm>
            <a:off x="594360" y="5349240"/>
            <a:ext cx="11064240" cy="411480"/>
          </a:xfrm>
          <a:prstGeom prst="rect">
            <a:avLst/>
          </a:prstGeom>
          <a:noFill/>
        </p:spPr>
        <p:txBody>
          <a:bodyPr wrap="square" anchor="t" lIns="45720" rIns="45720" tIns="27432" bIns="27432">
            <a:spAutoFit/>
          </a:bodyPr>
          <a:lstStyle/>
          <a:p>
            <a:pPr algn="l">
              <a:lnSpc>
                <a:spcPct val="110000"/>
              </a:lnSpc>
            </a:pPr>
            <a:r>
              <a:rPr sz="950" b="0">
                <a:solidFill>
                  <a:srgbClr val="566577"/>
                </a:solidFill>
                <a:latin typeface="Poppins"/>
                <a:ea typeface="NanumGothic"/>
                <a:cs typeface="NanumGothic"/>
              </a:rPr>
              <a:t>말하지 않는 것: 양자화 조건이 일반적으로 성능과 무관하다(여기서 달랐던 것은 scale·zero-point·bias뿐이고 가중치 크기·구조는 원래 같았다) · 'DW는 매핑 자체가 원인'(equalized에서도 두 MAC은 Vela system_config·산출물·블록이 다르다) · base↔equalized 차이를 지연/대역폭/동시성 중 하나의 효과로 귀속.</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74320"/>
            <a:ext cx="10698480" cy="548640"/>
          </a:xfrm>
          <a:prstGeom prst="rect">
            <a:avLst/>
          </a:prstGeom>
          <a:noFill/>
        </p:spPr>
        <p:txBody>
          <a:bodyPr wrap="square" anchor="t" lIns="45720" rIns="45720" tIns="27432" bIns="27432">
            <a:spAutoFit/>
          </a:bodyPr>
          <a:lstStyle/>
          <a:p>
            <a:pPr algn="l">
              <a:lnSpc>
                <a:spcPct val="110000"/>
              </a:lnSpc>
            </a:pPr>
            <a:r>
              <a:rPr sz="2600" b="1">
                <a:solidFill>
                  <a:srgbClr val="FFFFFF"/>
                </a:solidFill>
                <a:latin typeface="Poppins"/>
                <a:ea typeface="NanumGothic"/>
                <a:cs typeface="NanumGothic"/>
              </a:rPr>
              <a:t>부록 A9 · H3-R 게이트·증거와 지표 대응</a:t>
            </a:r>
          </a:p>
        </p:txBody>
      </p:sp>
      <p:sp>
        <p:nvSpPr>
          <p:cNvPr id="3" name="TextBox 2"/>
          <p:cNvSpPr txBox="1"/>
          <p:nvPr/>
        </p:nvSpPr>
        <p:spPr>
          <a:xfrm>
            <a:off x="11000232" y="365760"/>
            <a:ext cx="731520" cy="274320"/>
          </a:xfrm>
          <a:prstGeom prst="rect">
            <a:avLst/>
          </a:prstGeom>
          <a:noFill/>
        </p:spPr>
        <p:txBody>
          <a:bodyPr wrap="square" anchor="t" lIns="45720" rIns="45720" tIns="27432" bIns="27432">
            <a:spAutoFit/>
          </a:bodyPr>
          <a:lstStyle/>
          <a:p>
            <a:pPr algn="l">
              <a:lnSpc>
                <a:spcPct val="110000"/>
              </a:lnSpc>
            </a:pPr>
            <a:r>
              <a:rPr sz="1300" b="0">
                <a:solidFill>
                  <a:srgbClr val="FFFFFF"/>
                </a:solidFill>
                <a:latin typeface="Poppins"/>
                <a:ea typeface="NanumGothic"/>
                <a:cs typeface="NanumGothic"/>
              </a:rPr>
              <a:t>32</a:t>
            </a:r>
          </a:p>
        </p:txBody>
      </p:sp>
      <p:sp>
        <p:nvSpPr>
          <p:cNvPr id="4" name="TextBox 3"/>
          <p:cNvSpPr txBox="1"/>
          <p:nvPr/>
        </p:nvSpPr>
        <p:spPr>
          <a:xfrm>
            <a:off x="502920" y="1225296"/>
            <a:ext cx="11155680" cy="521207"/>
          </a:xfrm>
          <a:prstGeom prst="rect">
            <a:avLst/>
          </a:prstGeom>
          <a:noFill/>
        </p:spPr>
        <p:txBody>
          <a:bodyPr wrap="square" anchor="t" lIns="45720" rIns="45720" tIns="27432" bIns="27432">
            <a:spAutoFit/>
          </a:bodyPr>
          <a:lstStyle/>
          <a:p>
            <a:pPr algn="l">
              <a:lnSpc>
                <a:spcPct val="110000"/>
              </a:lnSpc>
            </a:pPr>
            <a:r>
              <a:rPr sz="1700" b="0">
                <a:solidFill>
                  <a:srgbClr val="566577"/>
                </a:solidFill>
                <a:latin typeface="Poppins"/>
                <a:ea typeface="NanumGothic"/>
                <a:cs typeface="NanumGothic"/>
              </a:rPr>
              <a:t>판정식·임계값·게이트·비교 계획을 계획서 A8로 측정 전 커밋 · 판정기 단위 fixture 28개 · 돌연변이 검사 23개 전부 RED</a:t>
            </a:r>
          </a:p>
        </p:txBody>
      </p:sp>
      <p:sp>
        <p:nvSpPr>
          <p:cNvPr id="5" name="Rectangle 4"/>
          <p:cNvSpPr/>
          <p:nvPr/>
        </p:nvSpPr>
        <p:spPr>
          <a:xfrm>
            <a:off x="457200" y="5806440"/>
            <a:ext cx="11265408" cy="457200"/>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06440"/>
            <a:ext cx="36576" cy="45720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907024"/>
            <a:ext cx="10972800" cy="292608"/>
          </a:xfrm>
          <a:prstGeom prst="rect">
            <a:avLst/>
          </a:prstGeom>
          <a:noFill/>
        </p:spPr>
        <p:txBody>
          <a:bodyPr wrap="square" anchor="t" lIns="45720" rIns="45720" tIns="27432" bIns="27432">
            <a:spAutoFit/>
          </a:bodyPr>
          <a:lstStyle/>
          <a:p>
            <a:pPr algn="l">
              <a:lnSpc>
                <a:spcPct val="110000"/>
              </a:lnSpc>
            </a:pPr>
            <a:r>
              <a:rPr sz="1450" b="1">
                <a:solidFill>
                  <a:srgbClr val="13366B"/>
                </a:solidFill>
                <a:latin typeface="Poppins"/>
                <a:ea typeface="NanumGothic"/>
                <a:cs typeface="NanumGothic"/>
              </a:rPr>
              <a:t>126 arm 전부가 일곱 게이트를 통과했고 거부는 0건이다. 지표 불일치는 1건으로, H3에서 본 것과 같은 항목이다.</a:t>
            </a:r>
          </a:p>
        </p:txBody>
      </p:sp>
      <p:sp>
        <p:nvSpPr>
          <p:cNvPr id="8" name="Rectangle 7"/>
          <p:cNvSpPr/>
          <p:nvPr/>
        </p:nvSpPr>
        <p:spPr>
          <a:xfrm>
            <a:off x="502920" y="1783080"/>
            <a:ext cx="214884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37943"/>
            <a:ext cx="1929384"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게이트</a:t>
            </a:r>
          </a:p>
        </p:txBody>
      </p:sp>
      <p:sp>
        <p:nvSpPr>
          <p:cNvPr id="10" name="Rectangle 9"/>
          <p:cNvSpPr/>
          <p:nvPr/>
        </p:nvSpPr>
        <p:spPr>
          <a:xfrm>
            <a:off x="2651760" y="1783080"/>
            <a:ext cx="745236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1488" y="1837943"/>
            <a:ext cx="7232904"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검사</a:t>
            </a:r>
          </a:p>
        </p:txBody>
      </p:sp>
      <p:sp>
        <p:nvSpPr>
          <p:cNvPr id="12" name="Rectangle 11"/>
          <p:cNvSpPr/>
          <p:nvPr/>
        </p:nvSpPr>
        <p:spPr>
          <a:xfrm>
            <a:off x="10104120" y="1783080"/>
            <a:ext cx="1600200" cy="365760"/>
          </a:xfrm>
          <a:prstGeom prst="rect">
            <a:avLst/>
          </a:prstGeom>
          <a:solidFill>
            <a:srgbClr val="13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13848" y="1837943"/>
            <a:ext cx="1380744" cy="274320"/>
          </a:xfrm>
          <a:prstGeom prst="rect">
            <a:avLst/>
          </a:prstGeom>
          <a:noFill/>
        </p:spPr>
        <p:txBody>
          <a:bodyPr wrap="square" anchor="ctr" lIns="45720" rIns="45720" tIns="27432" bIns="27432">
            <a:spAutoFit/>
          </a:bodyPr>
          <a:lstStyle/>
          <a:p>
            <a:pPr algn="l">
              <a:lnSpc>
                <a:spcPct val="110000"/>
              </a:lnSpc>
            </a:pPr>
            <a:r>
              <a:rPr sz="1050" b="1">
                <a:solidFill>
                  <a:srgbClr val="FFFFFF"/>
                </a:solidFill>
                <a:latin typeface="Poppins"/>
                <a:ea typeface="NanumGothic"/>
                <a:cs typeface="NanumGothic"/>
              </a:rPr>
              <a:t>통과/전체</a:t>
            </a:r>
          </a:p>
        </p:txBody>
      </p:sp>
      <p:sp>
        <p:nvSpPr>
          <p:cNvPr id="14" name="Rectangle 13"/>
          <p:cNvSpPr/>
          <p:nvPr/>
        </p:nvSpPr>
        <p:spPr>
          <a:xfrm>
            <a:off x="502920" y="2148840"/>
            <a:ext cx="214884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2194560"/>
            <a:ext cx="1929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실행 · 반복</a:t>
            </a:r>
          </a:p>
        </p:txBody>
      </p:sp>
      <p:sp>
        <p:nvSpPr>
          <p:cNvPr id="16" name="Rectangle 15"/>
          <p:cNvSpPr/>
          <p:nvPr/>
        </p:nvSpPr>
        <p:spPr>
          <a:xfrm>
            <a:off x="2651760" y="2148840"/>
            <a:ext cx="745236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1488" y="2194560"/>
            <a:ext cx="723290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3회 SUCCESS · 7개 카운터 존재(None은 값이 아님) · 3회 카운터 벡터 동일</a:t>
            </a:r>
          </a:p>
        </p:txBody>
      </p:sp>
      <p:sp>
        <p:nvSpPr>
          <p:cNvPr id="18" name="Rectangle 17"/>
          <p:cNvSpPr/>
          <p:nvPr/>
        </p:nvSpPr>
        <p:spPr>
          <a:xfrm>
            <a:off x="10104120" y="2148840"/>
            <a:ext cx="160020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3848" y="2194560"/>
            <a:ext cx="138074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126 / 126</a:t>
            </a:r>
          </a:p>
        </p:txBody>
      </p:sp>
      <p:sp>
        <p:nvSpPr>
          <p:cNvPr id="20" name="Rectangle 19"/>
          <p:cNvSpPr/>
          <p:nvPr/>
        </p:nvSpPr>
        <p:spPr>
          <a:xfrm>
            <a:off x="502920" y="2450592"/>
            <a:ext cx="214884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2496312"/>
            <a:ext cx="1929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설정(실효값)</a:t>
            </a:r>
          </a:p>
        </p:txBody>
      </p:sp>
      <p:sp>
        <p:nvSpPr>
          <p:cNvPr id="22" name="Rectangle 21"/>
          <p:cNvSpPr/>
          <p:nvPr/>
        </p:nvSpPr>
        <p:spPr>
          <a:xfrm>
            <a:off x="2651760" y="2450592"/>
            <a:ext cx="745236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1488" y="2496312"/>
            <a:ext cx="723290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생성 헤더 16값 = 요청값 · CMakeCache 16값 = 요청값</a:t>
            </a:r>
          </a:p>
        </p:txBody>
      </p:sp>
      <p:sp>
        <p:nvSpPr>
          <p:cNvPr id="24" name="Rectangle 23"/>
          <p:cNvSpPr/>
          <p:nvPr/>
        </p:nvSpPr>
        <p:spPr>
          <a:xfrm>
            <a:off x="10104120" y="2450592"/>
            <a:ext cx="16002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13848" y="2496312"/>
            <a:ext cx="138074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126 / 126</a:t>
            </a:r>
          </a:p>
        </p:txBody>
      </p:sp>
      <p:sp>
        <p:nvSpPr>
          <p:cNvPr id="26" name="Rectangle 25"/>
          <p:cNvSpPr/>
          <p:nvPr/>
        </p:nvSpPr>
        <p:spPr>
          <a:xfrm>
            <a:off x="502920" y="2752344"/>
            <a:ext cx="214884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 y="2798064"/>
            <a:ext cx="1929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G1 산출물</a:t>
            </a:r>
          </a:p>
        </p:txBody>
      </p:sp>
      <p:sp>
        <p:nvSpPr>
          <p:cNvPr id="28" name="Rectangle 27"/>
          <p:cNvSpPr/>
          <p:nvPr/>
        </p:nvSpPr>
        <p:spPr>
          <a:xfrm>
            <a:off x="2651760" y="2752344"/>
            <a:ext cx="745236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1488" y="2798064"/>
            <a:ext cx="723290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같은 모델·MAC의 모든 TA arm에서 Vela 산출물·cc body sha 동일</a:t>
            </a:r>
          </a:p>
        </p:txBody>
      </p:sp>
      <p:sp>
        <p:nvSpPr>
          <p:cNvPr id="30" name="Rectangle 29"/>
          <p:cNvSpPr/>
          <p:nvPr/>
        </p:nvSpPr>
        <p:spPr>
          <a:xfrm>
            <a:off x="10104120" y="2752344"/>
            <a:ext cx="160020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13848" y="2798064"/>
            <a:ext cx="138074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54 / 54</a:t>
            </a:r>
          </a:p>
        </p:txBody>
      </p:sp>
      <p:sp>
        <p:nvSpPr>
          <p:cNvPr id="32" name="Rectangle 31"/>
          <p:cNvSpPr/>
          <p:nvPr/>
        </p:nvSpPr>
        <p:spPr>
          <a:xfrm>
            <a:off x="502920" y="3054096"/>
            <a:ext cx="214884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 y="3099816"/>
            <a:ext cx="1929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G1′ 비형상 동일성</a:t>
            </a:r>
          </a:p>
        </p:txBody>
      </p:sp>
      <p:sp>
        <p:nvSpPr>
          <p:cNvPr id="34" name="Rectangle 33"/>
          <p:cNvSpPr/>
          <p:nvPr/>
        </p:nvSpPr>
        <p:spPr>
          <a:xfrm>
            <a:off x="2651760" y="3054096"/>
            <a:ext cx="745236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1488" y="3099816"/>
            <a:ext cx="723290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가중치·bias 버퍼 sha · 양자화 레코드 · 연산 옵션 · 구조</a:t>
            </a:r>
          </a:p>
        </p:txBody>
      </p:sp>
      <p:sp>
        <p:nvSpPr>
          <p:cNvPr id="36" name="Rectangle 35"/>
          <p:cNvSpPr/>
          <p:nvPr/>
        </p:nvSpPr>
        <p:spPr>
          <a:xfrm>
            <a:off x="10104120" y="3054096"/>
            <a:ext cx="16002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13848" y="3099816"/>
            <a:ext cx="138074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27 / 27</a:t>
            </a:r>
          </a:p>
        </p:txBody>
      </p:sp>
      <p:sp>
        <p:nvSpPr>
          <p:cNvPr id="38" name="Rectangle 37"/>
          <p:cNvSpPr/>
          <p:nvPr/>
        </p:nvSpPr>
        <p:spPr>
          <a:xfrm>
            <a:off x="502920" y="3355848"/>
            <a:ext cx="214884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2648" y="3401568"/>
            <a:ext cx="1929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출력</a:t>
            </a:r>
          </a:p>
        </p:txBody>
      </p:sp>
      <p:sp>
        <p:nvSpPr>
          <p:cNvPr id="40" name="Rectangle 39"/>
          <p:cNvSpPr/>
          <p:nvPr/>
        </p:nvSpPr>
        <p:spPr>
          <a:xfrm>
            <a:off x="2651760" y="3355848"/>
            <a:ext cx="745236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61488" y="3401568"/>
            <a:ext cx="723290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같은 모델의 두 MAC × 전 arm에서 검증 빌드 출력 바이트 동일</a:t>
            </a:r>
          </a:p>
        </p:txBody>
      </p:sp>
      <p:sp>
        <p:nvSpPr>
          <p:cNvPr id="42" name="Rectangle 41"/>
          <p:cNvSpPr/>
          <p:nvPr/>
        </p:nvSpPr>
        <p:spPr>
          <a:xfrm>
            <a:off x="10104120" y="3355848"/>
            <a:ext cx="160020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13848" y="3401568"/>
            <a:ext cx="138074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27 / 27</a:t>
            </a:r>
          </a:p>
        </p:txBody>
      </p:sp>
      <p:sp>
        <p:nvSpPr>
          <p:cNvPr id="44" name="Rectangle 43"/>
          <p:cNvSpPr/>
          <p:nvPr/>
        </p:nvSpPr>
        <p:spPr>
          <a:xfrm>
            <a:off x="502920" y="3657600"/>
            <a:ext cx="214884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 y="3703320"/>
            <a:ext cx="1929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equalized 실효 동일</a:t>
            </a:r>
          </a:p>
        </p:txBody>
      </p:sp>
      <p:sp>
        <p:nvSpPr>
          <p:cNvPr id="46" name="Rectangle 45"/>
          <p:cNvSpPr/>
          <p:nvPr/>
        </p:nvSpPr>
        <p:spPr>
          <a:xfrm>
            <a:off x="2651760" y="3657600"/>
            <a:ext cx="745236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1488" y="3703320"/>
            <a:ext cx="723290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두 MAC의 생성 헤더 26개 필드가 마스크 적용 후 전부 동일</a:t>
            </a:r>
          </a:p>
        </p:txBody>
      </p:sp>
      <p:sp>
        <p:nvSpPr>
          <p:cNvPr id="48" name="Rectangle 47"/>
          <p:cNvSpPr/>
          <p:nvPr/>
        </p:nvSpPr>
        <p:spPr>
          <a:xfrm>
            <a:off x="10104120" y="3657600"/>
            <a:ext cx="16002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3848" y="3703320"/>
            <a:ext cx="138074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27 / 27</a:t>
            </a:r>
          </a:p>
        </p:txBody>
      </p:sp>
      <p:sp>
        <p:nvSpPr>
          <p:cNvPr id="50" name="Rectangle 49"/>
          <p:cNvSpPr/>
          <p:nvPr/>
        </p:nvSpPr>
        <p:spPr>
          <a:xfrm>
            <a:off x="502920" y="3959352"/>
            <a:ext cx="214884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2648" y="4005072"/>
            <a:ext cx="192938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보존</a:t>
            </a:r>
          </a:p>
        </p:txBody>
      </p:sp>
      <p:sp>
        <p:nvSpPr>
          <p:cNvPr id="52" name="Rectangle 51"/>
          <p:cNvSpPr/>
          <p:nvPr/>
        </p:nvSpPr>
        <p:spPr>
          <a:xfrm>
            <a:off x="2651760" y="3959352"/>
            <a:ext cx="745236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1488" y="4005072"/>
            <a:ext cx="723290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기존 h13 evidence 4개 파일 sha256 불변</a:t>
            </a:r>
          </a:p>
        </p:txBody>
      </p:sp>
      <p:sp>
        <p:nvSpPr>
          <p:cNvPr id="54" name="Rectangle 53"/>
          <p:cNvSpPr/>
          <p:nvPr/>
        </p:nvSpPr>
        <p:spPr>
          <a:xfrm>
            <a:off x="10104120" y="3959352"/>
            <a:ext cx="1600200" cy="301752"/>
          </a:xfrm>
          <a:prstGeom prst="rect">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213848" y="4005072"/>
            <a:ext cx="1380744" cy="210312"/>
          </a:xfrm>
          <a:prstGeom prst="rect">
            <a:avLst/>
          </a:prstGeom>
          <a:noFill/>
        </p:spPr>
        <p:txBody>
          <a:bodyPr wrap="square" anchor="ctr" lIns="45720" rIns="45720" tIns="27432" bIns="27432">
            <a:spAutoFit/>
          </a:bodyPr>
          <a:lstStyle/>
          <a:p>
            <a:pPr algn="l">
              <a:lnSpc>
                <a:spcPct val="110000"/>
              </a:lnSpc>
            </a:pPr>
            <a:r>
              <a:rPr sz="1050" b="0">
                <a:solidFill>
                  <a:srgbClr val="22364B"/>
                </a:solidFill>
                <a:latin typeface="Poppins"/>
                <a:ea typeface="NanumGothic"/>
                <a:cs typeface="NanumGothic"/>
              </a:rPr>
              <a:t>PASS</a:t>
            </a:r>
          </a:p>
        </p:txBody>
      </p:sp>
      <p:sp>
        <p:nvSpPr>
          <p:cNvPr id="56" name="TextBox 55"/>
          <p:cNvSpPr txBox="1"/>
          <p:nvPr/>
        </p:nvSpPr>
        <p:spPr>
          <a:xfrm>
            <a:off x="502920" y="4370832"/>
            <a:ext cx="11201400" cy="1371600"/>
          </a:xfrm>
          <a:prstGeom prst="rect">
            <a:avLst/>
          </a:prstGeom>
          <a:noFill/>
        </p:spPr>
        <p:txBody>
          <a:bodyPr wrap="square" anchor="t" lIns="45720" rIns="45720" tIns="27432" bIns="27432">
            <a:spAutoFit/>
          </a:bodyPr>
          <a:lstStyle/>
          <a:p>
            <a:pPr algn="l">
              <a:lnSpc>
                <a:spcPct val="110000"/>
              </a:lnSpc>
            </a:pPr>
            <a:r>
              <a:rPr sz="950" b="0">
                <a:solidFill>
                  <a:srgbClr val="566577"/>
                </a:solidFill>
                <a:latin typeface="Poppins"/>
                <a:ea typeface="NanumGothic"/>
                <a:cs typeface="NanumGothic"/>
              </a:rPr>
              <a:t>사전 판정 12건의 지표 대응: 9건이 TOTAL·ACTIVE 모두 같은 결론(성립 7건·불성립 2건). 불일치 1건은 메모리–형상 상호작용 1×1(TOTAL 성립·ACTIVE 불성립)이며 H3에서도 같았다.</a:t>
            </a:r>
          </a:p>
          <a:p>
            <a:pPr algn="l">
              <a:lnSpc>
                <a:spcPct val="110000"/>
              </a:lnSpc>
            </a:pPr>
            <a:r>
              <a:rPr sz="950" b="0">
                <a:solidFill>
                  <a:srgbClr val="566577"/>
                </a:solidFill>
                <a:latin typeface="Poppins"/>
                <a:ea typeface="NanumGothic"/>
                <a:cs typeface="NanumGothic"/>
              </a:rPr>
              <a:t>실행 규모: 126 arm × stock 3회 = 378회 + 검증 빌드 126회 = FVP 504회, 벽시계 약 4.1시간. 빌드 실패·실행 실패·재시도 0건. 첫 셀 qualification은 기존 H3와 TOTAL 6,068 · ACTIVE 5,909 · Vela 산출물 sha · 출력 덤프 sha가 모두 같았다(게이트가 아닌 관측).</a:t>
            </a:r>
          </a:p>
          <a:p>
            <a:pPr algn="l">
              <a:lnSpc>
                <a:spcPct val="110000"/>
              </a:lnSpc>
            </a:pPr>
            <a:r>
              <a:rPr sz="950" b="0">
                <a:solidFill>
                  <a:srgbClr val="566577"/>
                </a:solidFill>
                <a:latin typeface="Poppins"/>
                <a:ea typeface="NanumGothic"/>
                <a:cs typeface="NanumGothic"/>
              </a:rPr>
              <a:t>지표 주의: TOTAL은 1,000 사이클 격자 위에 있고 ACTIVE는 아니다(부록 A7). DW base의 TOTAL spread 0은 ACTIVE로 보면 0.074이고, 1×1 base의 9×4·18×2 '동률'도 ACTIVE로는 512가 0.8% 느리다. 격자 1,000을 검증된 ±1,000 측정 오차로 읽지 않는다.</a:t>
            </a:r>
          </a:p>
          <a:p>
            <a:pPr algn="l">
              <a:lnSpc>
                <a:spcPct val="110000"/>
              </a:lnSpc>
            </a:pPr>
            <a:r>
              <a:rPr sz="950" b="0">
                <a:solidFill>
                  <a:srgbClr val="566577"/>
                </a:solidFill>
                <a:latin typeface="Poppins"/>
                <a:ea typeface="NanumGothic"/>
                <a:cs typeface="NanumGothic"/>
              </a:rPr>
              <a:t>증거: docs/paper/raw_data_report/amendments/h3r/ (H3R_RESULTS.md · results.jsonl 378행 · uart/ · verify/ · vela/ · 표 10종 · plots/). 기존 H3·H13·X4·frozen evidence는 읽기 전용.</a:t>
            </a:r>
          </a:p>
        </p:txBody>
      </p:sp>
    </p:spTree>
  </p:cSld>
  <p:clrMapOvr>
    <a:masterClrMapping/>
  </p:clrMapOvr>
</p:sld>
</file>

<file path=ppt/theme/theme1.xml><?xml version="1.0" encoding="utf-8"?>
<a:theme xmlns:a="http://schemas.openxmlformats.org/drawingml/2006/main" name="Office Theme">
  <a:themeElements>
    <a:clrScheme name="KHU">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Custom 25">
      <a:majorFont>
        <a:latin typeface="Poppins"/>
        <a:ea typeface="NanumGothic"/>
        <a:cs typeface="Poppins"/>
      </a:majorFont>
      <a:minorFont>
        <a:latin typeface="Poppins"/>
        <a:ea typeface="NanumGothic"/>
        <a:cs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A40F16"/>
      </a:accent1>
      <a:accent2>
        <a:srgbClr val="0D326F"/>
      </a:accent2>
      <a:accent3>
        <a:srgbClr val="C0A353"/>
      </a:accent3>
      <a:accent4>
        <a:srgbClr val="717171"/>
      </a:accent4>
      <a:accent5>
        <a:srgbClr val="B5B5B5"/>
      </a:accent5>
      <a:accent6>
        <a:srgbClr val="CE9000"/>
      </a:accent6>
      <a:hlink>
        <a:srgbClr val="0017A1"/>
      </a:hlink>
      <a:folHlink>
        <a:srgbClr val="950000"/>
      </a:folHlink>
    </a:clrScheme>
    <a:fontScheme name="Office">
      <a:majorFont>
        <a:latin typeface="Poppins" panose="020F03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ajorFont>
      <a:minorFont>
        <a:latin typeface="Poppins" panose="020F0502020204030204"/>
        <a:ea typeface="NanumGothic"/>
        <a:cs typeface="Poppins"/>
        <a:font script="Jpan" typeface="NanumGothic"/>
        <a:font script="Hang" typeface="NanumGothic"/>
        <a:font script="Hans" typeface="NanumGothic"/>
        <a:font script="Hant" typeface="NanumGothic"/>
        <a:font script="Arab" typeface="Poppins"/>
        <a:font script="Hebr" typeface="Poppins"/>
        <a:font script="Thai" typeface="Poppins"/>
        <a:font script="Ethi" typeface="Poppins"/>
        <a:font script="Beng" typeface="Poppins"/>
        <a:font script="Gujr" typeface="Poppins"/>
        <a:font script="Khmr" typeface="Poppins"/>
        <a:font script="Knda" typeface="Poppins"/>
        <a:font script="Guru" typeface="Poppins"/>
        <a:font script="Cans" typeface="Poppins"/>
        <a:font script="Cher" typeface="Poppins"/>
        <a:font script="Yiii" typeface="Poppins"/>
        <a:font script="Tibt" typeface="Poppins"/>
        <a:font script="Thaa" typeface="Poppins"/>
        <a:font script="Deva" typeface="Poppins"/>
        <a:font script="Telu" typeface="Poppins"/>
        <a:font script="Taml" typeface="Poppins"/>
        <a:font script="Syrc" typeface="Poppins"/>
        <a:font script="Orya" typeface="Poppins"/>
        <a:font script="Mlym" typeface="Poppins"/>
        <a:font script="Laoo" typeface="Poppins"/>
        <a:font script="Sinh" typeface="Poppins"/>
        <a:font script="Mong" typeface="Poppins"/>
        <a:font script="Viet" typeface="Poppins"/>
        <a:font script="Uigh" typeface="Poppins"/>
        <a:font script="Geor" typeface="Poppins"/>
        <a:font script="Armn" typeface="Poppins"/>
        <a:font script="Bugi" typeface="Poppins"/>
        <a:font script="Bopo" typeface="Poppins"/>
        <a:font script="Java" typeface="Poppins"/>
        <a:font script="Lisu" typeface="Poppins"/>
        <a:font script="Mymr" typeface="Poppins"/>
        <a:font script="Nkoo" typeface="Poppins"/>
        <a:font script="Olck" typeface="Poppins"/>
        <a:font script="Osma" typeface="Poppins"/>
        <a:font script="Phag" typeface="Poppins"/>
        <a:font script="Syrn" typeface="Poppins"/>
        <a:font script="Syrj" typeface="Poppins"/>
        <a:font script="Syre" typeface="Poppins"/>
        <a:font script="Sora" typeface="Poppins"/>
        <a:font script="Tale" typeface="Poppins"/>
        <a:font script="Talu" typeface="Poppins"/>
        <a:font script="Tfng" typeface="Poppi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Polaris Office Slide</Application>
  <AppVersion>12.000</AppVersion>
  <Characters>0</Characters>
  <CharactersWithSpaces>0</CharactersWithSpaces>
  <DocSecurity>0</DocSecurity>
  <HyperlinksChanged>false</HyperlinksChanged>
  <Lines>0</Lines>
  <LinksUpToDate>false</LinksUpToDate>
  <Pages>30</Pages>
  <Paragraphs>5</Paragraphs>
  <Words>9</Words>
  <TotalTime>0</TotalTime>
  <MMClips>0</MMClips>
  <ScaleCrop>false</ScaleCrop>
  <HeadingPairs>
    <vt:vector size="2" baseType="variant">
      <vt:variant>
        <vt:lpstr>Title</vt:lpstr>
      </vt:variant>
      <vt:variant>
        <vt:i4>1</vt:i4>
      </vt:variant>
    </vt:vector>
  </HeadingPairs>
  <TitlesOfParts>
    <vt:vector size="1" baseType="lpstr">
      <vt:lpstr>Title text</vt:lpstr>
    </vt:vector>
  </TitlesOfPart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cp:lastModifiedBy>Kwon G.H</cp:lastModifiedBy>
  <dc:title>Corstone Family — 구성 선택의 세 질문</dc:title>
  <dc:subject>워크로드, MAC 확장, 플랫폼 민감도, Vela 예측</dc:subject>
  <dcterms:modified xsi:type="dcterms:W3CDTF">2025-12-22T02:36:41Z</dcterms:modified>
</cp:coreProperties>
</file>