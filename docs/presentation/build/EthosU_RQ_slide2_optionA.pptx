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2. 모델별 실행 비용은 어떻게 다른가?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실행 비용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여섯 구성 모두에서 모델별 비용 순위가 동일하며,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RNNoise와 Wav2Letter가 실행 비용 범위의 양끝에 놓인다.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98464"/>
            <a:ext cx="1124712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256 MAC · TOTAL cycles · 공통 log scale · 왼쪽은 여섯 구성의 최소–최대와 각 값, 굵은 점은 중앙값   |   모델 간 차이 146–772배 &gt; 구성 간 변동 1.1–5.5배 · 나머지 네 구성도 같은 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66543"/>
            <a:ext cx="667512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모델별 비용 범위 — 여섯 구성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55001" y="2505456"/>
            <a:ext cx="0" cy="3200400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89241" y="574243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100K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41090" y="2505456"/>
            <a:ext cx="0" cy="3200400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5330" y="574243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27179" y="2505456"/>
            <a:ext cx="0" cy="3200400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61419" y="574243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05456"/>
            <a:ext cx="140817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89932" y="2734056"/>
            <a:ext cx="75528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78258" y="2690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22026" y="2690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46498" y="2690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0673" y="2690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50673" y="2690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69762" y="2690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23707" y="2654046"/>
            <a:ext cx="160020" cy="160020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62656"/>
            <a:ext cx="140817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8307" y="3191256"/>
            <a:ext cx="443806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068679" y="3147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04449" y="3147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34534" y="3147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07865" y="3147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07865" y="3147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24873" y="3147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84752" y="3111246"/>
            <a:ext cx="160020" cy="160020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419856"/>
            <a:ext cx="140817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797700" y="3648456"/>
            <a:ext cx="341925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096191" y="36050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75150" y="36050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66465" y="36050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26044" y="36050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26044" y="36050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754266" y="36050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09975" y="3568446"/>
            <a:ext cx="160020" cy="160020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877056"/>
            <a:ext cx="140817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269254" y="4105656"/>
            <a:ext cx="400126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625946" y="40622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79137" y="40622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17504" y="40622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24375" y="40622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324375" y="40622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25820" y="40622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315724" y="4025646"/>
            <a:ext cx="160020" cy="1600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334256"/>
            <a:ext cx="140817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081405" y="4562856"/>
            <a:ext cx="480948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4518919" y="45194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95270" y="45194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63121" y="45194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186347" y="45194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186347" y="45194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037971" y="45194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89227" y="4482846"/>
            <a:ext cx="160020" cy="160020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791456"/>
            <a:ext cx="140817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829244" y="5020056"/>
            <a:ext cx="140333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926143" y="4976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845438" y="4976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826071" y="4976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822858" y="4976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822858" y="4976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785810" y="49766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787890" y="4940046"/>
            <a:ext cx="160020" cy="160020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248656"/>
            <a:ext cx="1408176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213176" y="5477256"/>
            <a:ext cx="1175820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345562" y="5433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015742" y="5433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169742" y="5433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170717" y="5433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170717" y="5433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609467" y="5433822"/>
            <a:ext cx="86868" cy="86868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387873" y="5397246"/>
            <a:ext cx="160020" cy="160020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52360" y="2066543"/>
            <a:ext cx="42793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대표 구성 — 행 순서와 색은 왼쪽과 같다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52360" y="2359152"/>
            <a:ext cx="4279392" cy="23774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52360" y="2359152"/>
            <a:ext cx="4279392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Corstone-300 · U55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52360" y="2596896"/>
            <a:ext cx="4279392" cy="12984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8686122" y="2642615"/>
            <a:ext cx="0" cy="1207009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894033" y="2642615"/>
            <a:ext cx="0" cy="1207009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101944" y="2642615"/>
            <a:ext cx="0" cy="1207009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11264514" y="2627920"/>
            <a:ext cx="123444" cy="123444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40125" y="2829414"/>
            <a:ext cx="91440" cy="91440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999511" y="3014907"/>
            <a:ext cx="91440" cy="91440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641389" y="3200400"/>
            <a:ext cx="91440" cy="914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559880" y="3385892"/>
            <a:ext cx="91440" cy="91440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108442" y="3571385"/>
            <a:ext cx="91440" cy="91440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650290" y="3740875"/>
            <a:ext cx="123444" cy="123444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452360" y="4078224"/>
            <a:ext cx="4279392" cy="23774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52360" y="4078224"/>
            <a:ext cx="4279392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Corstone-320 · U85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52360" y="4315968"/>
            <a:ext cx="4279392" cy="12984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8686122" y="4361688"/>
            <a:ext cx="0" cy="1207008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894033" y="4361688"/>
            <a:ext cx="0" cy="1207008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101944" y="4361688"/>
            <a:ext cx="0" cy="1207008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11258043" y="4346992"/>
            <a:ext cx="123444" cy="123444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402137" y="4548486"/>
            <a:ext cx="91440" cy="91440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739113" y="4733979"/>
            <a:ext cx="91440" cy="91440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336666" y="4919472"/>
            <a:ext cx="91440" cy="914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193607" y="5104964"/>
            <a:ext cx="91440" cy="91440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001569" y="5290457"/>
            <a:ext cx="91440" cy="91440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089705" y="5459947"/>
            <a:ext cx="123444" cy="123444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20362" y="565099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100K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28273" y="565099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736184" y="565099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