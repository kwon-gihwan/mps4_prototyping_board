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0" saveSubsetFonts="0">
  <p:sldMasterIdLst>
    <p:sldMasterId id="2147485686" r:id="rId92"/>
    <p:sldMasterId id="2147485687" r:id="rId94"/>
    <p:sldMasterId id="2147485688" r:id="rId96"/>
    <p:sldMasterId id="2147485689" r:id="rId98"/>
    <p:sldMasterId id="2147485690" r:id="rId100"/>
    <p:sldMasterId id="2147485691" r:id="rId102"/>
    <p:sldMasterId id="2147485692" r:id="rId104"/>
    <p:sldMasterId id="2147485693" r:id="rId106"/>
  </p:sldMasterIdLst>
  <p:notesMasterIdLst>
    <p:notesMasterId r:id="rId110"/>
  </p:notesMasterIdLst>
  <p:handoutMasterIdLst>
    <p:handoutMasterId r:id="rId108"/>
  </p:handoutMasterIdLst>
  <p:sldIdLst>
    <p:sldId id="256" r:id="rId17"/>
  </p:sldIdLst>
  <p:sldSz cx="12192000" cy="6858000"/>
  <p:notesSz cx="6858000" cy="9144000"/>
  <p:defaultTextStyle>
    <a:defPPr>
      <a:defRPr lang="en-US">
        <a:latin typeface="Poppins"/>
        <a:ea typeface="NanumGothic"/>
        <a:cs typeface="Poppin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9pPr>
  </p:defaultTextStyle>
  <p:extLst>
    <p:ext uri="{2D200454-40CA-4A62-9FC3-DE9A4176ACB9}">
      <p15:notesGuideLst xmlns:p15="http://schemas.microsoft.com/office/powerpoint/2012/main"/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FFFFFF"/>
    <a:srgbClr val="FFFF00"/>
    <a:srgbClr val="D3D3D3"/>
  </p:clrMru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F324A-00EC-6C4E-8621-BD9619E54346}" v="5" dt="2025-12-22T02:36:08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22761" autoAdjust="0"/>
    <p:restoredTop sz="81154" autoAdjust="0"/>
  </p:normalViewPr>
  <p:slideViewPr>
    <p:cSldViewPr snapToGrid="0" snapToObjects="1">
      <p:cViewPr varScale="1">
        <p:scale>
          <a:sx n="90" d="100"/>
          <a:sy n="90" d="100"/>
        </p:scale>
        <p:origin x="216" y="880"/>
      </p:cViewPr>
      <p:guideLst>
        <p:guide orient="horz" pos="2154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2410" y="48"/>
      </p:cViewPr>
      <p:guideLst>
        <p:guide orient="horz" pos="2154"/>
        <p:guide pos="383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ableStyles" Target="tableStyles.xml"/><Relationship Id="rId2" Type="http://schemas.microsoft.com/office/2016/11/relationships/changesInfo" Target="changesInfos/changesInfo1.xml"/><Relationship Id="rId3" Type="http://schemas.microsoft.com/office/2015/10/relationships/revisionInfo" Target="revisionInfo.xml"/><Relationship Id="rId17" Type="http://schemas.openxmlformats.org/officeDocument/2006/relationships/slide" Target="slides/slide1.xml"/><Relationship Id="rId92" Type="http://schemas.openxmlformats.org/officeDocument/2006/relationships/slideMaster" Target="slideMasters/slideMaster1.xml"/><Relationship Id="rId93" Type="http://schemas.openxmlformats.org/officeDocument/2006/relationships/theme" Target="theme/theme1.xml"/><Relationship Id="rId94" Type="http://schemas.openxmlformats.org/officeDocument/2006/relationships/slideMaster" Target="slideMasters/slideMaster2.xml"/><Relationship Id="rId96" Type="http://schemas.openxmlformats.org/officeDocument/2006/relationships/slideMaster" Target="slideMasters/slideMaster3.xml"/><Relationship Id="rId98" Type="http://schemas.openxmlformats.org/officeDocument/2006/relationships/slideMaster" Target="slideMasters/slideMaster4.xml"/><Relationship Id="rId100" Type="http://schemas.openxmlformats.org/officeDocument/2006/relationships/slideMaster" Target="slideMasters/slideMaster5.xml"/><Relationship Id="rId102" Type="http://schemas.openxmlformats.org/officeDocument/2006/relationships/slideMaster" Target="slideMasters/slideMaster6.xml"/><Relationship Id="rId104" Type="http://schemas.openxmlformats.org/officeDocument/2006/relationships/slideMaster" Target="slideMasters/slideMaster7.xml"/><Relationship Id="rId106" Type="http://schemas.openxmlformats.org/officeDocument/2006/relationships/slideMaster" Target="slideMasters/slideMaster8.xml"/><Relationship Id="rId108" Type="http://schemas.openxmlformats.org/officeDocument/2006/relationships/handoutMaster" Target="handoutMasters/handoutMaster1.xml"/><Relationship Id="rId110" Type="http://schemas.openxmlformats.org/officeDocument/2006/relationships/notesMaster" Target="notesMasters/notesMaster1.xml"/><Relationship Id="rId164" Type="http://schemas.openxmlformats.org/officeDocument/2006/relationships/viewProps" Target="viewProps.xml"/><Relationship Id="rId16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o Seonyeong" userId="2c618708adb57b46" providerId="LiveId" clId="{12E46043-B1A4-40A1-B023-11697CB30D44}"/>
    <pc:docChg chg="custSel delSld modSld">
      <pc:chgData name="Heo Seonyeong" userId="2c618708adb57b46" providerId="LiveId" clId="{12E46043-B1A4-40A1-B023-11697CB30D44}" dt="2023-03-06T08:41:38.643" v="4" actId="47"/>
      <pc:docMkLst>
        <pc:docMk/>
      </pc:docMkLst>
      <pc:sldChg chg="addSp delSp modSp">
        <pc:chgData name="Heo Seonyeong" userId="2c618708adb57b46" providerId="LiveId" clId="{12E46043-B1A4-40A1-B023-11697CB30D44}" dt="2023-03-06T08:41:31.310" v="1" actId="478"/>
        <pc:sldMkLst>
          <pc:docMk/>
          <pc:sldMk cId="3135891794" sldId="256"/>
        </pc:sldMkLst>
      </pc:sldChg>
      <pc:sldChg chg="addSp delSp modSp del">
        <pc:chgData name="Heo Seonyeong" userId="2c618708adb57b46" providerId="LiveId" clId="{12E46043-B1A4-40A1-B023-11697CB30D44}" dt="2023-03-06T08:41:38.643" v="4" actId="47"/>
        <pc:sldMkLst>
          <pc:docMk/>
          <pc:sldMk cId="3074050129" sldId="288"/>
        </pc:sldMkLst>
      </pc:sldChg>
      <pc:sldChg chg="del">
        <pc:chgData name="Heo Seonyeong" userId="2c618708adb57b46" providerId="LiveId" clId="{12E46043-B1A4-40A1-B023-11697CB30D44}" dt="2023-03-06T08:41:32.765" v="2" actId="47"/>
        <pc:sldMkLst>
          <pc:docMk/>
          <pc:sldMk cId="3486960635" sldId="289"/>
        </pc:sldMkLst>
      </pc:sldChg>
    </pc:docChg>
  </pc:docChgLst>
  <pc:docChgLst>
    <pc:chgData name="Heo Seonyeong" userId="2c618708adb57b46" providerId="LiveId" clId="{CC1D2794-90CC-483B-9A58-9865DF89D062}"/>
    <pc:docChg chg="custSel addSld delSld modSld">
      <pc:chgData name="Heo Seonyeong" userId="2c618708adb57b46" providerId="LiveId" clId="{CC1D2794-90CC-483B-9A58-9865DF89D062}" dt="2023-03-06T08:25:47.215" v="74" actId="680"/>
      <pc:docMkLst>
        <pc:docMk/>
      </pc:docMkLst>
      <pc:sldChg chg="modSp">
        <pc:chgData name="Heo Seonyeong" userId="2c618708adb57b46" providerId="LiveId" clId="{CC1D2794-90CC-483B-9A58-9865DF89D062}" dt="2023-03-06T08:25:43.705" v="73" actId="20577"/>
        <pc:sldMkLst>
          <pc:docMk/>
          <pc:sldMk cId="3135891794" sldId="25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7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8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81842838" sldId="28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977295939" sldId="289"/>
        </pc:sldMkLst>
      </pc:sldChg>
      <pc:sldChg chg="new">
        <pc:chgData name="Heo Seonyeong" userId="2c618708adb57b46" providerId="LiveId" clId="{CC1D2794-90CC-483B-9A58-9865DF89D062}" dt="2023-03-06T08:25:47.215" v="74" actId="680"/>
        <pc:sldMkLst>
          <pc:docMk/>
          <pc:sldMk cId="3486960635" sldId="28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374554217" sldId="29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2980037091" sldId="291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064477441" sldId="29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7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1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3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68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490677456" sldId="36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498266139" sldId="37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77929795" sldId="374"/>
        </pc:sldMkLst>
      </pc:sldChg>
    </pc:docChg>
  </pc:docChgLst>
  <pc:docChgLst>
    <pc:chgData name="Heo Seonyeong" userId="2c618708adb57b46" providerId="LiveId" clId="{59293C1B-0477-4CD0-9A3E-44F3569855EC}"/>
    <pc:docChg chg="undo custSel addSld delSld modSld modMainMaster">
      <pc:chgData name="Heo Seonyeong" userId="2c618708adb57b46" providerId="LiveId" clId="{59293C1B-0477-4CD0-9A3E-44F3569855EC}" dt="2023-02-24T15:54:50.834" v="566" actId="12789"/>
      <pc:docMkLst>
        <pc:docMk/>
      </pc:docMkLst>
      <pc:sldChg chg="addSp delSp modSp mod chgLayout">
        <pc:chgData name="Heo Seonyeong" userId="2c618708adb57b46" providerId="LiveId" clId="{59293C1B-0477-4CD0-9A3E-44F3569855EC}" dt="2023-02-24T15:50:16.230" v="473" actId="20577"/>
        <pc:sldMkLst>
          <pc:docMk/>
          <pc:sldMk cId="3135891794" sldId="256"/>
        </pc:sldMkLst>
      </pc:sldChg>
      <pc:sldChg chg="modSp new del mod">
        <pc:chgData name="Heo Seonyeong" userId="2c618708adb57b46" providerId="LiveId" clId="{59293C1B-0477-4CD0-9A3E-44F3569855EC}" dt="2023-02-24T15:44:04.707" v="219" actId="680"/>
        <pc:sldMkLst>
          <pc:docMk/>
          <pc:sldMk cId="1728081488" sldId="257"/>
        </pc:sldMkLst>
      </pc:sldChg>
      <pc:sldMasterChg chg="addSp delSp modSp mod addSldLayout delSldLayout modSldLayout">
        <pc:chgData name="Heo Seonyeong" userId="2c618708adb57b46" providerId="LiveId" clId="{59293C1B-0477-4CD0-9A3E-44F3569855EC}" dt="2023-02-24T15:54:50.834" v="566" actId="12789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59293C1B-0477-4CD0-9A3E-44F3569855EC}" dt="2023-02-24T15:54:31.950" v="562" actId="12788"/>
          <pc:sldLayoutMkLst>
            <pc:docMk/>
            <pc:sldMasterMk cId="2909255818" sldId="2147483648"/>
            <pc:sldLayoutMk cId="1712558428" sldId="2147483649"/>
          </pc:sldLayoutMkLst>
        </pc:sldLayoutChg>
        <pc:sldLayoutChg chg="addSp modSp mod">
          <pc:chgData name="Heo Seonyeong" userId="2c618708adb57b46" providerId="LiveId" clId="{59293C1B-0477-4CD0-9A3E-44F3569855EC}" dt="2023-02-24T15:40:46.861" v="70" actId="207"/>
          <pc:sldLayoutMkLst>
            <pc:docMk/>
            <pc:sldMasterMk cId="2909255818" sldId="2147483648"/>
            <pc:sldLayoutMk cId="4004331890" sldId="2147483650"/>
          </pc:sldLayoutMkLst>
        </pc:sldLayoutChg>
        <pc:sldLayoutChg chg="addSp modSp mod">
          <pc:chgData name="Heo Seonyeong" userId="2c618708adb57b46" providerId="LiveId" clId="{59293C1B-0477-4CD0-9A3E-44F3569855EC}" dt="2023-02-24T15:41:53.728" v="114" actId="14100"/>
          <pc:sldLayoutMkLst>
            <pc:docMk/>
            <pc:sldMasterMk cId="2909255818" sldId="2147483648"/>
            <pc:sldLayoutMk cId="2034346239" sldId="2147483652"/>
          </pc:sldLayoutMkLst>
        </pc:sldLayoutChg>
        <pc:sldLayoutChg chg="add del">
          <pc:chgData name="Heo Seonyeong" userId="2c618708adb57b46" providerId="LiveId" clId="{59293C1B-0477-4CD0-9A3E-44F3569855EC}" dt="2023-02-24T15:41:22.754" v="78" actId="2696"/>
          <pc:sldLayoutMkLst>
            <pc:docMk/>
            <pc:sldMasterMk cId="2909255818" sldId="2147483648"/>
            <pc:sldLayoutMk cId="212316426" sldId="2147483653"/>
          </pc:sldLayoutMkLst>
        </pc:sldLayoutChg>
        <pc:sldLayoutChg chg="addSp modSp mod">
          <pc:chgData name="Heo Seonyeong" userId="2c618708adb57b46" providerId="LiveId" clId="{59293C1B-0477-4CD0-9A3E-44F3569855EC}" dt="2023-02-24T15:42:19.918" v="118" actId="207"/>
          <pc:sldLayoutMkLst>
            <pc:docMk/>
            <pc:sldMasterMk cId="2909255818" sldId="2147483648"/>
            <pc:sldLayoutMk cId="1205546789" sldId="2147483654"/>
          </pc:sldLayoutMkLst>
        </pc:sldLayoutChg>
        <pc:sldLayoutChg chg="addSp modSp mod">
          <pc:chgData name="Heo Seonyeong" userId="2c618708adb57b46" providerId="LiveId" clId="{59293C1B-0477-4CD0-9A3E-44F3569855EC}" dt="2023-02-24T15:42:32.863" v="121" actId="207"/>
          <pc:sldLayoutMkLst>
            <pc:docMk/>
            <pc:sldMasterMk cId="2909255818" sldId="2147483648"/>
            <pc:sldLayoutMk cId="2381755908" sldId="2147483658"/>
          </pc:sldLayoutMkLst>
        </pc:sldLayoutChg>
        <pc:sldLayoutChg chg="addSp modSp add mod modTransition">
          <pc:chgData name="Heo Seonyeong" userId="2c618708adb57b46" providerId="LiveId" clId="{59293C1B-0477-4CD0-9A3E-44F3569855EC}" dt="2023-02-24T15:41:46.215" v="112" actId="14100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E85ECE0-4817-465E-8CD4-339C293E33BB}"/>
    <pc:docChg chg="undo custSel delSld modSld">
      <pc:chgData name="Heo Seonyeong" userId="2c618708adb57b46" providerId="LiveId" clId="{2E85ECE0-4817-465E-8CD4-339C293E33BB}" dt="2023-03-06T08:08:43.611" v="7043" actId="113"/>
      <pc:docMkLst>
        <pc:docMk/>
      </pc:docMkLst>
      <pc:sldChg chg="modNotesTx">
        <pc:chgData name="Heo Seonyeong" userId="2c618708adb57b46" providerId="LiveId" clId="{2E85ECE0-4817-465E-8CD4-339C293E33BB}" dt="2023-03-06T07:18:37.356" v="1987" actId="20577"/>
        <pc:sldMkLst>
          <pc:docMk/>
          <pc:sldMk cId="0" sldId="280"/>
        </pc:sldMkLst>
      </pc:sldChg>
      <pc:sldChg chg="modNotesTx">
        <pc:chgData name="Heo Seonyeong" userId="2c618708adb57b46" providerId="LiveId" clId="{2E85ECE0-4817-465E-8CD4-339C293E33BB}" dt="2023-03-06T07:05:58.306" v="57" actId="20577"/>
        <pc:sldMkLst>
          <pc:docMk/>
          <pc:sldMk cId="0" sldId="294"/>
        </pc:sldMkLst>
      </pc:sldChg>
      <pc:sldChg chg="modNotesTx">
        <pc:chgData name="Heo Seonyeong" userId="2c618708adb57b46" providerId="LiveId" clId="{2E85ECE0-4817-465E-8CD4-339C293E33BB}" dt="2023-03-06T07:12:05.663" v="1294" actId="20577"/>
        <pc:sldMkLst>
          <pc:docMk/>
          <pc:sldMk cId="0" sldId="295"/>
        </pc:sldMkLst>
      </pc:sldChg>
      <pc:sldChg chg="modNotesTx">
        <pc:chgData name="Heo Seonyeong" userId="2c618708adb57b46" providerId="LiveId" clId="{2E85ECE0-4817-465E-8CD4-339C293E33BB}" dt="2023-03-06T07:13:42.003" v="1653" actId="20577"/>
        <pc:sldMkLst>
          <pc:docMk/>
          <pc:sldMk cId="0" sldId="296"/>
        </pc:sldMkLst>
      </pc:sldChg>
      <pc:sldChg chg="modSp modNotesTx">
        <pc:chgData name="Heo Seonyeong" userId="2c618708adb57b46" providerId="LiveId" clId="{2E85ECE0-4817-465E-8CD4-339C293E33BB}" dt="2023-03-06T07:59:18.913" v="6360" actId="20577"/>
        <pc:sldMkLst>
          <pc:docMk/>
          <pc:sldMk cId="0" sldId="305"/>
        </pc:sldMkLst>
      </pc:sldChg>
      <pc:sldChg chg="modNotesTx">
        <pc:chgData name="Heo Seonyeong" userId="2c618708adb57b46" providerId="LiveId" clId="{2E85ECE0-4817-465E-8CD4-339C293E33BB}" dt="2023-03-06T07:59:29.447" v="6372" actId="20577"/>
        <pc:sldMkLst>
          <pc:docMk/>
          <pc:sldMk cId="0" sldId="306"/>
        </pc:sldMkLst>
      </pc:sldChg>
      <pc:sldChg chg="modSp modNotesTx">
        <pc:chgData name="Heo Seonyeong" userId="2c618708adb57b46" providerId="LiveId" clId="{2E85ECE0-4817-465E-8CD4-339C293E33BB}" dt="2023-03-06T07:56:30.632" v="5915" actId="20577"/>
        <pc:sldMkLst>
          <pc:docMk/>
          <pc:sldMk cId="0" sldId="307"/>
        </pc:sldMkLst>
      </pc:sldChg>
      <pc:sldChg chg="modSp modNotesTx">
        <pc:chgData name="Heo Seonyeong" userId="2c618708adb57b46" providerId="LiveId" clId="{2E85ECE0-4817-465E-8CD4-339C293E33BB}" dt="2023-03-06T08:00:59.516" v="6773" actId="20577"/>
        <pc:sldMkLst>
          <pc:docMk/>
          <pc:sldMk cId="0" sldId="310"/>
        </pc:sldMkLst>
      </pc:sldChg>
      <pc:sldChg chg="modSp">
        <pc:chgData name="Heo Seonyeong" userId="2c618708adb57b46" providerId="LiveId" clId="{2E85ECE0-4817-465E-8CD4-339C293E33BB}" dt="2023-03-06T08:08:36.488" v="7042" actId="113"/>
        <pc:sldMkLst>
          <pc:docMk/>
          <pc:sldMk cId="0" sldId="343"/>
        </pc:sldMkLst>
      </pc:sldChg>
      <pc:sldChg chg="modSp">
        <pc:chgData name="Heo Seonyeong" userId="2c618708adb57b46" providerId="LiveId" clId="{2E85ECE0-4817-465E-8CD4-339C293E33BB}" dt="2023-03-06T08:08:43.611" v="7043" actId="113"/>
        <pc:sldMkLst>
          <pc:docMk/>
          <pc:sldMk cId="0" sldId="350"/>
        </pc:sldMkLst>
      </pc:sldChg>
      <pc:sldChg chg="modNotesTx">
        <pc:chgData name="Heo Seonyeong" userId="2c618708adb57b46" providerId="LiveId" clId="{2E85ECE0-4817-465E-8CD4-339C293E33BB}" dt="2023-03-06T07:24:04.238" v="2314" actId="20577"/>
        <pc:sldMkLst>
          <pc:docMk/>
          <pc:sldMk cId="0" sldId="353"/>
        </pc:sldMkLst>
      </pc:sldChg>
      <pc:sldChg chg="modNotesTx">
        <pc:chgData name="Heo Seonyeong" userId="2c618708adb57b46" providerId="LiveId" clId="{2E85ECE0-4817-465E-8CD4-339C293E33BB}" dt="2023-03-06T08:02:11.408" v="7040" actId="20577"/>
        <pc:sldMkLst>
          <pc:docMk/>
          <pc:sldMk cId="0" sldId="354"/>
        </pc:sldMkLst>
      </pc:sldChg>
      <pc:sldChg chg="del modNotesTx">
        <pc:chgData name="Heo Seonyeong" userId="2c618708adb57b46" providerId="LiveId" clId="{2E85ECE0-4817-465E-8CD4-339C293E33BB}" dt="2023-03-06T07:05:12.190" v="6" actId="2696"/>
        <pc:sldMkLst>
          <pc:docMk/>
          <pc:sldMk cId="3359326580" sldId="373"/>
        </pc:sldMkLst>
      </pc:sldChg>
    </pc:docChg>
  </pc:docChgLst>
  <pc:docChgLst>
    <pc:chgData name="Seonyeong Heo" userId="2c618708adb57b46" providerId="LiveId" clId="{3E8F324A-00EC-6C4E-8621-BD9619E54346}"/>
    <pc:docChg chg="custSel addSld modSld modMainMaster">
      <pc:chgData name="Seonyeong Heo" userId="2c618708adb57b46" providerId="LiveId" clId="{3E8F324A-00EC-6C4E-8621-BD9619E54346}" dt="2025-12-22T02:36:37.047" v="87" actId="404"/>
      <pc:docMkLst>
        <pc:docMk/>
      </pc:docMkLst>
      <pc:sldChg chg="addSp delSp modSp mod">
        <pc:chgData name="Seonyeong Heo" userId="2c618708adb57b46" providerId="LiveId" clId="{3E8F324A-00EC-6C4E-8621-BD9619E54346}" dt="2025-12-22T02:36:12.756" v="83" actId="478"/>
        <pc:sldMkLst>
          <pc:docMk/>
          <pc:sldMk cId="3135891794" sldId="256"/>
        </pc:sldMkLst>
        <pc:spChg chg="add mod">
          <ac:chgData name="Seonyeong Heo" userId="2c618708adb57b46" providerId="LiveId" clId="{3E8F324A-00EC-6C4E-8621-BD9619E54346}" dt="2025-12-22T02:35:17.153" v="76" actId="767"/>
          <ac:spMkLst>
            <pc:docMk/>
            <pc:sldMk cId="3135891794" sldId="256"/>
            <ac:spMk id="2" creationId="{5783F478-44EE-3929-8CAC-C52E4C8F1838}"/>
          </ac:spMkLst>
        </pc:spChg>
        <pc:spChg chg="mod">
          <ac:chgData name="Seonyeong Heo" userId="2c618708adb57b46" providerId="LiveId" clId="{3E8F324A-00EC-6C4E-8621-BD9619E54346}" dt="2025-12-22T02:33:47.417" v="4" actId="20577"/>
          <ac:spMkLst>
            <pc:docMk/>
            <pc:sldMk cId="3135891794" sldId="256"/>
            <ac:spMk id="3" creationId="{E34FEC1B-11A4-4A79-9FDA-39572F835640}"/>
          </ac:spMkLst>
        </pc:spChg>
        <pc:spChg chg="add del mod">
          <ac:chgData name="Seonyeong Heo" userId="2c618708adb57b46" providerId="LiveId" clId="{3E8F324A-00EC-6C4E-8621-BD9619E54346}" dt="2025-12-22T02:36:12.756" v="83" actId="478"/>
          <ac:spMkLst>
            <pc:docMk/>
            <pc:sldMk cId="3135891794" sldId="256"/>
            <ac:spMk id="4" creationId="{B6A0565D-2D92-6C1A-D88F-594659F52678}"/>
          </ac:spMkLst>
        </pc:spChg>
        <pc:spChg chg="mod">
          <ac:chgData name="Seonyeong Heo" userId="2c618708adb57b46" providerId="LiveId" clId="{3E8F324A-00EC-6C4E-8621-BD9619E54346}" dt="2025-12-22T02:36:01.390" v="81" actId="404"/>
          <ac:spMkLst>
            <pc:docMk/>
            <pc:sldMk cId="3135891794" sldId="256"/>
            <ac:spMk id="7" creationId="{DAC28B4E-CB3A-435F-A6F7-97E9960F0F53}"/>
          </ac:spMkLst>
        </pc:spChg>
      </pc:sldChg>
      <pc:sldChg chg="new">
        <pc:chgData name="Seonyeong Heo" userId="2c618708adb57b46" providerId="LiveId" clId="{3E8F324A-00EC-6C4E-8621-BD9619E54346}" dt="2025-12-22T02:34:10.626" v="71" actId="680"/>
        <pc:sldMkLst>
          <pc:docMk/>
          <pc:sldMk cId="3333011991" sldId="257"/>
        </pc:sldMkLst>
      </pc:sldChg>
      <pc:sldMasterChg chg="modSp mod modSldLayout">
        <pc:chgData name="Seonyeong Heo" userId="2c618708adb57b46" providerId="LiveId" clId="{3E8F324A-00EC-6C4E-8621-BD9619E54346}" dt="2025-12-22T02:36:37.047" v="87" actId="404"/>
        <pc:sldMasterMkLst>
          <pc:docMk/>
          <pc:sldMasterMk cId="2909255818" sldId="2147483648"/>
        </pc:sldMasterMkLst>
        <pc:spChg chg="mod">
          <ac:chgData name="Seonyeong Heo" userId="2c618708adb57b46" providerId="LiveId" clId="{3E8F324A-00EC-6C4E-8621-BD9619E54346}" dt="2025-12-22T02:34:52.451" v="72" actId="2711"/>
          <ac:spMkLst>
            <pc:docMk/>
            <pc:sldMasterMk cId="2909255818" sldId="2147483648"/>
            <ac:spMk id="2" creationId="{CDF68F20-94C3-435C-709E-899173F5385F}"/>
          </ac:spMkLst>
        </pc:spChg>
        <pc:spChg chg="mod">
          <ac:chgData name="Seonyeong Heo" userId="2c618708adb57b46" providerId="LiveId" clId="{3E8F324A-00EC-6C4E-8621-BD9619E54346}" dt="2025-12-22T02:34:58" v="73" actId="2711"/>
          <ac:spMkLst>
            <pc:docMk/>
            <pc:sldMasterMk cId="2909255818" sldId="2147483648"/>
            <ac:spMk id="3" creationId="{F9540100-FC4E-533D-15FF-E0442813BBEA}"/>
          </ac:spMkLst>
        </pc:spChg>
        <pc:spChg chg="mod">
          <ac:chgData name="Seonyeong Heo" userId="2c618708adb57b46" providerId="LiveId" clId="{3E8F324A-00EC-6C4E-8621-BD9619E54346}" dt="2025-12-22T02:35:42.085" v="80" actId="404"/>
          <ac:spMkLst>
            <pc:docMk/>
            <pc:sldMasterMk cId="2909255818" sldId="2147483648"/>
            <ac:spMk id="12" creationId="{CF3D675A-DFCC-55F7-4697-45FC8F6AE159}"/>
          </ac:spMkLst>
        </pc:spChg>
        <pc:spChg chg="mod">
          <ac:chgData name="Seonyeong Heo" userId="2c618708adb57b46" providerId="LiveId" clId="{3E8F324A-00EC-6C4E-8621-BD9619E54346}" dt="2025-12-22T02:35:33.340" v="78" actId="404"/>
          <ac:spMkLst>
            <pc:docMk/>
            <pc:sldMasterMk cId="2909255818" sldId="2147483648"/>
            <ac:spMk id="13" creationId="{6796CF6F-40B4-DB91-6E20-E6D0040B60E5}"/>
          </ac:spMkLst>
        </pc:spChg>
        <pc:sldLayoutChg chg="modSp mod">
          <pc:chgData name="Seonyeong Heo" userId="2c618708adb57b46" providerId="LiveId" clId="{3E8F324A-00EC-6C4E-8621-BD9619E54346}" dt="2025-12-22T02:36:37.047" v="87" actId="404"/>
          <pc:sldLayoutMkLst>
            <pc:docMk/>
            <pc:sldMasterMk cId="2909255818" sldId="2147483648"/>
            <pc:sldLayoutMk cId="1712558428" sldId="2147483649"/>
          </pc:sldLayoutMkLst>
          <pc:spChg chg="mod">
            <ac:chgData name="Seonyeong Heo" userId="2c618708adb57b46" providerId="LiveId" clId="{3E8F324A-00EC-6C4E-8621-BD9619E54346}" dt="2025-12-22T02:36:37.047" v="87" actId="404"/>
            <ac:spMkLst>
              <pc:docMk/>
              <pc:sldMasterMk cId="2909255818" sldId="2147483648"/>
              <pc:sldLayoutMk cId="1712558428" sldId="2147483649"/>
              <ac:spMk id="10" creationId="{2A4FEB64-B714-0598-AEE1-EB9D00CCB0EA}"/>
            </ac:spMkLst>
          </pc:spChg>
          <pc:spChg chg="mod">
            <ac:chgData name="Seonyeong Heo" userId="2c618708adb57b46" providerId="LiveId" clId="{3E8F324A-00EC-6C4E-8621-BD9619E54346}" dt="2025-12-22T02:36:28.656" v="85" actId="2711"/>
            <ac:spMkLst>
              <pc:docMk/>
              <pc:sldMasterMk cId="2909255818" sldId="2147483648"/>
              <pc:sldLayoutMk cId="1712558428" sldId="2147483649"/>
              <ac:spMk id="11" creationId="{75023385-772D-AA5A-6F2D-E42646453E86}"/>
            </ac:spMkLst>
          </pc:spChg>
        </pc:sldLayoutChg>
      </pc:sldMasterChg>
    </pc:docChg>
  </pc:docChgLst>
  <pc:docChgLst>
    <pc:chgData name="Heo Seonyeong" userId="2c618708adb57b46" providerId="LiveId" clId="{1100DB01-E323-42F5-A749-ADA3DB43FB72}"/>
    <pc:docChg chg="undo custSel addSld delSld modSld sldOrd modMainMaster">
      <pc:chgData name="Heo Seonyeong" userId="2c618708adb57b46" providerId="LiveId" clId="{1100DB01-E323-42F5-A749-ADA3DB43FB72}" dt="2023-03-04T13:34:15.685" v="9772" actId="207"/>
      <pc:docMkLst>
        <pc:docMk/>
      </pc:docMkLst>
      <pc:sldChg chg="modSp mod">
        <pc:chgData name="Heo Seonyeong" userId="2c618708adb57b46" providerId="LiveId" clId="{1100DB01-E323-42F5-A749-ADA3DB43FB72}" dt="2023-03-02T04:16:34.851" v="9768" actId="20577"/>
        <pc:sldMkLst>
          <pc:docMk/>
          <pc:sldMk cId="3135891794" sldId="256"/>
        </pc:sldMkLst>
      </pc:sldChg>
      <pc:sldChg chg="addSp modSp new mod">
        <pc:chgData name="Heo Seonyeong" userId="2c618708adb57b46" providerId="LiveId" clId="{1100DB01-E323-42F5-A749-ADA3DB43FB72}" dt="2023-02-25T11:35:12.234" v="1111" actId="20577"/>
        <pc:sldMkLst>
          <pc:docMk/>
          <pc:sldMk cId="875861404" sldId="257"/>
        </pc:sldMkLst>
      </pc:sldChg>
      <pc:sldChg chg="addSp modSp new mod">
        <pc:chgData name="Heo Seonyeong" userId="2c618708adb57b46" providerId="LiveId" clId="{1100DB01-E323-42F5-A749-ADA3DB43FB72}" dt="2023-02-28T02:22:54.764" v="5912" actId="20577"/>
        <pc:sldMkLst>
          <pc:docMk/>
          <pc:sldMk cId="3405359898" sldId="258"/>
        </pc:sldMkLst>
      </pc:sldChg>
      <pc:sldChg chg="delSp modSp add mod">
        <pc:chgData name="Heo Seonyeong" userId="2c618708adb57b46" providerId="LiveId" clId="{1100DB01-E323-42F5-A749-ADA3DB43FB72}" dt="2023-02-28T02:25:52.049" v="5930" actId="20577"/>
        <pc:sldMkLst>
          <pc:docMk/>
          <pc:sldMk cId="2177980980" sldId="259"/>
        </pc:sldMkLst>
      </pc:sldChg>
      <pc:sldChg chg="modSp new mod">
        <pc:chgData name="Heo Seonyeong" userId="2c618708adb57b46" providerId="LiveId" clId="{1100DB01-E323-42F5-A749-ADA3DB43FB72}" dt="2023-02-28T02:26:23.768" v="5969" actId="113"/>
        <pc:sldMkLst>
          <pc:docMk/>
          <pc:sldMk cId="1713869292" sldId="260"/>
        </pc:sldMkLst>
      </pc:sldChg>
      <pc:sldChg chg="addSp delSp modSp new add del mod modAnim">
        <pc:chgData name="Heo Seonyeong" userId="2c618708adb57b46" providerId="LiveId" clId="{1100DB01-E323-42F5-A749-ADA3DB43FB72}" dt="2023-02-28T03:50:20.870" v="9177" actId="207"/>
        <pc:sldMkLst>
          <pc:docMk/>
          <pc:sldMk cId="2928148617" sldId="261"/>
        </pc:sldMkLst>
      </pc:sldChg>
      <pc:sldChg chg="addSp delSp modSp new del mod">
        <pc:chgData name="Heo Seonyeong" userId="2c618708adb57b46" providerId="LiveId" clId="{1100DB01-E323-42F5-A749-ADA3DB43FB72}" dt="2023-02-25T12:04:07.510" v="2202" actId="2696"/>
        <pc:sldMkLst>
          <pc:docMk/>
          <pc:sldMk cId="626221035" sldId="262"/>
        </pc:sldMkLst>
      </pc:sldChg>
      <pc:sldChg chg="delSp add del">
        <pc:chgData name="Heo Seonyeong" userId="2c618708adb57b46" providerId="LiveId" clId="{1100DB01-E323-42F5-A749-ADA3DB43FB72}" dt="2023-02-25T12:02:23.449" v="2148" actId="2696"/>
        <pc:sldMkLst>
          <pc:docMk/>
          <pc:sldMk cId="4082791859" sldId="263"/>
        </pc:sldMkLst>
      </pc:sldChg>
      <pc:sldChg chg="addSp modSp new mod">
        <pc:chgData name="Heo Seonyeong" userId="2c618708adb57b46" providerId="LiveId" clId="{1100DB01-E323-42F5-A749-ADA3DB43FB72}" dt="2023-02-28T03:52:18.026" v="9277" actId="207"/>
        <pc:sldMkLst>
          <pc:docMk/>
          <pc:sldMk cId="4002750832" sldId="264"/>
        </pc:sldMkLst>
      </pc:sldChg>
      <pc:sldChg chg="addSp delSp modSp add del mod">
        <pc:chgData name="Heo Seonyeong" userId="2c618708adb57b46" providerId="LiveId" clId="{1100DB01-E323-42F5-A749-ADA3DB43FB72}" dt="2023-02-25T12:59:20.777" v="3496" actId="2696"/>
        <pc:sldMkLst>
          <pc:docMk/>
          <pc:sldMk cId="2309659060" sldId="265"/>
        </pc:sldMkLst>
      </pc:sldChg>
      <pc:sldChg chg="addSp delSp modSp new mod">
        <pc:chgData name="Heo Seonyeong" userId="2c618708adb57b46" providerId="LiveId" clId="{1100DB01-E323-42F5-A749-ADA3DB43FB72}" dt="2023-02-25T13:12:37.564" v="3841" actId="208"/>
        <pc:sldMkLst>
          <pc:docMk/>
          <pc:sldMk cId="312226572" sldId="266"/>
        </pc:sldMkLst>
      </pc:sldChg>
      <pc:sldChg chg="addSp modSp new mod ord">
        <pc:chgData name="Heo Seonyeong" userId="2c618708adb57b46" providerId="LiveId" clId="{1100DB01-E323-42F5-A749-ADA3DB43FB72}" dt="2023-02-25T12:58:21.397" v="3464"/>
        <pc:sldMkLst>
          <pc:docMk/>
          <pc:sldMk cId="4260350603" sldId="267"/>
        </pc:sldMkLst>
      </pc:sldChg>
      <pc:sldChg chg="delSp modSp add del mod">
        <pc:chgData name="Heo Seonyeong" userId="2c618708adb57b46" providerId="LiveId" clId="{1100DB01-E323-42F5-A749-ADA3DB43FB72}" dt="2023-02-25T13:01:12.530" v="3522" actId="2696"/>
        <pc:sldMkLst>
          <pc:docMk/>
          <pc:sldMk cId="3673111866" sldId="268"/>
        </pc:sldMkLst>
      </pc:sldChg>
      <pc:sldChg chg="delSp modSp add del mod">
        <pc:chgData name="Heo Seonyeong" userId="2c618708adb57b46" providerId="LiveId" clId="{1100DB01-E323-42F5-A749-ADA3DB43FB72}" dt="2023-02-27T06:12:43.700" v="4919" actId="2696"/>
        <pc:sldMkLst>
          <pc:docMk/>
          <pc:sldMk cId="704410152" sldId="269"/>
        </pc:sldMkLst>
      </pc:sldChg>
      <pc:sldChg chg="modSp new del mod">
        <pc:chgData name="Heo Seonyeong" userId="2c618708adb57b46" providerId="LiveId" clId="{1100DB01-E323-42F5-A749-ADA3DB43FB72}" dt="2023-02-27T04:42:25.636" v="4006" actId="2696"/>
        <pc:sldMkLst>
          <pc:docMk/>
          <pc:sldMk cId="352983242" sldId="270"/>
        </pc:sldMkLst>
      </pc:sldChg>
      <pc:sldChg chg="modSp new del mod">
        <pc:chgData name="Heo Seonyeong" userId="2c618708adb57b46" providerId="LiveId" clId="{1100DB01-E323-42F5-A749-ADA3DB43FB72}" dt="2023-02-27T04:42:38.358" v="4010" actId="47"/>
        <pc:sldMkLst>
          <pc:docMk/>
          <pc:sldMk cId="2780346731" sldId="270"/>
        </pc:sldMkLst>
      </pc:sldChg>
      <pc:sldChg chg="add del">
        <pc:chgData name="Heo Seonyeong" userId="2c618708adb57b46" providerId="LiveId" clId="{1100DB01-E323-42F5-A749-ADA3DB43FB72}" dt="2023-02-25T13:01:28.719" v="3525" actId="2696"/>
        <pc:sldMkLst>
          <pc:docMk/>
          <pc:sldMk cId="3279981740" sldId="270"/>
        </pc:sldMkLst>
      </pc:sldChg>
      <pc:sldChg chg="modSp new del mod">
        <pc:chgData name="Heo Seonyeong" userId="2c618708adb57b46" providerId="LiveId" clId="{1100DB01-E323-42F5-A749-ADA3DB43FB72}" dt="2023-02-25T13:09:54.289" v="3837" actId="2696"/>
        <pc:sldMkLst>
          <pc:docMk/>
          <pc:sldMk cId="663409143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2210418621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3325346950" sldId="272"/>
        </pc:sldMkLst>
      </pc:sldChg>
      <pc:sldChg chg="addSp modSp add del mod">
        <pc:chgData name="Heo Seonyeong" userId="2c618708adb57b46" providerId="LiveId" clId="{1100DB01-E323-42F5-A749-ADA3DB43FB72}" dt="2023-02-27T06:27:53.951" v="5110" actId="47"/>
        <pc:sldMkLst>
          <pc:docMk/>
          <pc:sldMk cId="258938929" sldId="273"/>
        </pc:sldMkLst>
      </pc:sldChg>
      <pc:sldChg chg="addSp delSp modSp add del mod">
        <pc:chgData name="Heo Seonyeong" userId="2c618708adb57b46" providerId="LiveId" clId="{1100DB01-E323-42F5-A749-ADA3DB43FB72}" dt="2023-02-27T06:06:09.062" v="4515" actId="2696"/>
        <pc:sldMkLst>
          <pc:docMk/>
          <pc:sldMk cId="33651763" sldId="274"/>
        </pc:sldMkLst>
      </pc:sldChg>
      <pc:sldChg chg="addSp delSp modSp add del mod">
        <pc:chgData name="Heo Seonyeong" userId="2c618708adb57b46" providerId="LiveId" clId="{1100DB01-E323-42F5-A749-ADA3DB43FB72}" dt="2023-02-27T04:50:16.620" v="4340" actId="2696"/>
        <pc:sldMkLst>
          <pc:docMk/>
          <pc:sldMk cId="446025059" sldId="274"/>
        </pc:sldMkLst>
      </pc:sldChg>
      <pc:sldChg chg="addSp delSp modSp add mod ord modAnim">
        <pc:chgData name="Heo Seonyeong" userId="2c618708adb57b46" providerId="LiveId" clId="{1100DB01-E323-42F5-A749-ADA3DB43FB72}" dt="2023-02-28T03:50:47.768" v="9193" actId="207"/>
        <pc:sldMkLst>
          <pc:docMk/>
          <pc:sldMk cId="3757630266" sldId="275"/>
        </pc:sldMkLst>
      </pc:sldChg>
      <pc:sldChg chg="delSp modSp add del mod">
        <pc:chgData name="Heo Seonyeong" userId="2c618708adb57b46" providerId="LiveId" clId="{1100DB01-E323-42F5-A749-ADA3DB43FB72}" dt="2023-02-27T04:52:11.180" v="4414" actId="47"/>
        <pc:sldMkLst>
          <pc:docMk/>
          <pc:sldMk cId="3773114551" sldId="275"/>
        </pc:sldMkLst>
      </pc:sldChg>
      <pc:sldChg chg="addSp delSp modSp add mod modAnim">
        <pc:chgData name="Heo Seonyeong" userId="2c618708adb57b46" providerId="LiveId" clId="{1100DB01-E323-42F5-A749-ADA3DB43FB72}" dt="2023-02-28T03:50:55.829" v="9194" actId="207"/>
        <pc:sldMkLst>
          <pc:docMk/>
          <pc:sldMk cId="684204372" sldId="276"/>
        </pc:sldMkLst>
      </pc:sldChg>
      <pc:sldChg chg="addSp delSp modSp add mod modAnim">
        <pc:chgData name="Heo Seonyeong" userId="2c618708adb57b46" providerId="LiveId" clId="{1100DB01-E323-42F5-A749-ADA3DB43FB72}" dt="2023-02-28T03:51:00.598" v="9195" actId="207"/>
        <pc:sldMkLst>
          <pc:docMk/>
          <pc:sldMk cId="2400251955" sldId="277"/>
        </pc:sldMkLst>
      </pc:sldChg>
      <pc:sldChg chg="addSp delSp modSp new mod">
        <pc:chgData name="Heo Seonyeong" userId="2c618708adb57b46" providerId="LiveId" clId="{1100DB01-E323-42F5-A749-ADA3DB43FB72}" dt="2023-02-28T04:02:52.699" v="9746" actId="12788"/>
        <pc:sldMkLst>
          <pc:docMk/>
          <pc:sldMk cId="109552099" sldId="278"/>
        </pc:sldMkLst>
      </pc:sldChg>
      <pc:sldChg chg="addSp delSp modSp add mod ord">
        <pc:chgData name="Heo Seonyeong" userId="2c618708adb57b46" providerId="LiveId" clId="{1100DB01-E323-42F5-A749-ADA3DB43FB72}" dt="2023-02-28T03:40:58.139" v="8725" actId="20577"/>
        <pc:sldMkLst>
          <pc:docMk/>
          <pc:sldMk cId="1916995371" sldId="279"/>
        </pc:sldMkLst>
      </pc:sldChg>
      <pc:sldChg chg="addSp delSp modSp new mod ord">
        <pc:chgData name="Heo Seonyeong" userId="2c618708adb57b46" providerId="LiveId" clId="{1100DB01-E323-42F5-A749-ADA3DB43FB72}" dt="2023-02-28T03:43:31.083" v="8841" actId="1076"/>
        <pc:sldMkLst>
          <pc:docMk/>
          <pc:sldMk cId="3774172036" sldId="280"/>
        </pc:sldMkLst>
      </pc:sldChg>
      <pc:sldChg chg="modSp add del mod ord">
        <pc:chgData name="Heo Seonyeong" userId="2c618708adb57b46" providerId="LiveId" clId="{1100DB01-E323-42F5-A749-ADA3DB43FB72}" dt="2023-02-27T06:20:04.692" v="4956" actId="2696"/>
        <pc:sldMkLst>
          <pc:docMk/>
          <pc:sldMk cId="72253522" sldId="281"/>
        </pc:sldMkLst>
      </pc:sldChg>
      <pc:sldChg chg="delSp modSp add del mod ord">
        <pc:chgData name="Heo Seonyeong" userId="2c618708adb57b46" providerId="LiveId" clId="{1100DB01-E323-42F5-A749-ADA3DB43FB72}" dt="2023-02-28T02:43:20.943" v="7249" actId="47"/>
        <pc:sldMkLst>
          <pc:docMk/>
          <pc:sldMk cId="1369937097" sldId="281"/>
        </pc:sldMkLst>
      </pc:sldChg>
      <pc:sldChg chg="addSp delSp modSp add del mod">
        <pc:chgData name="Heo Seonyeong" userId="2c618708adb57b46" providerId="LiveId" clId="{1100DB01-E323-42F5-A749-ADA3DB43FB72}" dt="2023-02-27T06:32:37.501" v="5187" actId="2696"/>
        <pc:sldMkLst>
          <pc:docMk/>
          <pc:sldMk cId="1836963686" sldId="282"/>
        </pc:sldMkLst>
      </pc:sldChg>
      <pc:sldChg chg="addSp delSp modSp add del mod ord delAnim modAnim">
        <pc:chgData name="Heo Seonyeong" userId="2c618708adb57b46" providerId="LiveId" clId="{1100DB01-E323-42F5-A749-ADA3DB43FB72}" dt="2023-03-04T13:34:15.685" v="9772" actId="207"/>
        <pc:sldMkLst>
          <pc:docMk/>
          <pc:sldMk cId="181842838" sldId="283"/>
        </pc:sldMkLst>
      </pc:sldChg>
      <pc:sldChg chg="addSp modSp add del mod">
        <pc:chgData name="Heo Seonyeong" userId="2c618708adb57b46" providerId="LiveId" clId="{1100DB01-E323-42F5-A749-ADA3DB43FB72}" dt="2023-02-27T06:28:39.202" v="5120" actId="2696"/>
        <pc:sldMkLst>
          <pc:docMk/>
          <pc:sldMk cId="2818896913" sldId="283"/>
        </pc:sldMkLst>
      </pc:sldChg>
      <pc:sldChg chg="addSp modSp add mod ord">
        <pc:chgData name="Heo Seonyeong" userId="2c618708adb57b46" providerId="LiveId" clId="{1100DB01-E323-42F5-A749-ADA3DB43FB72}" dt="2023-02-28T03:41:03.844" v="8728" actId="20577"/>
        <pc:sldMkLst>
          <pc:docMk/>
          <pc:sldMk cId="1179672820" sldId="284"/>
        </pc:sldMkLst>
      </pc:sldChg>
      <pc:sldChg chg="add del modAnim">
        <pc:chgData name="Heo Seonyeong" userId="2c618708adb57b46" providerId="LiveId" clId="{1100DB01-E323-42F5-A749-ADA3DB43FB72}" dt="2023-02-27T06:32:15.777" v="5173" actId="2890"/>
        <pc:sldMkLst>
          <pc:docMk/>
          <pc:sldMk cId="3955670341" sldId="284"/>
        </pc:sldMkLst>
      </pc:sldChg>
      <pc:sldChg chg="modSp new mod">
        <pc:chgData name="Heo Seonyeong" userId="2c618708adb57b46" providerId="LiveId" clId="{1100DB01-E323-42F5-A749-ADA3DB43FB72}" dt="2023-02-28T02:41:41.440" v="7108" actId="20577"/>
        <pc:sldMkLst>
          <pc:docMk/>
          <pc:sldMk cId="3816358824" sldId="285"/>
        </pc:sldMkLst>
      </pc:sldChg>
      <pc:sldChg chg="modSp add mod ord">
        <pc:chgData name="Heo Seonyeong" userId="2c618708adb57b46" providerId="LiveId" clId="{1100DB01-E323-42F5-A749-ADA3DB43FB72}" dt="2023-02-28T02:37:54.262" v="6688"/>
        <pc:sldMkLst>
          <pc:docMk/>
          <pc:sldMk cId="245544693" sldId="286"/>
        </pc:sldMkLst>
      </pc:sldChg>
      <pc:sldChg chg="modSp new mod">
        <pc:chgData name="Heo Seonyeong" userId="2c618708adb57b46" providerId="LiveId" clId="{1100DB01-E323-42F5-A749-ADA3DB43FB72}" dt="2023-02-28T03:57:40.850" v="9614" actId="20577"/>
        <pc:sldMkLst>
          <pc:docMk/>
          <pc:sldMk cId="287984894" sldId="287"/>
        </pc:sldMkLst>
      </pc:sldChg>
      <pc:sldChg chg="addSp delSp modSp new mod modClrScheme chgLayout">
        <pc:chgData name="Heo Seonyeong" userId="2c618708adb57b46" providerId="LiveId" clId="{1100DB01-E323-42F5-A749-ADA3DB43FB72}" dt="2023-02-28T02:43:00.718" v="7248" actId="20577"/>
        <pc:sldMkLst>
          <pc:docMk/>
          <pc:sldMk cId="3074050129" sldId="288"/>
        </pc:sldMkLst>
      </pc:sldChg>
      <pc:sldChg chg="addSp modSp new mod">
        <pc:chgData name="Heo Seonyeong" userId="2c618708adb57b46" providerId="LiveId" clId="{1100DB01-E323-42F5-A749-ADA3DB43FB72}" dt="2023-02-28T04:00:41.010" v="9730" actId="1076"/>
        <pc:sldMkLst>
          <pc:docMk/>
          <pc:sldMk cId="2603587738" sldId="289"/>
        </pc:sldMkLst>
      </pc:sldChg>
      <pc:sldChg chg="delSp modSp add del mod ord">
        <pc:chgData name="Heo Seonyeong" userId="2c618708adb57b46" providerId="LiveId" clId="{1100DB01-E323-42F5-A749-ADA3DB43FB72}" dt="2023-02-28T02:45:31.814" v="7323" actId="47"/>
        <pc:sldMkLst>
          <pc:docMk/>
          <pc:sldMk cId="1561122193" sldId="290"/>
        </pc:sldMkLst>
      </pc:sldChg>
      <pc:sldChg chg="addSp modSp new mod">
        <pc:chgData name="Heo Seonyeong" userId="2c618708adb57b46" providerId="LiveId" clId="{1100DB01-E323-42F5-A749-ADA3DB43FB72}" dt="2023-02-28T03:41:49.458" v="8762" actId="1076"/>
        <pc:sldMkLst>
          <pc:docMk/>
          <pc:sldMk cId="2809595642" sldId="290"/>
        </pc:sldMkLst>
      </pc:sldChg>
      <pc:sldChg chg="addSp modSp add mod ord">
        <pc:chgData name="Heo Seonyeong" userId="2c618708adb57b46" providerId="LiveId" clId="{1100DB01-E323-42F5-A749-ADA3DB43FB72}" dt="2023-02-28T03:03:42.700" v="7787" actId="1076"/>
        <pc:sldMkLst>
          <pc:docMk/>
          <pc:sldMk cId="633691356" sldId="291"/>
        </pc:sldMkLst>
      </pc:sldChg>
      <pc:sldChg chg="modSp new mod ord">
        <pc:chgData name="Heo Seonyeong" userId="2c618708adb57b46" providerId="LiveId" clId="{1100DB01-E323-42F5-A749-ADA3DB43FB72}" dt="2023-02-28T03:58:47.207" v="9726" actId="20577"/>
        <pc:sldMkLst>
          <pc:docMk/>
          <pc:sldMk cId="1716695964" sldId="292"/>
        </pc:sldMkLst>
      </pc:sldChg>
      <pc:sldChg chg="modSp add del mod">
        <pc:chgData name="Heo Seonyeong" userId="2c618708adb57b46" providerId="LiveId" clId="{1100DB01-E323-42F5-A749-ADA3DB43FB72}" dt="2023-02-28T03:17:18.500" v="8247"/>
        <pc:sldMkLst>
          <pc:docMk/>
          <pc:sldMk cId="0" sldId="424"/>
        </pc:sldMkLst>
      </pc:sldChg>
      <pc:sldMasterChg chg="addSp delSp modSp mod modSldLayout">
        <pc:chgData name="Heo Seonyeong" userId="2c618708adb57b46" providerId="LiveId" clId="{1100DB01-E323-42F5-A749-ADA3DB43FB72}" dt="2023-03-01T11:37:20.342" v="9760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1100DB01-E323-42F5-A749-ADA3DB43FB72}" dt="2023-03-01T11:37:20.342" v="9760"/>
          <pc:sldLayoutMkLst>
            <pc:docMk/>
            <pc:sldMasterMk cId="2909255818" sldId="2147483648"/>
            <pc:sldLayoutMk cId="1712558428" sldId="2147483649"/>
          </pc:sldLayoutMkLst>
        </pc:sldLayoutChg>
        <pc:sldLayoutChg chg="delSp mod">
          <pc:chgData name="Heo Seonyeong" userId="2c618708adb57b46" providerId="LiveId" clId="{1100DB01-E323-42F5-A749-ADA3DB43FB72}" dt="2023-02-24T15:57:19.787" v="1" actId="478"/>
          <pc:sldLayoutMkLst>
            <pc:docMk/>
            <pc:sldMasterMk cId="2909255818" sldId="2147483648"/>
            <pc:sldLayoutMk cId="4004331890" sldId="2147483650"/>
          </pc:sldLayoutMkLst>
        </pc:sldLayoutChg>
        <pc:sldLayoutChg chg="delSp mod">
          <pc:chgData name="Heo Seonyeong" userId="2c618708adb57b46" providerId="LiveId" clId="{1100DB01-E323-42F5-A749-ADA3DB43FB72}" dt="2023-02-24T15:57:21.899" v="3" actId="478"/>
          <pc:sldLayoutMkLst>
            <pc:docMk/>
            <pc:sldMasterMk cId="2909255818" sldId="2147483648"/>
            <pc:sldLayoutMk cId="3006098217" sldId="2147483651"/>
          </pc:sldLayoutMkLst>
        </pc:sldLayoutChg>
        <pc:sldLayoutChg chg="delSp mod">
          <pc:chgData name="Heo Seonyeong" userId="2c618708adb57b46" providerId="LiveId" clId="{1100DB01-E323-42F5-A749-ADA3DB43FB72}" dt="2023-02-24T15:57:24.358" v="5" actId="478"/>
          <pc:sldLayoutMkLst>
            <pc:docMk/>
            <pc:sldMasterMk cId="2909255818" sldId="2147483648"/>
            <pc:sldLayoutMk cId="2034346239" sldId="2147483652"/>
          </pc:sldLayoutMkLst>
        </pc:sldLayoutChg>
        <pc:sldLayoutChg chg="delSp mod">
          <pc:chgData name="Heo Seonyeong" userId="2c618708adb57b46" providerId="LiveId" clId="{1100DB01-E323-42F5-A749-ADA3DB43FB72}" dt="2023-02-24T15:57:32.290" v="9" actId="478"/>
          <pc:sldLayoutMkLst>
            <pc:docMk/>
            <pc:sldMasterMk cId="2909255818" sldId="2147483648"/>
            <pc:sldLayoutMk cId="1205546789" sldId="2147483654"/>
          </pc:sldLayoutMkLst>
        </pc:sldLayoutChg>
        <pc:sldLayoutChg chg="delSp mod">
          <pc:chgData name="Heo Seonyeong" userId="2c618708adb57b46" providerId="LiveId" clId="{1100DB01-E323-42F5-A749-ADA3DB43FB72}" dt="2023-02-24T15:57:36.401" v="11" actId="478"/>
          <pc:sldLayoutMkLst>
            <pc:docMk/>
            <pc:sldMasterMk cId="2909255818" sldId="2147483648"/>
            <pc:sldLayoutMk cId="3789508794" sldId="2147483655"/>
          </pc:sldLayoutMkLst>
        </pc:sldLayoutChg>
        <pc:sldLayoutChg chg="delSp mod">
          <pc:chgData name="Heo Seonyeong" userId="2c618708adb57b46" providerId="LiveId" clId="{1100DB01-E323-42F5-A749-ADA3DB43FB72}" dt="2023-02-24T15:57:39.077" v="13" actId="478"/>
          <pc:sldLayoutMkLst>
            <pc:docMk/>
            <pc:sldMasterMk cId="2909255818" sldId="2147483648"/>
            <pc:sldLayoutMk cId="402709767" sldId="2147483656"/>
          </pc:sldLayoutMkLst>
        </pc:sldLayoutChg>
        <pc:sldLayoutChg chg="delSp mod">
          <pc:chgData name="Heo Seonyeong" userId="2c618708adb57b46" providerId="LiveId" clId="{1100DB01-E323-42F5-A749-ADA3DB43FB72}" dt="2023-02-24T15:57:42.367" v="15" actId="478"/>
          <pc:sldLayoutMkLst>
            <pc:docMk/>
            <pc:sldMasterMk cId="2909255818" sldId="2147483648"/>
            <pc:sldLayoutMk cId="4281962884" sldId="2147483657"/>
          </pc:sldLayoutMkLst>
        </pc:sldLayoutChg>
        <pc:sldLayoutChg chg="delSp mod">
          <pc:chgData name="Heo Seonyeong" userId="2c618708adb57b46" providerId="LiveId" clId="{1100DB01-E323-42F5-A749-ADA3DB43FB72}" dt="2023-02-24T15:57:44.590" v="17" actId="478"/>
          <pc:sldLayoutMkLst>
            <pc:docMk/>
            <pc:sldMasterMk cId="2909255818" sldId="2147483648"/>
            <pc:sldLayoutMk cId="2381755908" sldId="2147483658"/>
          </pc:sldLayoutMkLst>
        </pc:sldLayoutChg>
        <pc:sldLayoutChg chg="delSp mod">
          <pc:chgData name="Heo Seonyeong" userId="2c618708adb57b46" providerId="LiveId" clId="{1100DB01-E323-42F5-A749-ADA3DB43FB72}" dt="2023-02-24T15:57:26.895" v="7" actId="478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4BB731D-E48C-49D8-B18B-B4865188F256}"/>
    <pc:docChg chg="undo custSel addSld delSld modSld sldOrd">
      <pc:chgData name="Heo Seonyeong" userId="2c618708adb57b46" providerId="LiveId" clId="{24BB731D-E48C-49D8-B18B-B4865188F256}" dt="2023-03-06T00:49:33.204" v="15766" actId="20577"/>
      <pc:docMkLst>
        <pc:docMk/>
      </pc:docMkLst>
      <pc:sldChg chg="modSp mod">
        <pc:chgData name="Heo Seonyeong" userId="2c618708adb57b46" providerId="LiveId" clId="{24BB731D-E48C-49D8-B18B-B4865188F256}" dt="2023-03-04T13:36:59.052" v="50" actId="20577"/>
        <pc:sldMkLst>
          <pc:docMk/>
          <pc:sldMk cId="3135891794" sldId="25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875861404" sldId="25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405359898" sldId="258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177980980" sldId="25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3869292" sldId="26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928148617" sldId="26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002750832" sldId="26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12226572" sldId="26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260350603" sldId="26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57630266" sldId="27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84204372" sldId="27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00251955" sldId="27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09552099" sldId="278"/>
        </pc:sldMkLst>
      </pc:sldChg>
      <pc:sldChg chg="addSp delSp modSp add mod chgLayout modNotesTx">
        <pc:chgData name="Heo Seonyeong" userId="2c618708adb57b46" providerId="LiveId" clId="{24BB731D-E48C-49D8-B18B-B4865188F256}" dt="2023-03-06T00:27:15.206" v="13411" actId="20577"/>
        <pc:sldMkLst>
          <pc:docMk/>
          <pc:sldMk cId="0" sldId="27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916995371" sldId="279"/>
        </pc:sldMkLst>
      </pc:sldChg>
      <pc:sldChg chg="addSp modSp add mod chgLayout">
        <pc:chgData name="Heo Seonyeong" userId="2c618708adb57b46" providerId="LiveId" clId="{24BB731D-E48C-49D8-B18B-B4865188F256}" dt="2023-03-05T09:22:43.823" v="1714" actId="1076"/>
        <pc:sldMkLst>
          <pc:docMk/>
          <pc:sldMk cId="0" sldId="28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74172036" sldId="280"/>
        </pc:sldMkLst>
      </pc:sldChg>
      <pc:sldChg chg="delSp modSp add del mod ord delAnim modNotesTx">
        <pc:chgData name="Heo Seonyeong" userId="2c618708adb57b46" providerId="LiveId" clId="{24BB731D-E48C-49D8-B18B-B4865188F256}" dt="2023-03-06T00:10:15.190" v="12003" actId="20577"/>
        <pc:sldMkLst>
          <pc:docMk/>
          <pc:sldMk cId="181842838" sldId="283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179672820" sldId="28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816358824" sldId="28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5544693" sldId="28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7984894" sldId="287"/>
        </pc:sldMkLst>
      </pc:sldChg>
      <pc:sldChg chg="addSp delSp modSp new mod modNotesTx">
        <pc:chgData name="Heo Seonyeong" userId="2c618708adb57b46" providerId="LiveId" clId="{24BB731D-E48C-49D8-B18B-B4865188F256}" dt="2023-03-06T00:14:56.187" v="12244" actId="20577"/>
        <pc:sldMkLst>
          <pc:docMk/>
          <pc:sldMk cId="1977295939" sldId="28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603587738" sldId="289"/>
        </pc:sldMkLst>
      </pc:sldChg>
      <pc:sldChg chg="addSp modSp new mod modNotesTx">
        <pc:chgData name="Heo Seonyeong" userId="2c618708adb57b46" providerId="LiveId" clId="{24BB731D-E48C-49D8-B18B-B4865188F256}" dt="2023-03-06T00:21:08.493" v="13078" actId="20577"/>
        <pc:sldMkLst>
          <pc:docMk/>
          <pc:sldMk cId="1374554217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09595642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33691356" sldId="291"/>
        </pc:sldMkLst>
      </pc:sldChg>
      <pc:sldChg chg="addSp modSp add mod modNotesTx">
        <pc:chgData name="Heo Seonyeong" userId="2c618708adb57b46" providerId="LiveId" clId="{24BB731D-E48C-49D8-B18B-B4865188F256}" dt="2023-03-06T00:11:10.315" v="12055" actId="20577"/>
        <pc:sldMkLst>
          <pc:docMk/>
          <pc:sldMk cId="2980037091" sldId="29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6695964" sldId="292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2:07.757" v="13138" actId="20577"/>
        <pc:sldMkLst>
          <pc:docMk/>
          <pc:sldMk cId="3064477441" sldId="292"/>
        </pc:sldMkLst>
      </pc:sldChg>
      <pc:sldChg chg="addSp delSp modSp add del mod chgLayout">
        <pc:chgData name="Heo Seonyeong" userId="2c618708adb57b46" providerId="LiveId" clId="{24BB731D-E48C-49D8-B18B-B4865188F256}" dt="2023-03-05T08:57:43.263" v="978" actId="2696"/>
        <pc:sldMkLst>
          <pc:docMk/>
          <pc:sldMk cId="0" sldId="293"/>
        </pc:sldMkLst>
      </pc:sldChg>
      <pc:sldChg chg="addSp modSp add mod chgLayout modNotesTx">
        <pc:chgData name="Heo Seonyeong" userId="2c618708adb57b46" providerId="LiveId" clId="{24BB731D-E48C-49D8-B18B-B4865188F256}" dt="2023-03-06T00:46:14.663" v="15318" actId="20577"/>
        <pc:sldMkLst>
          <pc:docMk/>
          <pc:sldMk cId="0" sldId="294"/>
        </pc:sldMkLst>
      </pc:sldChg>
      <pc:sldChg chg="modSp add mod chgLayout">
        <pc:chgData name="Heo Seonyeong" userId="2c618708adb57b46" providerId="LiveId" clId="{24BB731D-E48C-49D8-B18B-B4865188F256}" dt="2023-03-05T09:17:33.245" v="1578" actId="115"/>
        <pc:sldMkLst>
          <pc:docMk/>
          <pc:sldMk cId="0" sldId="295"/>
        </pc:sldMkLst>
      </pc:sldChg>
      <pc:sldChg chg="addSp modSp add mod modClrScheme chgLayout">
        <pc:chgData name="Heo Seonyeong" userId="2c618708adb57b46" providerId="LiveId" clId="{24BB731D-E48C-49D8-B18B-B4865188F256}" dt="2023-03-05T09:18:07.883" v="1631" actId="12788"/>
        <pc:sldMkLst>
          <pc:docMk/>
          <pc:sldMk cId="0" sldId="296"/>
        </pc:sldMkLst>
      </pc:sldChg>
      <pc:sldChg chg="modSp add mod chgLayout">
        <pc:chgData name="Heo Seonyeong" userId="2c618708adb57b46" providerId="LiveId" clId="{24BB731D-E48C-49D8-B18B-B4865188F256}" dt="2023-03-05T09:29:35.165" v="1934" actId="20577"/>
        <pc:sldMkLst>
          <pc:docMk/>
          <pc:sldMk cId="0" sldId="305"/>
        </pc:sldMkLst>
      </pc:sldChg>
      <pc:sldChg chg="addSp delSp modSp add mod modClrScheme chgLayout">
        <pc:chgData name="Heo Seonyeong" userId="2c618708adb57b46" providerId="LiveId" clId="{24BB731D-E48C-49D8-B18B-B4865188F256}" dt="2023-03-05T09:59:13.618" v="3492" actId="1076"/>
        <pc:sldMkLst>
          <pc:docMk/>
          <pc:sldMk cId="0" sldId="306"/>
        </pc:sldMkLst>
      </pc:sldChg>
      <pc:sldChg chg="addSp delSp modSp add mod chgLayout">
        <pc:chgData name="Heo Seonyeong" userId="2c618708adb57b46" providerId="LiveId" clId="{24BB731D-E48C-49D8-B18B-B4865188F256}" dt="2023-03-05T09:28:27.412" v="1922" actId="1076"/>
        <pc:sldMkLst>
          <pc:docMk/>
          <pc:sldMk cId="0" sldId="307"/>
        </pc:sldMkLst>
      </pc:sldChg>
      <pc:sldChg chg="modSp add mod chgLayout">
        <pc:chgData name="Heo Seonyeong" userId="2c618708adb57b46" providerId="LiveId" clId="{24BB731D-E48C-49D8-B18B-B4865188F256}" dt="2023-03-05T09:30:46.150" v="1936" actId="207"/>
        <pc:sldMkLst>
          <pc:docMk/>
          <pc:sldMk cId="0" sldId="310"/>
        </pc:sldMkLst>
      </pc:sldChg>
      <pc:sldChg chg="addSp delSp modSp add mod ord chgLayout modNotesTx">
        <pc:chgData name="Heo Seonyeong" userId="2c618708adb57b46" providerId="LiveId" clId="{24BB731D-E48C-49D8-B18B-B4865188F256}" dt="2023-03-06T00:41:51.493" v="14713" actId="20577"/>
        <pc:sldMkLst>
          <pc:docMk/>
          <pc:sldMk cId="0" sldId="335"/>
        </pc:sldMkLst>
      </pc:sldChg>
      <pc:sldChg chg="addSp modSp add del mod chgLayout">
        <pc:chgData name="Heo Seonyeong" userId="2c618708adb57b46" providerId="LiveId" clId="{24BB731D-E48C-49D8-B18B-B4865188F256}" dt="2023-03-05T09:20:57.882" v="1674" actId="2696"/>
        <pc:sldMkLst>
          <pc:docMk/>
          <pc:sldMk cId="0" sldId="339"/>
        </pc:sldMkLst>
      </pc:sldChg>
      <pc:sldChg chg="addSp modSp add mod chgLayout">
        <pc:chgData name="Heo Seonyeong" userId="2c618708adb57b46" providerId="LiveId" clId="{24BB731D-E48C-49D8-B18B-B4865188F256}" dt="2023-03-05T09:23:01.617" v="1718" actId="1076"/>
        <pc:sldMkLst>
          <pc:docMk/>
          <pc:sldMk cId="0" sldId="343"/>
        </pc:sldMkLst>
      </pc:sldChg>
      <pc:sldChg chg="addSp modSp add mod chgLayout">
        <pc:chgData name="Heo Seonyeong" userId="2c618708adb57b46" providerId="LiveId" clId="{24BB731D-E48C-49D8-B18B-B4865188F256}" dt="2023-03-05T09:22:51.339" v="1716" actId="1076"/>
        <pc:sldMkLst>
          <pc:docMk/>
          <pc:sldMk cId="0" sldId="349"/>
        </pc:sldMkLst>
      </pc:sldChg>
      <pc:sldChg chg="addSp modSp add mod chgLayout">
        <pc:chgData name="Heo Seonyeong" userId="2c618708adb57b46" providerId="LiveId" clId="{24BB731D-E48C-49D8-B18B-B4865188F256}" dt="2023-03-05T09:23:16.219" v="1720" actId="1076"/>
        <pc:sldMkLst>
          <pc:docMk/>
          <pc:sldMk cId="0" sldId="350"/>
        </pc:sldMkLst>
      </pc:sldChg>
      <pc:sldChg chg="modSp add mod chgLayout">
        <pc:chgData name="Heo Seonyeong" userId="2c618708adb57b46" providerId="LiveId" clId="{24BB731D-E48C-49D8-B18B-B4865188F256}" dt="2023-03-05T08:41:01.186" v="624" actId="27636"/>
        <pc:sldMkLst>
          <pc:docMk/>
          <pc:sldMk cId="0" sldId="353"/>
        </pc:sldMkLst>
      </pc:sldChg>
      <pc:sldChg chg="addSp modSp add mod chgLayout">
        <pc:chgData name="Heo Seonyeong" userId="2c618708adb57b46" providerId="LiveId" clId="{24BB731D-E48C-49D8-B18B-B4865188F256}" dt="2023-03-05T09:28:56.653" v="1923" actId="1076"/>
        <pc:sldMkLst>
          <pc:docMk/>
          <pc:sldMk cId="0" sldId="354"/>
        </pc:sldMkLst>
      </pc:sldChg>
      <pc:sldChg chg="addSp delSp modSp add del mod chgLayout">
        <pc:chgData name="Heo Seonyeong" userId="2c618708adb57b46" providerId="LiveId" clId="{24BB731D-E48C-49D8-B18B-B4865188F256}" dt="2023-03-05T08:59:10.809" v="1079" actId="47"/>
        <pc:sldMkLst>
          <pc:docMk/>
          <pc:sldMk cId="0" sldId="367"/>
        </pc:sldMkLst>
      </pc:sldChg>
      <pc:sldChg chg="addSp modSp add mod modClrScheme chgLayout modNotesTx">
        <pc:chgData name="Heo Seonyeong" userId="2c618708adb57b46" providerId="LiveId" clId="{24BB731D-E48C-49D8-B18B-B4865188F256}" dt="2023-03-06T00:49:33.204" v="15766" actId="20577"/>
        <pc:sldMkLst>
          <pc:docMk/>
          <pc:sldMk cId="0" sldId="368"/>
        </pc:sldMkLst>
      </pc:sldChg>
      <pc:sldChg chg="modSp add mod modNotesTx">
        <pc:chgData name="Heo Seonyeong" userId="2c618708adb57b46" providerId="LiveId" clId="{24BB731D-E48C-49D8-B18B-B4865188F256}" dt="2023-03-05T13:01:06.301" v="11933" actId="1076"/>
        <pc:sldMkLst>
          <pc:docMk/>
          <pc:sldMk cId="3490677456" sldId="369"/>
        </pc:sldMkLst>
      </pc:sldChg>
      <pc:sldChg chg="addSp delSp modSp add del mod modClrScheme chgLayout">
        <pc:chgData name="Heo Seonyeong" userId="2c618708adb57b46" providerId="LiveId" clId="{24BB731D-E48C-49D8-B18B-B4865188F256}" dt="2023-03-05T09:25:24.602" v="1832" actId="47"/>
        <pc:sldMkLst>
          <pc:docMk/>
          <pc:sldMk cId="0" sldId="371"/>
        </pc:sldMkLst>
      </pc:sldChg>
      <pc:sldChg chg="addSp delSp modSp add mod modNotesTx">
        <pc:chgData name="Heo Seonyeong" userId="2c618708adb57b46" providerId="LiveId" clId="{24BB731D-E48C-49D8-B18B-B4865188F256}" dt="2023-03-06T00:33:31.872" v="13752" actId="21"/>
        <pc:sldMkLst>
          <pc:docMk/>
          <pc:sldMk cId="498266139" sldId="372"/>
        </pc:sldMkLst>
      </pc:sldChg>
      <pc:sldChg chg="addSp delSp modSp new del mod modClrScheme chgLayout">
        <pc:chgData name="Heo Seonyeong" userId="2c618708adb57b46" providerId="LiveId" clId="{24BB731D-E48C-49D8-B18B-B4865188F256}" dt="2023-03-05T08:52:51.759" v="860" actId="2696"/>
        <pc:sldMkLst>
          <pc:docMk/>
          <pc:sldMk cId="829305183" sldId="372"/>
        </pc:sldMkLst>
      </pc:sldChg>
      <pc:sldChg chg="new del">
        <pc:chgData name="Heo Seonyeong" userId="2c618708adb57b46" providerId="LiveId" clId="{24BB731D-E48C-49D8-B18B-B4865188F256}" dt="2023-03-05T08:59:08.448" v="1078" actId="47"/>
        <pc:sldMkLst>
          <pc:docMk/>
          <pc:sldMk cId="39903448" sldId="373"/>
        </pc:sldMkLst>
      </pc:sldChg>
      <pc:sldChg chg="addSp delSp modSp new mod ord modNotesTx">
        <pc:chgData name="Heo Seonyeong" userId="2c618708adb57b46" providerId="LiveId" clId="{24BB731D-E48C-49D8-B18B-B4865188F256}" dt="2023-03-06T00:41:30.018" v="14672" actId="20577"/>
        <pc:sldMkLst>
          <pc:docMk/>
          <pc:sldMk cId="3359326580" sldId="373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3:58.295" v="13197" actId="20577"/>
        <pc:sldMkLst>
          <pc:docMk/>
          <pc:sldMk cId="377929795" sldId="37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C1B38E-D27D-9903-8A28-38C7CD23E5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A4305-442F-BFDF-ECB5-25A3B56791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17779C0-E5DE-4141-AD3A-2CCFCC0096D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0B239-4A53-8F44-78C1-0F0993EB21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B95EF-E3C6-9560-F6FD-B08D710DCA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BAB0814-8204-4E2F-B635-C704A999A755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12158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2C9A05A2-7884-4664-B96B-83ADC08329B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4BE5139F-8323-40BF-90AA-3C2C4182C20E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404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fImage681856149273.png"/><Relationship Id="rId3" Type="http://schemas.openxmlformats.org/officeDocument/2006/relationships/image" Target="../media/fImage18856617686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fImage681857387929.png"/><Relationship Id="rId3" Type="http://schemas.openxmlformats.org/officeDocument/2006/relationships/image" Target="../media/fImage18856741960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fImage68185842887.png"/><Relationship Id="rId3" Type="http://schemas.openxmlformats.org/officeDocument/2006/relationships/image" Target="../media/fImage1885684525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fImage6818595084.png"/><Relationship Id="rId3" Type="http://schemas.openxmlformats.org/officeDocument/2006/relationships/image" Target="../media/fImage18856953207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fImage68185891804.png"/><Relationship Id="rId3" Type="http://schemas.openxmlformats.org/officeDocument/2006/relationships/image" Target="../media/fImage18856894605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fImage6818510674547.png"/><Relationship Id="rId3" Type="http://schemas.openxmlformats.org/officeDocument/2006/relationships/image" Target="../media/fImage188561070927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fImage6818515359780.png"/><Relationship Id="rId3" Type="http://schemas.openxmlformats.org/officeDocument/2006/relationships/image" Target="../media/fImage188561538879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3E4942-5F08-2FE9-F4D7-52AF0DC90FDC}"/>
              </a:ext>
            </a:extLst>
          </p:cNvPr>
          <p:cNvSpPr/>
          <p:nvPr userDrawn="1"/>
        </p:nvSpPr>
        <p:spPr>
          <a:xfrm>
            <a:off x="-15242" y="630352"/>
            <a:ext cx="122163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9F10B-B5E0-F830-194B-369C6870E23B}"/>
              </a:ext>
            </a:extLst>
          </p:cNvPr>
          <p:cNvSpPr/>
          <p:nvPr userDrawn="1"/>
        </p:nvSpPr>
        <p:spPr>
          <a:xfrm>
            <a:off x="-15242" y="-9728"/>
            <a:ext cx="12216384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83347-B13C-057C-02F8-B723255A9CF8}"/>
              </a:ext>
            </a:extLst>
          </p:cNvPr>
          <p:cNvSpPr/>
          <p:nvPr userDrawn="1"/>
        </p:nvSpPr>
        <p:spPr>
          <a:xfrm>
            <a:off x="0" y="6138152"/>
            <a:ext cx="121920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AEF22-5175-803C-8D23-10B8BA20E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1599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392BF-4F2A-DC05-BA58-64EFEE5D5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635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  <a:lvl2pPr marL="457200" indent="0" algn="ctr">
              <a:buNone/>
              <a:defRPr sz="2000">
                <a:latin typeface="Poppins"/>
                <a:ea typeface="NanumGothic"/>
                <a:cs typeface="Poppins"/>
              </a:defRPr>
            </a:lvl2pPr>
            <a:lvl3pPr marL="914400" indent="0" algn="ctr">
              <a:buNone/>
              <a:defRPr sz="1800">
                <a:latin typeface="Poppins"/>
                <a:ea typeface="NanumGothic"/>
                <a:cs typeface="Poppins"/>
              </a:defRPr>
            </a:lvl3pPr>
            <a:lvl4pPr marL="1371600" indent="0" algn="ctr">
              <a:buNone/>
              <a:defRPr sz="1600">
                <a:latin typeface="Poppins"/>
                <a:ea typeface="NanumGothic"/>
                <a:cs typeface="Poppins"/>
              </a:defRPr>
            </a:lvl4pPr>
            <a:lvl5pPr marL="1828800" indent="0" algn="ctr">
              <a:buNone/>
              <a:defRPr sz="1600">
                <a:latin typeface="Poppins"/>
                <a:ea typeface="NanumGothic"/>
                <a:cs typeface="Poppins"/>
              </a:defRPr>
            </a:lvl5pPr>
            <a:lvl6pPr marL="2286000" indent="0" algn="ctr">
              <a:buNone/>
              <a:defRPr sz="1600">
                <a:latin typeface="Poppins"/>
                <a:ea typeface="NanumGothic"/>
                <a:cs typeface="Poppins"/>
              </a:defRPr>
            </a:lvl6pPr>
            <a:lvl7pPr marL="2743200" indent="0" algn="ctr">
              <a:buNone/>
              <a:defRPr sz="1600">
                <a:latin typeface="Poppins"/>
                <a:ea typeface="NanumGothic"/>
                <a:cs typeface="Poppins"/>
              </a:defRPr>
            </a:lvl7pPr>
            <a:lvl8pPr marL="3200400" indent="0" algn="ctr">
              <a:buNone/>
              <a:defRPr sz="1600">
                <a:latin typeface="Poppins"/>
                <a:ea typeface="NanumGothic"/>
                <a:cs typeface="Poppins"/>
              </a:defRPr>
            </a:lvl8pPr>
            <a:lvl9pPr marL="3657600" indent="0" algn="ctr">
              <a:buNone/>
              <a:defRPr sz="1600">
                <a:latin typeface="Poppins"/>
                <a:ea typeface="NanumGothic"/>
                <a:cs typeface="Poppins"/>
              </a:defRPr>
            </a:lvl9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FFF8-D8D2-EB2C-D2B4-1A08F806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0240" y="6341744"/>
            <a:ext cx="731520" cy="365125"/>
          </a:xfrm>
        </p:spPr>
        <p:txBody>
          <a:bodyPr/>
          <a:lstStyle>
            <a:lvl1pPr algn="ctr">
              <a:defRPr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41E57-D4F7-E922-8A39-D6A6D677D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4FEB64-B714-0598-AEE1-EB9D00CCB0EA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23385-772D-AA5A-6F2D-E42646453E86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056F9514-CF1D-C02B-61CF-99E5DFD4AF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40FA6B-6759-1E4D-9BE0-62C4BBE781FC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39A9A-A2D7-B745-6002-D0C66716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D285-6C29-67B9-1318-CCCA093F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957A-0A08-6627-1DAF-238F17CD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0433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AC1A-18C3-D381-2CEC-0AA63DD9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83954-0FE4-B62A-2C42-099F6A930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FEACE-CCDF-4CD7-9E6F-FDD2925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0609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3434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A9066E-3AF0-B734-F185-B2A67C6BC3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0500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A1CB56E-3E22-2024-9292-123E64A37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977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7D9314-3817-8675-1A86-F520DAC8A425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BEFC9-F63F-B975-A5FF-12A7E530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FCED7-CFB3-92AA-B485-4366EEFD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055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38F07-3E45-50C5-053F-9B5513E6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8950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46BC-6931-3A94-3EA2-64004C36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998C-19DB-0D1A-AB2B-BC04E61D0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  <a:lvl2pPr>
              <a:defRPr sz="2800">
                <a:latin typeface="Poppins"/>
                <a:ea typeface="NanumGothic"/>
                <a:cs typeface="Poppins"/>
              </a:defRPr>
            </a:lvl2pPr>
            <a:lvl3pPr>
              <a:defRPr sz="2400">
                <a:latin typeface="Poppins"/>
                <a:ea typeface="NanumGothic"/>
                <a:cs typeface="Poppins"/>
              </a:defRPr>
            </a:lvl3pPr>
            <a:lvl4pPr>
              <a:defRPr sz="2000">
                <a:latin typeface="Poppins"/>
                <a:ea typeface="NanumGothic"/>
                <a:cs typeface="Poppins"/>
              </a:defRPr>
            </a:lvl4pPr>
            <a:lvl5pPr>
              <a:defRPr sz="2000">
                <a:latin typeface="Poppins"/>
                <a:ea typeface="NanumGothic"/>
                <a:cs typeface="Poppins"/>
              </a:defRPr>
            </a:lvl5pPr>
            <a:lvl6pPr>
              <a:defRPr sz="2000">
                <a:latin typeface="Poppins"/>
                <a:ea typeface="NanumGothic"/>
                <a:cs typeface="Poppins"/>
              </a:defRPr>
            </a:lvl6pPr>
            <a:lvl7pPr>
              <a:defRPr sz="2000">
                <a:latin typeface="Poppins"/>
                <a:ea typeface="NanumGothic"/>
                <a:cs typeface="Poppins"/>
              </a:defRPr>
            </a:lvl7pPr>
            <a:lvl8pPr>
              <a:defRPr sz="2000">
                <a:latin typeface="Poppins"/>
                <a:ea typeface="NanumGothic"/>
                <a:cs typeface="Poppins"/>
              </a:defRPr>
            </a:lvl8pPr>
            <a:lvl9pPr>
              <a:defRPr sz="2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B8F0-E43A-937A-AB5B-541C6B1E8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1C4AF-DFA2-78AB-EBCB-199E30DF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270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476A-AE2C-DD20-449A-02E5342C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C3CB1-7262-0CCD-F6E7-692CC7BD3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8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24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2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2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2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2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2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2000">
                <a:latin typeface="Poppins"/>
                <a:ea typeface="NanumGothic"/>
                <a:cs typeface="Poppins"/>
              </a:defRPr>
            </a:lvl9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407B3-ED36-0B45-AAE8-F7992F44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58B64-9F52-15F2-2E1D-FDA0B27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8196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0902F3-2EA8-26EA-1542-A836CB7EF407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A0C6-F8AA-6546-D6BE-53A468C4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D6059-9439-4912-A94C-7AFC4A53B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5FE17-6E0A-9425-12A3-C08F8829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8175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71CA6-DE67-8CF8-4D01-FECE9433A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3F59-E97F-7C99-293B-7C56C7730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170DE-80CE-C359-35B0-7A1D9A8D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B31D19-45C9-464C-ACD9-79E5CF9DC0E6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7359-0EC4-E041-CA59-77967CF9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D85F-BA22-8E30-1006-F71E975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339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614927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61768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738792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741960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84288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845251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9508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953207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15451/fImage6818589180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15451/fImage18856894605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067454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42368/fImage1885610709272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535978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42368/fImage1885615388796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fImage681856038945.png"/><Relationship Id="rId13" Type="http://schemas.openxmlformats.org/officeDocument/2006/relationships/image" Target="../media/fImage188566064119.png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image" Target="../media/fImage681857279052.png"/><Relationship Id="rId13" Type="http://schemas.openxmlformats.org/officeDocument/2006/relationships/image" Target="../media/fImage188567304870.png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image" Target="../media/fImage681858314623.png"/><Relationship Id="rId13" Type="http://schemas.openxmlformats.org/officeDocument/2006/relationships/image" Target="../media/fImage188568345753.png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image" Target="../media/fImage681859394423.png"/><Relationship Id="rId13" Type="http://schemas.openxmlformats.org/officeDocument/2006/relationships/image" Target="../media/fImage188569427128.png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image" Target="../media/fImage681858804405.png"/><Relationship Id="rId13" Type="http://schemas.openxmlformats.org/officeDocument/2006/relationships/image" Target="../media/fImage18856883907.png"/><Relationship Id="rId1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image" Target="../media/fImage6818510561697.png"/><Relationship Id="rId13" Type="http://schemas.openxmlformats.org/officeDocument/2006/relationships/image" Target="../media/fImage188561059246.png"/><Relationship Id="rId14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image" Target="../media/fImage6818515243540.png"/><Relationship Id="rId13" Type="http://schemas.openxmlformats.org/officeDocument/2006/relationships/image" Target="../media/fImage188561527106.png"/><Relationship Id="rId1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68F20-94C3-435C-709E-899173F5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0"/>
            <a:ext cx="11791950" cy="1028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40100-FC4E-533D-15FF-E0442813B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1247775"/>
            <a:ext cx="11791950" cy="4929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1B2A-C16B-F864-0C80-80D22B28B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0240" y="6346696"/>
            <a:ext cx="731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590446D3-6005-80F3-DF47-76BECD402C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3D675A-DFCC-55F7-4697-45FC8F6AE159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6CF6F-40B4-DB91-6E20-E6D0040B60E5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CBD6A1C-7FD4-B60E-3FAD-92FB0C2CE7A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Poppins"/>
          <a:ea typeface="NanumGothic"/>
          <a:cs typeface="Poppin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Poppins" panose="05000000000000000000" pitchFamily="2" charset="2"/>
        <a:buChar char="§"/>
        <a:defRPr sz="24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20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bodyStyle>
    <p:otherStyle>
      <a:defPPr>
        <a:defRPr lang="en-US">
          <a:latin typeface="Poppins"/>
          <a:ea typeface="NanumGothic"/>
          <a:cs typeface="Poppins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6038945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6064119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7279052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7304870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83146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8345753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93944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9427128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15451/fImage681858804405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15451/fImage18856883907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99" r:id="rId1"/>
    <p:sldLayoutId id="2147484800" r:id="rId2"/>
    <p:sldLayoutId id="2147484801" r:id="rId3"/>
    <p:sldLayoutId id="2147484802" r:id="rId4"/>
    <p:sldLayoutId id="2147484803" r:id="rId5"/>
    <p:sldLayoutId id="2147484804" r:id="rId6"/>
    <p:sldLayoutId id="2147484805" r:id="rId7"/>
    <p:sldLayoutId id="2147484806" r:id="rId8"/>
    <p:sldLayoutId id="2147484807" r:id="rId9"/>
    <p:sldLayoutId id="2147484808" r:id="rId10"/>
    <p:sldLayoutId id="214748480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0561697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05924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56" r:id="rId1"/>
    <p:sldLayoutId id="2147485657" r:id="rId2"/>
    <p:sldLayoutId id="2147485658" r:id="rId3"/>
    <p:sldLayoutId id="2147485659" r:id="rId4"/>
    <p:sldLayoutId id="2147485660" r:id="rId5"/>
    <p:sldLayoutId id="2147485661" r:id="rId6"/>
    <p:sldLayoutId id="2147485662" r:id="rId7"/>
    <p:sldLayoutId id="2147485663" r:id="rId8"/>
    <p:sldLayoutId id="2147485664" r:id="rId9"/>
    <p:sldLayoutId id="2147485665" r:id="rId10"/>
    <p:sldLayoutId id="214748566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5243540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52710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67" r:id="rId1"/>
    <p:sldLayoutId id="2147485668" r:id="rId2"/>
    <p:sldLayoutId id="2147485669" r:id="rId3"/>
    <p:sldLayoutId id="2147485670" r:id="rId4"/>
    <p:sldLayoutId id="2147485671" r:id="rId5"/>
    <p:sldLayoutId id="2147485672" r:id="rId6"/>
    <p:sldLayoutId id="2147485673" r:id="rId7"/>
    <p:sldLayoutId id="2147485674" r:id="rId8"/>
    <p:sldLayoutId id="2147485675" r:id="rId9"/>
    <p:sldLayoutId id="2147485676" r:id="rId10"/>
    <p:sldLayoutId id="214748567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3. 실행 비용은 어떤 연산 계열에 쓰이는가?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RQ1 · 비용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여섯 모델은 비용의 90% 이상이 합성곱이다.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RNNoise만 합성곱이 없고, 완전연결이 74%를 차지한다.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85216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한 계측 단위에 두 계열이 함께 들어간 경우 그 안에서 가장 무거운 계열로 귀속했다 (합성곱 &gt; 완전연결 &gt; 원소별 &gt; 기타). 그렇게 귀속한 몫이 오른쪽 열이고, 그만큼이 해당 계열의 상한·하한 차이다.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계측 단위(IRQ 서비스 창) 기준 · Corstone-320 · U85-256 의 256_Low 셀 단독 · 계측 합계는 각 모델 TOTAL의 97.9–100.0% · 기타 = 형상·이동 · 풀링 · 양자화 · 정규화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267712"/>
            <a:ext cx="182880" cy="10972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194560"/>
            <a:ext cx="128016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합성곱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2267712"/>
            <a:ext cx="182880" cy="10972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5072" y="2194560"/>
            <a:ext cx="128016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완전연결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66944" y="2267712"/>
            <a:ext cx="182880" cy="109728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22976" y="2194560"/>
            <a:ext cx="128016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원소별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8" y="2267712"/>
            <a:ext cx="182880" cy="109728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194560"/>
            <a:ext cx="1280160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기타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194560"/>
            <a:ext cx="2679192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귀속 가정분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70048"/>
            <a:ext cx="16459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AD MedNet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31136" y="2715768"/>
            <a:ext cx="6620256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1136" y="2715768"/>
            <a:ext cx="66202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670048"/>
            <a:ext cx="267919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4.0%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99815"/>
            <a:ext cx="16459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Wav2Letter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31136" y="3145535"/>
            <a:ext cx="6612746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31136" y="3145535"/>
            <a:ext cx="661274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99.9%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43882" y="3145535"/>
            <a:ext cx="7509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3099815"/>
            <a:ext cx="267919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29583"/>
            <a:ext cx="16459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MobileNetV2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31136" y="3575303"/>
            <a:ext cx="6590009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31136" y="3575303"/>
            <a:ext cx="6590009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99.5%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1145" y="3575303"/>
            <a:ext cx="30246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3529583"/>
            <a:ext cx="267919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12.8%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959351"/>
            <a:ext cx="16459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KWS MicroNet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31136" y="4005071"/>
            <a:ext cx="6552988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31136" y="4005071"/>
            <a:ext cx="655298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99.0%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84124" y="4005071"/>
            <a:ext cx="67267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3959351"/>
            <a:ext cx="267919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없음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389119"/>
            <a:ext cx="16459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YOLO-Fastest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31136" y="4434839"/>
            <a:ext cx="6398724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31136" y="4434839"/>
            <a:ext cx="6398724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96.7%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29860" y="4434839"/>
            <a:ext cx="81808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11668" y="4434839"/>
            <a:ext cx="139723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4389119"/>
            <a:ext cx="267919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9.8%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818887"/>
            <a:ext cx="16459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VWW4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31136" y="4864607"/>
            <a:ext cx="5940808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31136" y="4864607"/>
            <a:ext cx="594080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89.7%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71944" y="4864607"/>
            <a:ext cx="280994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52939" y="4864607"/>
            <a:ext cx="398452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4818887"/>
            <a:ext cx="267919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3.2%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248655"/>
            <a:ext cx="1645920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RNNoise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31136" y="5294375"/>
            <a:ext cx="4913308" cy="310896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31136" y="5294375"/>
            <a:ext cx="491330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74.2%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44444" y="5294375"/>
            <a:ext cx="1326375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44444" y="5294375"/>
            <a:ext cx="1326375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20.0%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70820" y="5294375"/>
            <a:ext cx="380571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52560" y="5248655"/>
            <a:ext cx="267919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74.1%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Custom 25">
      <a:majorFont>
        <a:latin typeface="Poppins"/>
        <a:ea typeface="NanumGothic"/>
        <a:cs typeface="Poppins"/>
      </a:majorFont>
      <a:minorFont>
        <a:latin typeface="Poppins"/>
        <a:ea typeface="NanumGothic"/>
        <a:cs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30</Pages>
  <Paragraphs>5</Paragraphs>
  <Words>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Kwon G.H</cp:lastModifiedBy>
  <dc:title>Corstone Family — 구성 선택의 세 질문</dc:title>
  <dc:subject>워크로드, MAC 확장, 플랫폼 민감도, Vela 예측</dc:subject>
  <dcterms:modified xsi:type="dcterms:W3CDTF">2025-12-22T02:36:41Z</dcterms:modified>
</cp:coreProperties>
</file>