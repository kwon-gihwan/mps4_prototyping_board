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3. 실행 비용은 어떤 연산 계열에 분포하는가?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비용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여섯 모델은 비용의 86.6–99.9%가 합성곱 계열이다.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RNNoise만 합성곱이 없고, 완전연결과 원소별 연산이 그 자리를 차지한다.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888736"/>
            <a:ext cx="1124712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다섯 계열 모두 사이클은 측정됐다. 혼합 = 한 계측 단위에 두 계열 이상이 함께 들어가 계열별 귀속만 안 되는 몫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계측 단위(IRQ 서비스 창) 기준 · Corstone-320 · U85-256 의 256_Low 셀 단독 · 계측 합계는 각 모델 TOTAL의 97.9–100.0% · 기타 = 형상·이동 · 풀링 · 양자화 · 정규화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267712"/>
            <a:ext cx="182880" cy="1097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2194560"/>
            <a:ext cx="118872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합성곱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2267712"/>
            <a:ext cx="182880" cy="109728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118872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혼합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0016" y="2267712"/>
            <a:ext cx="182880" cy="1097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2194560"/>
            <a:ext cx="118872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완전연결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2267712"/>
            <a:ext cx="182880" cy="109728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194560"/>
            <a:ext cx="118872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원소별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6912" y="2267712"/>
            <a:ext cx="182880" cy="109728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2194560"/>
            <a:ext cx="118872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기타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194560"/>
            <a:ext cx="2953512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혼합의 주 내역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70048"/>
            <a:ext cx="151790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715768"/>
            <a:ext cx="6503142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2715768"/>
            <a:ext cx="650314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06262" y="2715768"/>
            <a:ext cx="7385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670048"/>
            <a:ext cx="29535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99815"/>
            <a:ext cx="151790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145535"/>
            <a:ext cx="6444375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3145535"/>
            <a:ext cx="64443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7495" y="3145535"/>
            <a:ext cx="66152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3099815"/>
            <a:ext cx="29535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529583"/>
            <a:ext cx="151790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3575303"/>
            <a:ext cx="625073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3575303"/>
            <a:ext cx="625073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96.0%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3853" y="3575303"/>
            <a:ext cx="259794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3529583"/>
            <a:ext cx="29535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기타 + 합성곱  4.0%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59351"/>
            <a:ext cx="151790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4005071"/>
            <a:ext cx="5655999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4005071"/>
            <a:ext cx="565599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86.9%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59119" y="4005071"/>
            <a:ext cx="636668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9119" y="4005071"/>
            <a:ext cx="63666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95788" y="4005071"/>
            <a:ext cx="80452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76240" y="4005071"/>
            <a:ext cx="137407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3959351"/>
            <a:ext cx="29535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원소별 + 합성곱  9.8%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389119"/>
            <a:ext cx="151790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4434839"/>
            <a:ext cx="5650675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4434839"/>
            <a:ext cx="56506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86.8%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53795" y="4434839"/>
            <a:ext cx="830108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53795" y="4434839"/>
            <a:ext cx="8301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12.8%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83903" y="4434839"/>
            <a:ext cx="29744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4389119"/>
            <a:ext cx="29535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원소별 + 합성곱  12.8%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818887"/>
            <a:ext cx="151790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4864607"/>
            <a:ext cx="5635175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0" y="4864607"/>
            <a:ext cx="56351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86.6%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38295" y="4864607"/>
            <a:ext cx="207167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45462" y="4864607"/>
            <a:ext cx="276337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1799" y="4864607"/>
            <a:ext cx="3918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4818887"/>
            <a:ext cx="29535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원소별 + 합성곱  2.1%  외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248655"/>
            <a:ext cx="151790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5294375"/>
            <a:ext cx="4826341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0" y="5294375"/>
            <a:ext cx="482634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74.1%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29461" y="5294375"/>
            <a:ext cx="748527" cy="3108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29461" y="5294375"/>
            <a:ext cx="74852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11.5%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77988" y="5294375"/>
            <a:ext cx="561395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77988" y="5294375"/>
            <a:ext cx="56139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8.6%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39384" y="5294375"/>
            <a:ext cx="374263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5248655"/>
            <a:ext cx="29535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기타 + 완전연결  31.4%  외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