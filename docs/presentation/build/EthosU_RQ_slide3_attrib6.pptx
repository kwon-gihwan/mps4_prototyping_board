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3. 실행 비용은 어떤 연산 계열에 쓰이는가?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비용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여섯 모델은 비용의 90% 이상이 합성곱(Conv2D + DWConv)이고, 두 계열의 비율은 모델마다 다르다.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RNNoise만 합성곱이 없고, 완전연결이 74%를 차지한다.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8521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한 계측 단위에 두 계열이 함께 들어간 경우 그 안에서 가장 무거운 계열로 귀속했다 (Conv2D &gt; DWConv &gt; 완전연결 &gt; 원소별 &gt; 형상·이동 &gt; 기타). 그렇게 귀속한 몫이 오른쪽 열이고, 그만큼이 해당 계열의 상한·하한 차이다.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계측 단위(IRQ 서비스 창) 기준 · Corstone-320 · U85-256 의 256_Low 셀 단독 · 계측 합계는 각 모델 TOTAL의 97.9–100.0% · 형상·이동 = Pad·Reshape·Pack·Concat·Resize · 기타 = 풀링·양자화·정규화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267712"/>
            <a:ext cx="182880" cy="1097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Conv2D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1" y="2267712"/>
            <a:ext cx="182880" cy="109728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5" y="2194560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DWConv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2267712"/>
            <a:ext cx="182880" cy="10972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194560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완전연결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32704" y="2267712"/>
            <a:ext cx="182880" cy="109728"/>
          </a:xfrm>
          <a:prstGeom prst="rect">
            <a:avLst/>
          </a:prstGeom>
          <a:solidFill>
            <a:srgbClr val="83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0448" y="2194560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원소별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2267712"/>
            <a:ext cx="182880" cy="109728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4304" y="2194560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형상·이동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0416" y="2267712"/>
            <a:ext cx="182880" cy="109728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194560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기타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94560"/>
            <a:ext cx="2679192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귀속 가정분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70048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31136" y="2715768"/>
            <a:ext cx="5475328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1136" y="2715768"/>
            <a:ext cx="547532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82.7%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06464" y="2715768"/>
            <a:ext cx="1144927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6464" y="2715768"/>
            <a:ext cx="114492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17.3%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670048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4.0%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099815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31136" y="3145535"/>
            <a:ext cx="6612746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31136" y="3145535"/>
            <a:ext cx="661274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99.9%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43882" y="3145535"/>
            <a:ext cx="7509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3099815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없음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29583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31136" y="3575303"/>
            <a:ext cx="5036547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31136" y="3575303"/>
            <a:ext cx="503654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76.1%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7683" y="3575303"/>
            <a:ext cx="1553462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7683" y="3575303"/>
            <a:ext cx="1553462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23.5%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1145" y="3575303"/>
            <a:ext cx="30246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3529583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12.8%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959351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31136" y="4005071"/>
            <a:ext cx="5582367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31136" y="4005071"/>
            <a:ext cx="558236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84.3%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3503" y="4005071"/>
            <a:ext cx="970621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3503" y="4005071"/>
            <a:ext cx="970621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14.7%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84124" y="4005071"/>
            <a:ext cx="67267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3959351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없음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389119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31136" y="4434839"/>
            <a:ext cx="3903884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31136" y="4434839"/>
            <a:ext cx="390388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59.0%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35020" y="4434839"/>
            <a:ext cx="2494840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020" y="4434839"/>
            <a:ext cx="2494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37.7%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29860" y="4434839"/>
            <a:ext cx="81808" cy="310896"/>
          </a:xfrm>
          <a:prstGeom prst="rect">
            <a:avLst/>
          </a:prstGeom>
          <a:solidFill>
            <a:srgbClr val="83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11668" y="4434839"/>
            <a:ext cx="139723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4389119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10.6%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818887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31136" y="4864607"/>
            <a:ext cx="4031068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31136" y="4864607"/>
            <a:ext cx="403106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60.9%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2204" y="4864607"/>
            <a:ext cx="1909740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2204" y="4864607"/>
            <a:ext cx="19097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28.8%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71944" y="4864607"/>
            <a:ext cx="280994" cy="310896"/>
          </a:xfrm>
          <a:prstGeom prst="rect">
            <a:avLst/>
          </a:prstGeom>
          <a:solidFill>
            <a:srgbClr val="83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52939" y="4864607"/>
            <a:ext cx="398452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4818887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3.2%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248655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31136" y="5294375"/>
            <a:ext cx="4913308" cy="310896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31136" y="5294375"/>
            <a:ext cx="491330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74.2%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44444" y="5294375"/>
            <a:ext cx="1326375" cy="310896"/>
          </a:xfrm>
          <a:prstGeom prst="rect">
            <a:avLst/>
          </a:prstGeom>
          <a:solidFill>
            <a:srgbClr val="83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44444" y="5294375"/>
            <a:ext cx="132637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20.0%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70820" y="5294375"/>
            <a:ext cx="380571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52560" y="5248655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77.0%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