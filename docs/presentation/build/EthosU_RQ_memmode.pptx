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embedTrueTypeFonts="0" saveSubsetFonts="0">
  <p:sldMasterIdLst>
    <p:sldMasterId id="2147485686" r:id="rId92"/>
    <p:sldMasterId id="2147485687" r:id="rId94"/>
    <p:sldMasterId id="2147485688" r:id="rId96"/>
    <p:sldMasterId id="2147485689" r:id="rId98"/>
    <p:sldMasterId id="2147485690" r:id="rId100"/>
    <p:sldMasterId id="2147485691" r:id="rId102"/>
    <p:sldMasterId id="2147485692" r:id="rId104"/>
    <p:sldMasterId id="2147485693" r:id="rId106"/>
  </p:sldMasterIdLst>
  <p:notesMasterIdLst>
    <p:notesMasterId r:id="rId110"/>
  </p:notesMasterIdLst>
  <p:handoutMasterIdLst>
    <p:handoutMasterId r:id="rId108"/>
  </p:handoutMasterIdLst>
  <p:sldIdLst>
    <p:sldId id="256" r:id="rId17"/>
  </p:sldIdLst>
  <p:sldSz cx="12192000" cy="6858000"/>
  <p:notesSz cx="6858000" cy="9144000"/>
  <p:defaultTextStyle>
    <a:defPPr>
      <a:defRPr lang="en-US">
        <a:latin typeface="Poppins"/>
        <a:ea typeface="NanumGothic"/>
        <a:cs typeface="Poppins"/>
      </a:defRPr>
    </a:defPPr>
    <a:lvl1pPr marL="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Poppins"/>
        <a:ea typeface="NanumGothic"/>
        <a:cs typeface="Poppins"/>
      </a:defRPr>
    </a:lvl9pPr>
  </p:defaultTextStyle>
  <p:extLst>
    <p:ext uri="{2D200454-40CA-4A62-9FC3-DE9A4176ACB9}">
      <p15:notesGuideLst xmlns:p15="http://schemas.microsoft.com/office/powerpoint/2012/main"/>
    </p:ext>
    <p:ext uri="{EFAFB233-063F-42B5-8137-9DF3F51BA10A}">
      <p15:sldGuideLst xmlns:p15="http://schemas.microsoft.com/office/powerpoint/2012/main">
        <p15:guide id="1" orient="horz" pos="2154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  <p:clrMru>
    <a:srgbClr val="FFFFFF"/>
    <a:srgbClr val="FFFF00"/>
    <a:srgbClr val="D3D3D3"/>
  </p:clrMru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8F324A-00EC-6C4E-8621-BD9619E54346}" v="5" dt="2025-12-22T02:36:08.4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22761" autoAdjust="0"/>
    <p:restoredTop sz="81154" autoAdjust="0"/>
  </p:normalViewPr>
  <p:slideViewPr>
    <p:cSldViewPr snapToGrid="0" snapToObjects="1">
      <p:cViewPr varScale="1">
        <p:scale>
          <a:sx n="90" d="100"/>
          <a:sy n="90" d="100"/>
        </p:scale>
        <p:origin x="216" y="880"/>
      </p:cViewPr>
      <p:guideLst>
        <p:guide orient="horz" pos="2154"/>
        <p:guide pos="38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0" d="100"/>
          <a:sy n="60" d="100"/>
        </p:scale>
        <p:origin x="2410" y="48"/>
      </p:cViewPr>
      <p:guideLst>
        <p:guide orient="horz" pos="2154"/>
        <p:guide pos="3834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ableStyles" Target="tableStyles.xml"/><Relationship Id="rId2" Type="http://schemas.microsoft.com/office/2016/11/relationships/changesInfo" Target="changesInfos/changesInfo1.xml"/><Relationship Id="rId3" Type="http://schemas.microsoft.com/office/2015/10/relationships/revisionInfo" Target="revisionInfo.xml"/><Relationship Id="rId17" Type="http://schemas.openxmlformats.org/officeDocument/2006/relationships/slide" Target="slides/slide1.xml"/><Relationship Id="rId92" Type="http://schemas.openxmlformats.org/officeDocument/2006/relationships/slideMaster" Target="slideMasters/slideMaster1.xml"/><Relationship Id="rId93" Type="http://schemas.openxmlformats.org/officeDocument/2006/relationships/theme" Target="theme/theme1.xml"/><Relationship Id="rId94" Type="http://schemas.openxmlformats.org/officeDocument/2006/relationships/slideMaster" Target="slideMasters/slideMaster2.xml"/><Relationship Id="rId96" Type="http://schemas.openxmlformats.org/officeDocument/2006/relationships/slideMaster" Target="slideMasters/slideMaster3.xml"/><Relationship Id="rId98" Type="http://schemas.openxmlformats.org/officeDocument/2006/relationships/slideMaster" Target="slideMasters/slideMaster4.xml"/><Relationship Id="rId100" Type="http://schemas.openxmlformats.org/officeDocument/2006/relationships/slideMaster" Target="slideMasters/slideMaster5.xml"/><Relationship Id="rId102" Type="http://schemas.openxmlformats.org/officeDocument/2006/relationships/slideMaster" Target="slideMasters/slideMaster6.xml"/><Relationship Id="rId104" Type="http://schemas.openxmlformats.org/officeDocument/2006/relationships/slideMaster" Target="slideMasters/slideMaster7.xml"/><Relationship Id="rId106" Type="http://schemas.openxmlformats.org/officeDocument/2006/relationships/slideMaster" Target="slideMasters/slideMaster8.xml"/><Relationship Id="rId108" Type="http://schemas.openxmlformats.org/officeDocument/2006/relationships/handoutMaster" Target="handoutMasters/handoutMaster1.xml"/><Relationship Id="rId110" Type="http://schemas.openxmlformats.org/officeDocument/2006/relationships/notesMaster" Target="notesMasters/notesMaster1.xml"/><Relationship Id="rId164" Type="http://schemas.openxmlformats.org/officeDocument/2006/relationships/viewProps" Target="viewProps.xml"/><Relationship Id="rId16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o Seonyeong" userId="2c618708adb57b46" providerId="LiveId" clId="{12E46043-B1A4-40A1-B023-11697CB30D44}"/>
    <pc:docChg chg="custSel delSld modSld">
      <pc:chgData name="Heo Seonyeong" userId="2c618708adb57b46" providerId="LiveId" clId="{12E46043-B1A4-40A1-B023-11697CB30D44}" dt="2023-03-06T08:41:38.643" v="4" actId="47"/>
      <pc:docMkLst>
        <pc:docMk/>
      </pc:docMkLst>
      <pc:sldChg chg="addSp delSp modSp">
        <pc:chgData name="Heo Seonyeong" userId="2c618708adb57b46" providerId="LiveId" clId="{12E46043-B1A4-40A1-B023-11697CB30D44}" dt="2023-03-06T08:41:31.310" v="1" actId="478"/>
        <pc:sldMkLst>
          <pc:docMk/>
          <pc:sldMk cId="3135891794" sldId="256"/>
        </pc:sldMkLst>
      </pc:sldChg>
      <pc:sldChg chg="addSp delSp modSp del">
        <pc:chgData name="Heo Seonyeong" userId="2c618708adb57b46" providerId="LiveId" clId="{12E46043-B1A4-40A1-B023-11697CB30D44}" dt="2023-03-06T08:41:38.643" v="4" actId="47"/>
        <pc:sldMkLst>
          <pc:docMk/>
          <pc:sldMk cId="3074050129" sldId="288"/>
        </pc:sldMkLst>
      </pc:sldChg>
      <pc:sldChg chg="del">
        <pc:chgData name="Heo Seonyeong" userId="2c618708adb57b46" providerId="LiveId" clId="{12E46043-B1A4-40A1-B023-11697CB30D44}" dt="2023-03-06T08:41:32.765" v="2" actId="47"/>
        <pc:sldMkLst>
          <pc:docMk/>
          <pc:sldMk cId="3486960635" sldId="289"/>
        </pc:sldMkLst>
      </pc:sldChg>
    </pc:docChg>
  </pc:docChgLst>
  <pc:docChgLst>
    <pc:chgData name="Heo Seonyeong" userId="2c618708adb57b46" providerId="LiveId" clId="{CC1D2794-90CC-483B-9A58-9865DF89D062}"/>
    <pc:docChg chg="custSel addSld delSld modSld">
      <pc:chgData name="Heo Seonyeong" userId="2c618708adb57b46" providerId="LiveId" clId="{CC1D2794-90CC-483B-9A58-9865DF89D062}" dt="2023-03-06T08:25:47.215" v="74" actId="680"/>
      <pc:docMkLst>
        <pc:docMk/>
      </pc:docMkLst>
      <pc:sldChg chg="modSp">
        <pc:chgData name="Heo Seonyeong" userId="2c618708adb57b46" providerId="LiveId" clId="{CC1D2794-90CC-483B-9A58-9865DF89D062}" dt="2023-03-06T08:25:43.705" v="73" actId="20577"/>
        <pc:sldMkLst>
          <pc:docMk/>
          <pc:sldMk cId="3135891794" sldId="25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7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8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81842838" sldId="28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977295939" sldId="289"/>
        </pc:sldMkLst>
      </pc:sldChg>
      <pc:sldChg chg="new">
        <pc:chgData name="Heo Seonyeong" userId="2c618708adb57b46" providerId="LiveId" clId="{CC1D2794-90CC-483B-9A58-9865DF89D062}" dt="2023-03-06T08:25:47.215" v="74" actId="680"/>
        <pc:sldMkLst>
          <pc:docMk/>
          <pc:sldMk cId="3486960635" sldId="28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1374554217" sldId="29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2980037091" sldId="291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064477441" sldId="292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4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29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6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07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1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35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4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4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0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3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54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0" sldId="368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490677456" sldId="369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498266139" sldId="372"/>
        </pc:sldMkLst>
      </pc:sldChg>
      <pc:sldChg chg="del">
        <pc:chgData name="Heo Seonyeong" userId="2c618708adb57b46" providerId="LiveId" clId="{CC1D2794-90CC-483B-9A58-9865DF89D062}" dt="2023-03-06T08:25:29.027" v="0" actId="47"/>
        <pc:sldMkLst>
          <pc:docMk/>
          <pc:sldMk cId="377929795" sldId="374"/>
        </pc:sldMkLst>
      </pc:sldChg>
    </pc:docChg>
  </pc:docChgLst>
  <pc:docChgLst>
    <pc:chgData name="Heo Seonyeong" userId="2c618708adb57b46" providerId="LiveId" clId="{59293C1B-0477-4CD0-9A3E-44F3569855EC}"/>
    <pc:docChg chg="undo custSel addSld delSld modSld modMainMaster">
      <pc:chgData name="Heo Seonyeong" userId="2c618708adb57b46" providerId="LiveId" clId="{59293C1B-0477-4CD0-9A3E-44F3569855EC}" dt="2023-02-24T15:54:50.834" v="566" actId="12789"/>
      <pc:docMkLst>
        <pc:docMk/>
      </pc:docMkLst>
      <pc:sldChg chg="addSp delSp modSp mod chgLayout">
        <pc:chgData name="Heo Seonyeong" userId="2c618708adb57b46" providerId="LiveId" clId="{59293C1B-0477-4CD0-9A3E-44F3569855EC}" dt="2023-02-24T15:50:16.230" v="473" actId="20577"/>
        <pc:sldMkLst>
          <pc:docMk/>
          <pc:sldMk cId="3135891794" sldId="256"/>
        </pc:sldMkLst>
      </pc:sldChg>
      <pc:sldChg chg="modSp new del mod">
        <pc:chgData name="Heo Seonyeong" userId="2c618708adb57b46" providerId="LiveId" clId="{59293C1B-0477-4CD0-9A3E-44F3569855EC}" dt="2023-02-24T15:44:04.707" v="219" actId="680"/>
        <pc:sldMkLst>
          <pc:docMk/>
          <pc:sldMk cId="1728081488" sldId="257"/>
        </pc:sldMkLst>
      </pc:sldChg>
      <pc:sldMasterChg chg="addSp delSp modSp mod addSldLayout delSldLayout modSldLayout">
        <pc:chgData name="Heo Seonyeong" userId="2c618708adb57b46" providerId="LiveId" clId="{59293C1B-0477-4CD0-9A3E-44F3569855EC}" dt="2023-02-24T15:54:50.834" v="566" actId="12789"/>
        <pc:sldMasterMkLst>
          <pc:docMk/>
          <pc:sldMasterMk cId="2909255818" sldId="2147483648"/>
        </pc:sldMasterMkLst>
        <pc:sldLayoutChg chg="addSp delSp modSp mod">
          <pc:chgData name="Heo Seonyeong" userId="2c618708adb57b46" providerId="LiveId" clId="{59293C1B-0477-4CD0-9A3E-44F3569855EC}" dt="2023-02-24T15:54:31.950" v="562" actId="12788"/>
          <pc:sldLayoutMkLst>
            <pc:docMk/>
            <pc:sldMasterMk cId="2909255818" sldId="2147483648"/>
            <pc:sldLayoutMk cId="1712558428" sldId="2147483649"/>
          </pc:sldLayoutMkLst>
        </pc:sldLayoutChg>
        <pc:sldLayoutChg chg="addSp modSp mod">
          <pc:chgData name="Heo Seonyeong" userId="2c618708adb57b46" providerId="LiveId" clId="{59293C1B-0477-4CD0-9A3E-44F3569855EC}" dt="2023-02-24T15:40:46.861" v="70" actId="207"/>
          <pc:sldLayoutMkLst>
            <pc:docMk/>
            <pc:sldMasterMk cId="2909255818" sldId="2147483648"/>
            <pc:sldLayoutMk cId="4004331890" sldId="2147483650"/>
          </pc:sldLayoutMkLst>
        </pc:sldLayoutChg>
        <pc:sldLayoutChg chg="addSp modSp mod">
          <pc:chgData name="Heo Seonyeong" userId="2c618708adb57b46" providerId="LiveId" clId="{59293C1B-0477-4CD0-9A3E-44F3569855EC}" dt="2023-02-24T15:41:53.728" v="114" actId="14100"/>
          <pc:sldLayoutMkLst>
            <pc:docMk/>
            <pc:sldMasterMk cId="2909255818" sldId="2147483648"/>
            <pc:sldLayoutMk cId="2034346239" sldId="2147483652"/>
          </pc:sldLayoutMkLst>
        </pc:sldLayoutChg>
        <pc:sldLayoutChg chg="add del">
          <pc:chgData name="Heo Seonyeong" userId="2c618708adb57b46" providerId="LiveId" clId="{59293C1B-0477-4CD0-9A3E-44F3569855EC}" dt="2023-02-24T15:41:22.754" v="78" actId="2696"/>
          <pc:sldLayoutMkLst>
            <pc:docMk/>
            <pc:sldMasterMk cId="2909255818" sldId="2147483648"/>
            <pc:sldLayoutMk cId="212316426" sldId="2147483653"/>
          </pc:sldLayoutMkLst>
        </pc:sldLayoutChg>
        <pc:sldLayoutChg chg="addSp modSp mod">
          <pc:chgData name="Heo Seonyeong" userId="2c618708adb57b46" providerId="LiveId" clId="{59293C1B-0477-4CD0-9A3E-44F3569855EC}" dt="2023-02-24T15:42:19.918" v="118" actId="207"/>
          <pc:sldLayoutMkLst>
            <pc:docMk/>
            <pc:sldMasterMk cId="2909255818" sldId="2147483648"/>
            <pc:sldLayoutMk cId="1205546789" sldId="2147483654"/>
          </pc:sldLayoutMkLst>
        </pc:sldLayoutChg>
        <pc:sldLayoutChg chg="addSp modSp mod">
          <pc:chgData name="Heo Seonyeong" userId="2c618708adb57b46" providerId="LiveId" clId="{59293C1B-0477-4CD0-9A3E-44F3569855EC}" dt="2023-02-24T15:42:32.863" v="121" actId="207"/>
          <pc:sldLayoutMkLst>
            <pc:docMk/>
            <pc:sldMasterMk cId="2909255818" sldId="2147483648"/>
            <pc:sldLayoutMk cId="2381755908" sldId="2147483658"/>
          </pc:sldLayoutMkLst>
        </pc:sldLayoutChg>
        <pc:sldLayoutChg chg="addSp modSp add mod modTransition">
          <pc:chgData name="Heo Seonyeong" userId="2c618708adb57b46" providerId="LiveId" clId="{59293C1B-0477-4CD0-9A3E-44F3569855EC}" dt="2023-02-24T15:41:46.215" v="112" actId="14100"/>
          <pc:sldLayoutMkLst>
            <pc:docMk/>
            <pc:sldMasterMk cId="2909255818" sldId="2147483648"/>
            <pc:sldLayoutMk cId="2029779650" sldId="2147483660"/>
          </pc:sldLayoutMkLst>
        </pc:sldLayoutChg>
      </pc:sldMasterChg>
    </pc:docChg>
  </pc:docChgLst>
  <pc:docChgLst>
    <pc:chgData name="Heo Seonyeong" userId="2c618708adb57b46" providerId="LiveId" clId="{2E85ECE0-4817-465E-8CD4-339C293E33BB}"/>
    <pc:docChg chg="undo custSel delSld modSld">
      <pc:chgData name="Heo Seonyeong" userId="2c618708adb57b46" providerId="LiveId" clId="{2E85ECE0-4817-465E-8CD4-339C293E33BB}" dt="2023-03-06T08:08:43.611" v="7043" actId="113"/>
      <pc:docMkLst>
        <pc:docMk/>
      </pc:docMkLst>
      <pc:sldChg chg="modNotesTx">
        <pc:chgData name="Heo Seonyeong" userId="2c618708adb57b46" providerId="LiveId" clId="{2E85ECE0-4817-465E-8CD4-339C293E33BB}" dt="2023-03-06T07:18:37.356" v="1987" actId="20577"/>
        <pc:sldMkLst>
          <pc:docMk/>
          <pc:sldMk cId="0" sldId="280"/>
        </pc:sldMkLst>
      </pc:sldChg>
      <pc:sldChg chg="modNotesTx">
        <pc:chgData name="Heo Seonyeong" userId="2c618708adb57b46" providerId="LiveId" clId="{2E85ECE0-4817-465E-8CD4-339C293E33BB}" dt="2023-03-06T07:05:58.306" v="57" actId="20577"/>
        <pc:sldMkLst>
          <pc:docMk/>
          <pc:sldMk cId="0" sldId="294"/>
        </pc:sldMkLst>
      </pc:sldChg>
      <pc:sldChg chg="modNotesTx">
        <pc:chgData name="Heo Seonyeong" userId="2c618708adb57b46" providerId="LiveId" clId="{2E85ECE0-4817-465E-8CD4-339C293E33BB}" dt="2023-03-06T07:12:05.663" v="1294" actId="20577"/>
        <pc:sldMkLst>
          <pc:docMk/>
          <pc:sldMk cId="0" sldId="295"/>
        </pc:sldMkLst>
      </pc:sldChg>
      <pc:sldChg chg="modNotesTx">
        <pc:chgData name="Heo Seonyeong" userId="2c618708adb57b46" providerId="LiveId" clId="{2E85ECE0-4817-465E-8CD4-339C293E33BB}" dt="2023-03-06T07:13:42.003" v="1653" actId="20577"/>
        <pc:sldMkLst>
          <pc:docMk/>
          <pc:sldMk cId="0" sldId="296"/>
        </pc:sldMkLst>
      </pc:sldChg>
      <pc:sldChg chg="modSp modNotesTx">
        <pc:chgData name="Heo Seonyeong" userId="2c618708adb57b46" providerId="LiveId" clId="{2E85ECE0-4817-465E-8CD4-339C293E33BB}" dt="2023-03-06T07:59:18.913" v="6360" actId="20577"/>
        <pc:sldMkLst>
          <pc:docMk/>
          <pc:sldMk cId="0" sldId="305"/>
        </pc:sldMkLst>
      </pc:sldChg>
      <pc:sldChg chg="modNotesTx">
        <pc:chgData name="Heo Seonyeong" userId="2c618708adb57b46" providerId="LiveId" clId="{2E85ECE0-4817-465E-8CD4-339C293E33BB}" dt="2023-03-06T07:59:29.447" v="6372" actId="20577"/>
        <pc:sldMkLst>
          <pc:docMk/>
          <pc:sldMk cId="0" sldId="306"/>
        </pc:sldMkLst>
      </pc:sldChg>
      <pc:sldChg chg="modSp modNotesTx">
        <pc:chgData name="Heo Seonyeong" userId="2c618708adb57b46" providerId="LiveId" clId="{2E85ECE0-4817-465E-8CD4-339C293E33BB}" dt="2023-03-06T07:56:30.632" v="5915" actId="20577"/>
        <pc:sldMkLst>
          <pc:docMk/>
          <pc:sldMk cId="0" sldId="307"/>
        </pc:sldMkLst>
      </pc:sldChg>
      <pc:sldChg chg="modSp modNotesTx">
        <pc:chgData name="Heo Seonyeong" userId="2c618708adb57b46" providerId="LiveId" clId="{2E85ECE0-4817-465E-8CD4-339C293E33BB}" dt="2023-03-06T08:00:59.516" v="6773" actId="20577"/>
        <pc:sldMkLst>
          <pc:docMk/>
          <pc:sldMk cId="0" sldId="310"/>
        </pc:sldMkLst>
      </pc:sldChg>
      <pc:sldChg chg="modSp">
        <pc:chgData name="Heo Seonyeong" userId="2c618708adb57b46" providerId="LiveId" clId="{2E85ECE0-4817-465E-8CD4-339C293E33BB}" dt="2023-03-06T08:08:36.488" v="7042" actId="113"/>
        <pc:sldMkLst>
          <pc:docMk/>
          <pc:sldMk cId="0" sldId="343"/>
        </pc:sldMkLst>
      </pc:sldChg>
      <pc:sldChg chg="modSp">
        <pc:chgData name="Heo Seonyeong" userId="2c618708adb57b46" providerId="LiveId" clId="{2E85ECE0-4817-465E-8CD4-339C293E33BB}" dt="2023-03-06T08:08:43.611" v="7043" actId="113"/>
        <pc:sldMkLst>
          <pc:docMk/>
          <pc:sldMk cId="0" sldId="350"/>
        </pc:sldMkLst>
      </pc:sldChg>
      <pc:sldChg chg="modNotesTx">
        <pc:chgData name="Heo Seonyeong" userId="2c618708adb57b46" providerId="LiveId" clId="{2E85ECE0-4817-465E-8CD4-339C293E33BB}" dt="2023-03-06T07:24:04.238" v="2314" actId="20577"/>
        <pc:sldMkLst>
          <pc:docMk/>
          <pc:sldMk cId="0" sldId="353"/>
        </pc:sldMkLst>
      </pc:sldChg>
      <pc:sldChg chg="modNotesTx">
        <pc:chgData name="Heo Seonyeong" userId="2c618708adb57b46" providerId="LiveId" clId="{2E85ECE0-4817-465E-8CD4-339C293E33BB}" dt="2023-03-06T08:02:11.408" v="7040" actId="20577"/>
        <pc:sldMkLst>
          <pc:docMk/>
          <pc:sldMk cId="0" sldId="354"/>
        </pc:sldMkLst>
      </pc:sldChg>
      <pc:sldChg chg="del modNotesTx">
        <pc:chgData name="Heo Seonyeong" userId="2c618708adb57b46" providerId="LiveId" clId="{2E85ECE0-4817-465E-8CD4-339C293E33BB}" dt="2023-03-06T07:05:12.190" v="6" actId="2696"/>
        <pc:sldMkLst>
          <pc:docMk/>
          <pc:sldMk cId="3359326580" sldId="373"/>
        </pc:sldMkLst>
      </pc:sldChg>
    </pc:docChg>
  </pc:docChgLst>
  <pc:docChgLst>
    <pc:chgData name="Seonyeong Heo" userId="2c618708adb57b46" providerId="LiveId" clId="{3E8F324A-00EC-6C4E-8621-BD9619E54346}"/>
    <pc:docChg chg="custSel addSld modSld modMainMaster">
      <pc:chgData name="Seonyeong Heo" userId="2c618708adb57b46" providerId="LiveId" clId="{3E8F324A-00EC-6C4E-8621-BD9619E54346}" dt="2025-12-22T02:36:37.047" v="87" actId="404"/>
      <pc:docMkLst>
        <pc:docMk/>
      </pc:docMkLst>
      <pc:sldChg chg="addSp delSp modSp mod">
        <pc:chgData name="Seonyeong Heo" userId="2c618708adb57b46" providerId="LiveId" clId="{3E8F324A-00EC-6C4E-8621-BD9619E54346}" dt="2025-12-22T02:36:12.756" v="83" actId="478"/>
        <pc:sldMkLst>
          <pc:docMk/>
          <pc:sldMk cId="3135891794" sldId="256"/>
        </pc:sldMkLst>
        <pc:spChg chg="add mod">
          <ac:chgData name="Seonyeong Heo" userId="2c618708adb57b46" providerId="LiveId" clId="{3E8F324A-00EC-6C4E-8621-BD9619E54346}" dt="2025-12-22T02:35:17.153" v="76" actId="767"/>
          <ac:spMkLst>
            <pc:docMk/>
            <pc:sldMk cId="3135891794" sldId="256"/>
            <ac:spMk id="2" creationId="{5783F478-44EE-3929-8CAC-C52E4C8F1838}"/>
          </ac:spMkLst>
        </pc:spChg>
        <pc:spChg chg="mod">
          <ac:chgData name="Seonyeong Heo" userId="2c618708adb57b46" providerId="LiveId" clId="{3E8F324A-00EC-6C4E-8621-BD9619E54346}" dt="2025-12-22T02:33:47.417" v="4" actId="20577"/>
          <ac:spMkLst>
            <pc:docMk/>
            <pc:sldMk cId="3135891794" sldId="256"/>
            <ac:spMk id="3" creationId="{E34FEC1B-11A4-4A79-9FDA-39572F835640}"/>
          </ac:spMkLst>
        </pc:spChg>
        <pc:spChg chg="add del mod">
          <ac:chgData name="Seonyeong Heo" userId="2c618708adb57b46" providerId="LiveId" clId="{3E8F324A-00EC-6C4E-8621-BD9619E54346}" dt="2025-12-22T02:36:12.756" v="83" actId="478"/>
          <ac:spMkLst>
            <pc:docMk/>
            <pc:sldMk cId="3135891794" sldId="256"/>
            <ac:spMk id="4" creationId="{B6A0565D-2D92-6C1A-D88F-594659F52678}"/>
          </ac:spMkLst>
        </pc:spChg>
        <pc:spChg chg="mod">
          <ac:chgData name="Seonyeong Heo" userId="2c618708adb57b46" providerId="LiveId" clId="{3E8F324A-00EC-6C4E-8621-BD9619E54346}" dt="2025-12-22T02:36:01.390" v="81" actId="404"/>
          <ac:spMkLst>
            <pc:docMk/>
            <pc:sldMk cId="3135891794" sldId="256"/>
            <ac:spMk id="7" creationId="{DAC28B4E-CB3A-435F-A6F7-97E9960F0F53}"/>
          </ac:spMkLst>
        </pc:spChg>
      </pc:sldChg>
      <pc:sldChg chg="new">
        <pc:chgData name="Seonyeong Heo" userId="2c618708adb57b46" providerId="LiveId" clId="{3E8F324A-00EC-6C4E-8621-BD9619E54346}" dt="2025-12-22T02:34:10.626" v="71" actId="680"/>
        <pc:sldMkLst>
          <pc:docMk/>
          <pc:sldMk cId="3333011991" sldId="257"/>
        </pc:sldMkLst>
      </pc:sldChg>
      <pc:sldMasterChg chg="modSp mod modSldLayout">
        <pc:chgData name="Seonyeong Heo" userId="2c618708adb57b46" providerId="LiveId" clId="{3E8F324A-00EC-6C4E-8621-BD9619E54346}" dt="2025-12-22T02:36:37.047" v="87" actId="404"/>
        <pc:sldMasterMkLst>
          <pc:docMk/>
          <pc:sldMasterMk cId="2909255818" sldId="2147483648"/>
        </pc:sldMasterMkLst>
        <pc:spChg chg="mod">
          <ac:chgData name="Seonyeong Heo" userId="2c618708adb57b46" providerId="LiveId" clId="{3E8F324A-00EC-6C4E-8621-BD9619E54346}" dt="2025-12-22T02:34:52.451" v="72" actId="2711"/>
          <ac:spMkLst>
            <pc:docMk/>
            <pc:sldMasterMk cId="2909255818" sldId="2147483648"/>
            <ac:spMk id="2" creationId="{CDF68F20-94C3-435C-709E-899173F5385F}"/>
          </ac:spMkLst>
        </pc:spChg>
        <pc:spChg chg="mod">
          <ac:chgData name="Seonyeong Heo" userId="2c618708adb57b46" providerId="LiveId" clId="{3E8F324A-00EC-6C4E-8621-BD9619E54346}" dt="2025-12-22T02:34:58" v="73" actId="2711"/>
          <ac:spMkLst>
            <pc:docMk/>
            <pc:sldMasterMk cId="2909255818" sldId="2147483648"/>
            <ac:spMk id="3" creationId="{F9540100-FC4E-533D-15FF-E0442813BBEA}"/>
          </ac:spMkLst>
        </pc:spChg>
        <pc:spChg chg="mod">
          <ac:chgData name="Seonyeong Heo" userId="2c618708adb57b46" providerId="LiveId" clId="{3E8F324A-00EC-6C4E-8621-BD9619E54346}" dt="2025-12-22T02:35:42.085" v="80" actId="404"/>
          <ac:spMkLst>
            <pc:docMk/>
            <pc:sldMasterMk cId="2909255818" sldId="2147483648"/>
            <ac:spMk id="12" creationId="{CF3D675A-DFCC-55F7-4697-45FC8F6AE159}"/>
          </ac:spMkLst>
        </pc:spChg>
        <pc:spChg chg="mod">
          <ac:chgData name="Seonyeong Heo" userId="2c618708adb57b46" providerId="LiveId" clId="{3E8F324A-00EC-6C4E-8621-BD9619E54346}" dt="2025-12-22T02:35:33.340" v="78" actId="404"/>
          <ac:spMkLst>
            <pc:docMk/>
            <pc:sldMasterMk cId="2909255818" sldId="2147483648"/>
            <ac:spMk id="13" creationId="{6796CF6F-40B4-DB91-6E20-E6D0040B60E5}"/>
          </ac:spMkLst>
        </pc:spChg>
        <pc:sldLayoutChg chg="modSp mod">
          <pc:chgData name="Seonyeong Heo" userId="2c618708adb57b46" providerId="LiveId" clId="{3E8F324A-00EC-6C4E-8621-BD9619E54346}" dt="2025-12-22T02:36:37.047" v="87" actId="404"/>
          <pc:sldLayoutMkLst>
            <pc:docMk/>
            <pc:sldMasterMk cId="2909255818" sldId="2147483648"/>
            <pc:sldLayoutMk cId="1712558428" sldId="2147483649"/>
          </pc:sldLayoutMkLst>
          <pc:spChg chg="mod">
            <ac:chgData name="Seonyeong Heo" userId="2c618708adb57b46" providerId="LiveId" clId="{3E8F324A-00EC-6C4E-8621-BD9619E54346}" dt="2025-12-22T02:36:37.047" v="87" actId="404"/>
            <ac:spMkLst>
              <pc:docMk/>
              <pc:sldMasterMk cId="2909255818" sldId="2147483648"/>
              <pc:sldLayoutMk cId="1712558428" sldId="2147483649"/>
              <ac:spMk id="10" creationId="{2A4FEB64-B714-0598-AEE1-EB9D00CCB0EA}"/>
            </ac:spMkLst>
          </pc:spChg>
          <pc:spChg chg="mod">
            <ac:chgData name="Seonyeong Heo" userId="2c618708adb57b46" providerId="LiveId" clId="{3E8F324A-00EC-6C4E-8621-BD9619E54346}" dt="2025-12-22T02:36:28.656" v="85" actId="2711"/>
            <ac:spMkLst>
              <pc:docMk/>
              <pc:sldMasterMk cId="2909255818" sldId="2147483648"/>
              <pc:sldLayoutMk cId="1712558428" sldId="2147483649"/>
              <ac:spMk id="11" creationId="{75023385-772D-AA5A-6F2D-E42646453E86}"/>
            </ac:spMkLst>
          </pc:spChg>
        </pc:sldLayoutChg>
      </pc:sldMasterChg>
    </pc:docChg>
  </pc:docChgLst>
  <pc:docChgLst>
    <pc:chgData name="Heo Seonyeong" userId="2c618708adb57b46" providerId="LiveId" clId="{1100DB01-E323-42F5-A749-ADA3DB43FB72}"/>
    <pc:docChg chg="undo custSel addSld delSld modSld sldOrd modMainMaster">
      <pc:chgData name="Heo Seonyeong" userId="2c618708adb57b46" providerId="LiveId" clId="{1100DB01-E323-42F5-A749-ADA3DB43FB72}" dt="2023-03-04T13:34:15.685" v="9772" actId="207"/>
      <pc:docMkLst>
        <pc:docMk/>
      </pc:docMkLst>
      <pc:sldChg chg="modSp mod">
        <pc:chgData name="Heo Seonyeong" userId="2c618708adb57b46" providerId="LiveId" clId="{1100DB01-E323-42F5-A749-ADA3DB43FB72}" dt="2023-03-02T04:16:34.851" v="9768" actId="20577"/>
        <pc:sldMkLst>
          <pc:docMk/>
          <pc:sldMk cId="3135891794" sldId="256"/>
        </pc:sldMkLst>
      </pc:sldChg>
      <pc:sldChg chg="addSp modSp new mod">
        <pc:chgData name="Heo Seonyeong" userId="2c618708adb57b46" providerId="LiveId" clId="{1100DB01-E323-42F5-A749-ADA3DB43FB72}" dt="2023-02-25T11:35:12.234" v="1111" actId="20577"/>
        <pc:sldMkLst>
          <pc:docMk/>
          <pc:sldMk cId="875861404" sldId="257"/>
        </pc:sldMkLst>
      </pc:sldChg>
      <pc:sldChg chg="addSp modSp new mod">
        <pc:chgData name="Heo Seonyeong" userId="2c618708adb57b46" providerId="LiveId" clId="{1100DB01-E323-42F5-A749-ADA3DB43FB72}" dt="2023-02-28T02:22:54.764" v="5912" actId="20577"/>
        <pc:sldMkLst>
          <pc:docMk/>
          <pc:sldMk cId="3405359898" sldId="258"/>
        </pc:sldMkLst>
      </pc:sldChg>
      <pc:sldChg chg="delSp modSp add mod">
        <pc:chgData name="Heo Seonyeong" userId="2c618708adb57b46" providerId="LiveId" clId="{1100DB01-E323-42F5-A749-ADA3DB43FB72}" dt="2023-02-28T02:25:52.049" v="5930" actId="20577"/>
        <pc:sldMkLst>
          <pc:docMk/>
          <pc:sldMk cId="2177980980" sldId="259"/>
        </pc:sldMkLst>
      </pc:sldChg>
      <pc:sldChg chg="modSp new mod">
        <pc:chgData name="Heo Seonyeong" userId="2c618708adb57b46" providerId="LiveId" clId="{1100DB01-E323-42F5-A749-ADA3DB43FB72}" dt="2023-02-28T02:26:23.768" v="5969" actId="113"/>
        <pc:sldMkLst>
          <pc:docMk/>
          <pc:sldMk cId="1713869292" sldId="260"/>
        </pc:sldMkLst>
      </pc:sldChg>
      <pc:sldChg chg="addSp delSp modSp new add del mod modAnim">
        <pc:chgData name="Heo Seonyeong" userId="2c618708adb57b46" providerId="LiveId" clId="{1100DB01-E323-42F5-A749-ADA3DB43FB72}" dt="2023-02-28T03:50:20.870" v="9177" actId="207"/>
        <pc:sldMkLst>
          <pc:docMk/>
          <pc:sldMk cId="2928148617" sldId="261"/>
        </pc:sldMkLst>
      </pc:sldChg>
      <pc:sldChg chg="addSp delSp modSp new del mod">
        <pc:chgData name="Heo Seonyeong" userId="2c618708adb57b46" providerId="LiveId" clId="{1100DB01-E323-42F5-A749-ADA3DB43FB72}" dt="2023-02-25T12:04:07.510" v="2202" actId="2696"/>
        <pc:sldMkLst>
          <pc:docMk/>
          <pc:sldMk cId="626221035" sldId="262"/>
        </pc:sldMkLst>
      </pc:sldChg>
      <pc:sldChg chg="delSp add del">
        <pc:chgData name="Heo Seonyeong" userId="2c618708adb57b46" providerId="LiveId" clId="{1100DB01-E323-42F5-A749-ADA3DB43FB72}" dt="2023-02-25T12:02:23.449" v="2148" actId="2696"/>
        <pc:sldMkLst>
          <pc:docMk/>
          <pc:sldMk cId="4082791859" sldId="263"/>
        </pc:sldMkLst>
      </pc:sldChg>
      <pc:sldChg chg="addSp modSp new mod">
        <pc:chgData name="Heo Seonyeong" userId="2c618708adb57b46" providerId="LiveId" clId="{1100DB01-E323-42F5-A749-ADA3DB43FB72}" dt="2023-02-28T03:52:18.026" v="9277" actId="207"/>
        <pc:sldMkLst>
          <pc:docMk/>
          <pc:sldMk cId="4002750832" sldId="264"/>
        </pc:sldMkLst>
      </pc:sldChg>
      <pc:sldChg chg="addSp delSp modSp add del mod">
        <pc:chgData name="Heo Seonyeong" userId="2c618708adb57b46" providerId="LiveId" clId="{1100DB01-E323-42F5-A749-ADA3DB43FB72}" dt="2023-02-25T12:59:20.777" v="3496" actId="2696"/>
        <pc:sldMkLst>
          <pc:docMk/>
          <pc:sldMk cId="2309659060" sldId="265"/>
        </pc:sldMkLst>
      </pc:sldChg>
      <pc:sldChg chg="addSp delSp modSp new mod">
        <pc:chgData name="Heo Seonyeong" userId="2c618708adb57b46" providerId="LiveId" clId="{1100DB01-E323-42F5-A749-ADA3DB43FB72}" dt="2023-02-25T13:12:37.564" v="3841" actId="208"/>
        <pc:sldMkLst>
          <pc:docMk/>
          <pc:sldMk cId="312226572" sldId="266"/>
        </pc:sldMkLst>
      </pc:sldChg>
      <pc:sldChg chg="addSp modSp new mod ord">
        <pc:chgData name="Heo Seonyeong" userId="2c618708adb57b46" providerId="LiveId" clId="{1100DB01-E323-42F5-A749-ADA3DB43FB72}" dt="2023-02-25T12:58:21.397" v="3464"/>
        <pc:sldMkLst>
          <pc:docMk/>
          <pc:sldMk cId="4260350603" sldId="267"/>
        </pc:sldMkLst>
      </pc:sldChg>
      <pc:sldChg chg="delSp modSp add del mod">
        <pc:chgData name="Heo Seonyeong" userId="2c618708adb57b46" providerId="LiveId" clId="{1100DB01-E323-42F5-A749-ADA3DB43FB72}" dt="2023-02-25T13:01:12.530" v="3522" actId="2696"/>
        <pc:sldMkLst>
          <pc:docMk/>
          <pc:sldMk cId="3673111866" sldId="268"/>
        </pc:sldMkLst>
      </pc:sldChg>
      <pc:sldChg chg="delSp modSp add del mod">
        <pc:chgData name="Heo Seonyeong" userId="2c618708adb57b46" providerId="LiveId" clId="{1100DB01-E323-42F5-A749-ADA3DB43FB72}" dt="2023-02-27T06:12:43.700" v="4919" actId="2696"/>
        <pc:sldMkLst>
          <pc:docMk/>
          <pc:sldMk cId="704410152" sldId="269"/>
        </pc:sldMkLst>
      </pc:sldChg>
      <pc:sldChg chg="modSp new del mod">
        <pc:chgData name="Heo Seonyeong" userId="2c618708adb57b46" providerId="LiveId" clId="{1100DB01-E323-42F5-A749-ADA3DB43FB72}" dt="2023-02-27T04:42:25.636" v="4006" actId="2696"/>
        <pc:sldMkLst>
          <pc:docMk/>
          <pc:sldMk cId="352983242" sldId="270"/>
        </pc:sldMkLst>
      </pc:sldChg>
      <pc:sldChg chg="modSp new del mod">
        <pc:chgData name="Heo Seonyeong" userId="2c618708adb57b46" providerId="LiveId" clId="{1100DB01-E323-42F5-A749-ADA3DB43FB72}" dt="2023-02-27T04:42:38.358" v="4010" actId="47"/>
        <pc:sldMkLst>
          <pc:docMk/>
          <pc:sldMk cId="2780346731" sldId="270"/>
        </pc:sldMkLst>
      </pc:sldChg>
      <pc:sldChg chg="add del">
        <pc:chgData name="Heo Seonyeong" userId="2c618708adb57b46" providerId="LiveId" clId="{1100DB01-E323-42F5-A749-ADA3DB43FB72}" dt="2023-02-25T13:01:28.719" v="3525" actId="2696"/>
        <pc:sldMkLst>
          <pc:docMk/>
          <pc:sldMk cId="3279981740" sldId="270"/>
        </pc:sldMkLst>
      </pc:sldChg>
      <pc:sldChg chg="modSp new del mod">
        <pc:chgData name="Heo Seonyeong" userId="2c618708adb57b46" providerId="LiveId" clId="{1100DB01-E323-42F5-A749-ADA3DB43FB72}" dt="2023-02-25T13:09:54.289" v="3837" actId="2696"/>
        <pc:sldMkLst>
          <pc:docMk/>
          <pc:sldMk cId="663409143" sldId="271"/>
        </pc:sldMkLst>
      </pc:sldChg>
      <pc:sldChg chg="delSp add del mod">
        <pc:chgData name="Heo Seonyeong" userId="2c618708adb57b46" providerId="LiveId" clId="{1100DB01-E323-42F5-A749-ADA3DB43FB72}" dt="2023-02-27T04:48:55.867" v="4334" actId="2696"/>
        <pc:sldMkLst>
          <pc:docMk/>
          <pc:sldMk cId="2210418621" sldId="271"/>
        </pc:sldMkLst>
      </pc:sldChg>
      <pc:sldChg chg="delSp add del mod">
        <pc:chgData name="Heo Seonyeong" userId="2c618708adb57b46" providerId="LiveId" clId="{1100DB01-E323-42F5-A749-ADA3DB43FB72}" dt="2023-02-27T04:48:55.867" v="4334" actId="2696"/>
        <pc:sldMkLst>
          <pc:docMk/>
          <pc:sldMk cId="3325346950" sldId="272"/>
        </pc:sldMkLst>
      </pc:sldChg>
      <pc:sldChg chg="addSp modSp add del mod">
        <pc:chgData name="Heo Seonyeong" userId="2c618708adb57b46" providerId="LiveId" clId="{1100DB01-E323-42F5-A749-ADA3DB43FB72}" dt="2023-02-27T06:27:53.951" v="5110" actId="47"/>
        <pc:sldMkLst>
          <pc:docMk/>
          <pc:sldMk cId="258938929" sldId="273"/>
        </pc:sldMkLst>
      </pc:sldChg>
      <pc:sldChg chg="addSp delSp modSp add del mod">
        <pc:chgData name="Heo Seonyeong" userId="2c618708adb57b46" providerId="LiveId" clId="{1100DB01-E323-42F5-A749-ADA3DB43FB72}" dt="2023-02-27T06:06:09.062" v="4515" actId="2696"/>
        <pc:sldMkLst>
          <pc:docMk/>
          <pc:sldMk cId="33651763" sldId="274"/>
        </pc:sldMkLst>
      </pc:sldChg>
      <pc:sldChg chg="addSp delSp modSp add del mod">
        <pc:chgData name="Heo Seonyeong" userId="2c618708adb57b46" providerId="LiveId" clId="{1100DB01-E323-42F5-A749-ADA3DB43FB72}" dt="2023-02-27T04:50:16.620" v="4340" actId="2696"/>
        <pc:sldMkLst>
          <pc:docMk/>
          <pc:sldMk cId="446025059" sldId="274"/>
        </pc:sldMkLst>
      </pc:sldChg>
      <pc:sldChg chg="addSp delSp modSp add mod ord modAnim">
        <pc:chgData name="Heo Seonyeong" userId="2c618708adb57b46" providerId="LiveId" clId="{1100DB01-E323-42F5-A749-ADA3DB43FB72}" dt="2023-02-28T03:50:47.768" v="9193" actId="207"/>
        <pc:sldMkLst>
          <pc:docMk/>
          <pc:sldMk cId="3757630266" sldId="275"/>
        </pc:sldMkLst>
      </pc:sldChg>
      <pc:sldChg chg="delSp modSp add del mod">
        <pc:chgData name="Heo Seonyeong" userId="2c618708adb57b46" providerId="LiveId" clId="{1100DB01-E323-42F5-A749-ADA3DB43FB72}" dt="2023-02-27T04:52:11.180" v="4414" actId="47"/>
        <pc:sldMkLst>
          <pc:docMk/>
          <pc:sldMk cId="3773114551" sldId="275"/>
        </pc:sldMkLst>
      </pc:sldChg>
      <pc:sldChg chg="addSp delSp modSp add mod modAnim">
        <pc:chgData name="Heo Seonyeong" userId="2c618708adb57b46" providerId="LiveId" clId="{1100DB01-E323-42F5-A749-ADA3DB43FB72}" dt="2023-02-28T03:50:55.829" v="9194" actId="207"/>
        <pc:sldMkLst>
          <pc:docMk/>
          <pc:sldMk cId="684204372" sldId="276"/>
        </pc:sldMkLst>
      </pc:sldChg>
      <pc:sldChg chg="addSp delSp modSp add mod modAnim">
        <pc:chgData name="Heo Seonyeong" userId="2c618708adb57b46" providerId="LiveId" clId="{1100DB01-E323-42F5-A749-ADA3DB43FB72}" dt="2023-02-28T03:51:00.598" v="9195" actId="207"/>
        <pc:sldMkLst>
          <pc:docMk/>
          <pc:sldMk cId="2400251955" sldId="277"/>
        </pc:sldMkLst>
      </pc:sldChg>
      <pc:sldChg chg="addSp delSp modSp new mod">
        <pc:chgData name="Heo Seonyeong" userId="2c618708adb57b46" providerId="LiveId" clId="{1100DB01-E323-42F5-A749-ADA3DB43FB72}" dt="2023-02-28T04:02:52.699" v="9746" actId="12788"/>
        <pc:sldMkLst>
          <pc:docMk/>
          <pc:sldMk cId="109552099" sldId="278"/>
        </pc:sldMkLst>
      </pc:sldChg>
      <pc:sldChg chg="addSp delSp modSp add mod ord">
        <pc:chgData name="Heo Seonyeong" userId="2c618708adb57b46" providerId="LiveId" clId="{1100DB01-E323-42F5-A749-ADA3DB43FB72}" dt="2023-02-28T03:40:58.139" v="8725" actId="20577"/>
        <pc:sldMkLst>
          <pc:docMk/>
          <pc:sldMk cId="1916995371" sldId="279"/>
        </pc:sldMkLst>
      </pc:sldChg>
      <pc:sldChg chg="addSp delSp modSp new mod ord">
        <pc:chgData name="Heo Seonyeong" userId="2c618708adb57b46" providerId="LiveId" clId="{1100DB01-E323-42F5-A749-ADA3DB43FB72}" dt="2023-02-28T03:43:31.083" v="8841" actId="1076"/>
        <pc:sldMkLst>
          <pc:docMk/>
          <pc:sldMk cId="3774172036" sldId="280"/>
        </pc:sldMkLst>
      </pc:sldChg>
      <pc:sldChg chg="modSp add del mod ord">
        <pc:chgData name="Heo Seonyeong" userId="2c618708adb57b46" providerId="LiveId" clId="{1100DB01-E323-42F5-A749-ADA3DB43FB72}" dt="2023-02-27T06:20:04.692" v="4956" actId="2696"/>
        <pc:sldMkLst>
          <pc:docMk/>
          <pc:sldMk cId="72253522" sldId="281"/>
        </pc:sldMkLst>
      </pc:sldChg>
      <pc:sldChg chg="delSp modSp add del mod ord">
        <pc:chgData name="Heo Seonyeong" userId="2c618708adb57b46" providerId="LiveId" clId="{1100DB01-E323-42F5-A749-ADA3DB43FB72}" dt="2023-02-28T02:43:20.943" v="7249" actId="47"/>
        <pc:sldMkLst>
          <pc:docMk/>
          <pc:sldMk cId="1369937097" sldId="281"/>
        </pc:sldMkLst>
      </pc:sldChg>
      <pc:sldChg chg="addSp delSp modSp add del mod">
        <pc:chgData name="Heo Seonyeong" userId="2c618708adb57b46" providerId="LiveId" clId="{1100DB01-E323-42F5-A749-ADA3DB43FB72}" dt="2023-02-27T06:32:37.501" v="5187" actId="2696"/>
        <pc:sldMkLst>
          <pc:docMk/>
          <pc:sldMk cId="1836963686" sldId="282"/>
        </pc:sldMkLst>
      </pc:sldChg>
      <pc:sldChg chg="addSp delSp modSp add del mod ord delAnim modAnim">
        <pc:chgData name="Heo Seonyeong" userId="2c618708adb57b46" providerId="LiveId" clId="{1100DB01-E323-42F5-A749-ADA3DB43FB72}" dt="2023-03-04T13:34:15.685" v="9772" actId="207"/>
        <pc:sldMkLst>
          <pc:docMk/>
          <pc:sldMk cId="181842838" sldId="283"/>
        </pc:sldMkLst>
      </pc:sldChg>
      <pc:sldChg chg="addSp modSp add del mod">
        <pc:chgData name="Heo Seonyeong" userId="2c618708adb57b46" providerId="LiveId" clId="{1100DB01-E323-42F5-A749-ADA3DB43FB72}" dt="2023-02-27T06:28:39.202" v="5120" actId="2696"/>
        <pc:sldMkLst>
          <pc:docMk/>
          <pc:sldMk cId="2818896913" sldId="283"/>
        </pc:sldMkLst>
      </pc:sldChg>
      <pc:sldChg chg="addSp modSp add mod ord">
        <pc:chgData name="Heo Seonyeong" userId="2c618708adb57b46" providerId="LiveId" clId="{1100DB01-E323-42F5-A749-ADA3DB43FB72}" dt="2023-02-28T03:41:03.844" v="8728" actId="20577"/>
        <pc:sldMkLst>
          <pc:docMk/>
          <pc:sldMk cId="1179672820" sldId="284"/>
        </pc:sldMkLst>
      </pc:sldChg>
      <pc:sldChg chg="add del modAnim">
        <pc:chgData name="Heo Seonyeong" userId="2c618708adb57b46" providerId="LiveId" clId="{1100DB01-E323-42F5-A749-ADA3DB43FB72}" dt="2023-02-27T06:32:15.777" v="5173" actId="2890"/>
        <pc:sldMkLst>
          <pc:docMk/>
          <pc:sldMk cId="3955670341" sldId="284"/>
        </pc:sldMkLst>
      </pc:sldChg>
      <pc:sldChg chg="modSp new mod">
        <pc:chgData name="Heo Seonyeong" userId="2c618708adb57b46" providerId="LiveId" clId="{1100DB01-E323-42F5-A749-ADA3DB43FB72}" dt="2023-02-28T02:41:41.440" v="7108" actId="20577"/>
        <pc:sldMkLst>
          <pc:docMk/>
          <pc:sldMk cId="3816358824" sldId="285"/>
        </pc:sldMkLst>
      </pc:sldChg>
      <pc:sldChg chg="modSp add mod ord">
        <pc:chgData name="Heo Seonyeong" userId="2c618708adb57b46" providerId="LiveId" clId="{1100DB01-E323-42F5-A749-ADA3DB43FB72}" dt="2023-02-28T02:37:54.262" v="6688"/>
        <pc:sldMkLst>
          <pc:docMk/>
          <pc:sldMk cId="245544693" sldId="286"/>
        </pc:sldMkLst>
      </pc:sldChg>
      <pc:sldChg chg="modSp new mod">
        <pc:chgData name="Heo Seonyeong" userId="2c618708adb57b46" providerId="LiveId" clId="{1100DB01-E323-42F5-A749-ADA3DB43FB72}" dt="2023-02-28T03:57:40.850" v="9614" actId="20577"/>
        <pc:sldMkLst>
          <pc:docMk/>
          <pc:sldMk cId="287984894" sldId="287"/>
        </pc:sldMkLst>
      </pc:sldChg>
      <pc:sldChg chg="addSp delSp modSp new mod modClrScheme chgLayout">
        <pc:chgData name="Heo Seonyeong" userId="2c618708adb57b46" providerId="LiveId" clId="{1100DB01-E323-42F5-A749-ADA3DB43FB72}" dt="2023-02-28T02:43:00.718" v="7248" actId="20577"/>
        <pc:sldMkLst>
          <pc:docMk/>
          <pc:sldMk cId="3074050129" sldId="288"/>
        </pc:sldMkLst>
      </pc:sldChg>
      <pc:sldChg chg="addSp modSp new mod">
        <pc:chgData name="Heo Seonyeong" userId="2c618708adb57b46" providerId="LiveId" clId="{1100DB01-E323-42F5-A749-ADA3DB43FB72}" dt="2023-02-28T04:00:41.010" v="9730" actId="1076"/>
        <pc:sldMkLst>
          <pc:docMk/>
          <pc:sldMk cId="2603587738" sldId="289"/>
        </pc:sldMkLst>
      </pc:sldChg>
      <pc:sldChg chg="delSp modSp add del mod ord">
        <pc:chgData name="Heo Seonyeong" userId="2c618708adb57b46" providerId="LiveId" clId="{1100DB01-E323-42F5-A749-ADA3DB43FB72}" dt="2023-02-28T02:45:31.814" v="7323" actId="47"/>
        <pc:sldMkLst>
          <pc:docMk/>
          <pc:sldMk cId="1561122193" sldId="290"/>
        </pc:sldMkLst>
      </pc:sldChg>
      <pc:sldChg chg="addSp modSp new mod">
        <pc:chgData name="Heo Seonyeong" userId="2c618708adb57b46" providerId="LiveId" clId="{1100DB01-E323-42F5-A749-ADA3DB43FB72}" dt="2023-02-28T03:41:49.458" v="8762" actId="1076"/>
        <pc:sldMkLst>
          <pc:docMk/>
          <pc:sldMk cId="2809595642" sldId="290"/>
        </pc:sldMkLst>
      </pc:sldChg>
      <pc:sldChg chg="addSp modSp add mod ord">
        <pc:chgData name="Heo Seonyeong" userId="2c618708adb57b46" providerId="LiveId" clId="{1100DB01-E323-42F5-A749-ADA3DB43FB72}" dt="2023-02-28T03:03:42.700" v="7787" actId="1076"/>
        <pc:sldMkLst>
          <pc:docMk/>
          <pc:sldMk cId="633691356" sldId="291"/>
        </pc:sldMkLst>
      </pc:sldChg>
      <pc:sldChg chg="modSp new mod ord">
        <pc:chgData name="Heo Seonyeong" userId="2c618708adb57b46" providerId="LiveId" clId="{1100DB01-E323-42F5-A749-ADA3DB43FB72}" dt="2023-02-28T03:58:47.207" v="9726" actId="20577"/>
        <pc:sldMkLst>
          <pc:docMk/>
          <pc:sldMk cId="1716695964" sldId="292"/>
        </pc:sldMkLst>
      </pc:sldChg>
      <pc:sldChg chg="modSp add del mod">
        <pc:chgData name="Heo Seonyeong" userId="2c618708adb57b46" providerId="LiveId" clId="{1100DB01-E323-42F5-A749-ADA3DB43FB72}" dt="2023-02-28T03:17:18.500" v="8247"/>
        <pc:sldMkLst>
          <pc:docMk/>
          <pc:sldMk cId="0" sldId="424"/>
        </pc:sldMkLst>
      </pc:sldChg>
      <pc:sldMasterChg chg="addSp delSp modSp mod modSldLayout">
        <pc:chgData name="Heo Seonyeong" userId="2c618708adb57b46" providerId="LiveId" clId="{1100DB01-E323-42F5-A749-ADA3DB43FB72}" dt="2023-03-01T11:37:20.342" v="9760"/>
        <pc:sldMasterMkLst>
          <pc:docMk/>
          <pc:sldMasterMk cId="2909255818" sldId="2147483648"/>
        </pc:sldMasterMkLst>
        <pc:sldLayoutChg chg="addSp delSp modSp mod">
          <pc:chgData name="Heo Seonyeong" userId="2c618708adb57b46" providerId="LiveId" clId="{1100DB01-E323-42F5-A749-ADA3DB43FB72}" dt="2023-03-01T11:37:20.342" v="9760"/>
          <pc:sldLayoutMkLst>
            <pc:docMk/>
            <pc:sldMasterMk cId="2909255818" sldId="2147483648"/>
            <pc:sldLayoutMk cId="1712558428" sldId="2147483649"/>
          </pc:sldLayoutMkLst>
        </pc:sldLayoutChg>
        <pc:sldLayoutChg chg="delSp mod">
          <pc:chgData name="Heo Seonyeong" userId="2c618708adb57b46" providerId="LiveId" clId="{1100DB01-E323-42F5-A749-ADA3DB43FB72}" dt="2023-02-24T15:57:19.787" v="1" actId="478"/>
          <pc:sldLayoutMkLst>
            <pc:docMk/>
            <pc:sldMasterMk cId="2909255818" sldId="2147483648"/>
            <pc:sldLayoutMk cId="4004331890" sldId="2147483650"/>
          </pc:sldLayoutMkLst>
        </pc:sldLayoutChg>
        <pc:sldLayoutChg chg="delSp mod">
          <pc:chgData name="Heo Seonyeong" userId="2c618708adb57b46" providerId="LiveId" clId="{1100DB01-E323-42F5-A749-ADA3DB43FB72}" dt="2023-02-24T15:57:21.899" v="3" actId="478"/>
          <pc:sldLayoutMkLst>
            <pc:docMk/>
            <pc:sldMasterMk cId="2909255818" sldId="2147483648"/>
            <pc:sldLayoutMk cId="3006098217" sldId="2147483651"/>
          </pc:sldLayoutMkLst>
        </pc:sldLayoutChg>
        <pc:sldLayoutChg chg="delSp mod">
          <pc:chgData name="Heo Seonyeong" userId="2c618708adb57b46" providerId="LiveId" clId="{1100DB01-E323-42F5-A749-ADA3DB43FB72}" dt="2023-02-24T15:57:24.358" v="5" actId="478"/>
          <pc:sldLayoutMkLst>
            <pc:docMk/>
            <pc:sldMasterMk cId="2909255818" sldId="2147483648"/>
            <pc:sldLayoutMk cId="2034346239" sldId="2147483652"/>
          </pc:sldLayoutMkLst>
        </pc:sldLayoutChg>
        <pc:sldLayoutChg chg="delSp mod">
          <pc:chgData name="Heo Seonyeong" userId="2c618708adb57b46" providerId="LiveId" clId="{1100DB01-E323-42F5-A749-ADA3DB43FB72}" dt="2023-02-24T15:57:32.290" v="9" actId="478"/>
          <pc:sldLayoutMkLst>
            <pc:docMk/>
            <pc:sldMasterMk cId="2909255818" sldId="2147483648"/>
            <pc:sldLayoutMk cId="1205546789" sldId="2147483654"/>
          </pc:sldLayoutMkLst>
        </pc:sldLayoutChg>
        <pc:sldLayoutChg chg="delSp mod">
          <pc:chgData name="Heo Seonyeong" userId="2c618708adb57b46" providerId="LiveId" clId="{1100DB01-E323-42F5-A749-ADA3DB43FB72}" dt="2023-02-24T15:57:36.401" v="11" actId="478"/>
          <pc:sldLayoutMkLst>
            <pc:docMk/>
            <pc:sldMasterMk cId="2909255818" sldId="2147483648"/>
            <pc:sldLayoutMk cId="3789508794" sldId="2147483655"/>
          </pc:sldLayoutMkLst>
        </pc:sldLayoutChg>
        <pc:sldLayoutChg chg="delSp mod">
          <pc:chgData name="Heo Seonyeong" userId="2c618708adb57b46" providerId="LiveId" clId="{1100DB01-E323-42F5-A749-ADA3DB43FB72}" dt="2023-02-24T15:57:39.077" v="13" actId="478"/>
          <pc:sldLayoutMkLst>
            <pc:docMk/>
            <pc:sldMasterMk cId="2909255818" sldId="2147483648"/>
            <pc:sldLayoutMk cId="402709767" sldId="2147483656"/>
          </pc:sldLayoutMkLst>
        </pc:sldLayoutChg>
        <pc:sldLayoutChg chg="delSp mod">
          <pc:chgData name="Heo Seonyeong" userId="2c618708adb57b46" providerId="LiveId" clId="{1100DB01-E323-42F5-A749-ADA3DB43FB72}" dt="2023-02-24T15:57:42.367" v="15" actId="478"/>
          <pc:sldLayoutMkLst>
            <pc:docMk/>
            <pc:sldMasterMk cId="2909255818" sldId="2147483648"/>
            <pc:sldLayoutMk cId="4281962884" sldId="2147483657"/>
          </pc:sldLayoutMkLst>
        </pc:sldLayoutChg>
        <pc:sldLayoutChg chg="delSp mod">
          <pc:chgData name="Heo Seonyeong" userId="2c618708adb57b46" providerId="LiveId" clId="{1100DB01-E323-42F5-A749-ADA3DB43FB72}" dt="2023-02-24T15:57:44.590" v="17" actId="478"/>
          <pc:sldLayoutMkLst>
            <pc:docMk/>
            <pc:sldMasterMk cId="2909255818" sldId="2147483648"/>
            <pc:sldLayoutMk cId="2381755908" sldId="2147483658"/>
          </pc:sldLayoutMkLst>
        </pc:sldLayoutChg>
        <pc:sldLayoutChg chg="delSp mod">
          <pc:chgData name="Heo Seonyeong" userId="2c618708adb57b46" providerId="LiveId" clId="{1100DB01-E323-42F5-A749-ADA3DB43FB72}" dt="2023-02-24T15:57:26.895" v="7" actId="478"/>
          <pc:sldLayoutMkLst>
            <pc:docMk/>
            <pc:sldMasterMk cId="2909255818" sldId="2147483648"/>
            <pc:sldLayoutMk cId="2029779650" sldId="2147483660"/>
          </pc:sldLayoutMkLst>
        </pc:sldLayoutChg>
      </pc:sldMasterChg>
    </pc:docChg>
  </pc:docChgLst>
  <pc:docChgLst>
    <pc:chgData name="Heo Seonyeong" userId="2c618708adb57b46" providerId="LiveId" clId="{24BB731D-E48C-49D8-B18B-B4865188F256}"/>
    <pc:docChg chg="undo custSel addSld delSld modSld sldOrd">
      <pc:chgData name="Heo Seonyeong" userId="2c618708adb57b46" providerId="LiveId" clId="{24BB731D-E48C-49D8-B18B-B4865188F256}" dt="2023-03-06T00:49:33.204" v="15766" actId="20577"/>
      <pc:docMkLst>
        <pc:docMk/>
      </pc:docMkLst>
      <pc:sldChg chg="modSp mod">
        <pc:chgData name="Heo Seonyeong" userId="2c618708adb57b46" providerId="LiveId" clId="{24BB731D-E48C-49D8-B18B-B4865188F256}" dt="2023-03-04T13:36:59.052" v="50" actId="20577"/>
        <pc:sldMkLst>
          <pc:docMk/>
          <pc:sldMk cId="3135891794" sldId="25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875861404" sldId="25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405359898" sldId="258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177980980" sldId="25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713869292" sldId="26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928148617" sldId="261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4002750832" sldId="264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12226572" sldId="26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4260350603" sldId="26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757630266" sldId="275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684204372" sldId="27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400251955" sldId="277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09552099" sldId="278"/>
        </pc:sldMkLst>
      </pc:sldChg>
      <pc:sldChg chg="addSp delSp modSp add mod chgLayout modNotesTx">
        <pc:chgData name="Heo Seonyeong" userId="2c618708adb57b46" providerId="LiveId" clId="{24BB731D-E48C-49D8-B18B-B4865188F256}" dt="2023-03-06T00:27:15.206" v="13411" actId="20577"/>
        <pc:sldMkLst>
          <pc:docMk/>
          <pc:sldMk cId="0" sldId="27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916995371" sldId="279"/>
        </pc:sldMkLst>
      </pc:sldChg>
      <pc:sldChg chg="addSp modSp add mod chgLayout">
        <pc:chgData name="Heo Seonyeong" userId="2c618708adb57b46" providerId="LiveId" clId="{24BB731D-E48C-49D8-B18B-B4865188F256}" dt="2023-03-05T09:22:43.823" v="1714" actId="1076"/>
        <pc:sldMkLst>
          <pc:docMk/>
          <pc:sldMk cId="0" sldId="28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774172036" sldId="280"/>
        </pc:sldMkLst>
      </pc:sldChg>
      <pc:sldChg chg="delSp modSp add del mod ord delAnim modNotesTx">
        <pc:chgData name="Heo Seonyeong" userId="2c618708adb57b46" providerId="LiveId" clId="{24BB731D-E48C-49D8-B18B-B4865188F256}" dt="2023-03-06T00:10:15.190" v="12003" actId="20577"/>
        <pc:sldMkLst>
          <pc:docMk/>
          <pc:sldMk cId="181842838" sldId="283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179672820" sldId="284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3816358824" sldId="285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45544693" sldId="286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87984894" sldId="287"/>
        </pc:sldMkLst>
      </pc:sldChg>
      <pc:sldChg chg="addSp delSp modSp new mod modNotesTx">
        <pc:chgData name="Heo Seonyeong" userId="2c618708adb57b46" providerId="LiveId" clId="{24BB731D-E48C-49D8-B18B-B4865188F256}" dt="2023-03-06T00:14:56.187" v="12244" actId="20577"/>
        <pc:sldMkLst>
          <pc:docMk/>
          <pc:sldMk cId="1977295939" sldId="289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603587738" sldId="289"/>
        </pc:sldMkLst>
      </pc:sldChg>
      <pc:sldChg chg="addSp modSp new mod modNotesTx">
        <pc:chgData name="Heo Seonyeong" userId="2c618708adb57b46" providerId="LiveId" clId="{24BB731D-E48C-49D8-B18B-B4865188F256}" dt="2023-03-06T00:21:08.493" v="13078" actId="20577"/>
        <pc:sldMkLst>
          <pc:docMk/>
          <pc:sldMk cId="1374554217" sldId="29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2809595642" sldId="290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633691356" sldId="291"/>
        </pc:sldMkLst>
      </pc:sldChg>
      <pc:sldChg chg="addSp modSp add mod modNotesTx">
        <pc:chgData name="Heo Seonyeong" userId="2c618708adb57b46" providerId="LiveId" clId="{24BB731D-E48C-49D8-B18B-B4865188F256}" dt="2023-03-06T00:11:10.315" v="12055" actId="20577"/>
        <pc:sldMkLst>
          <pc:docMk/>
          <pc:sldMk cId="2980037091" sldId="291"/>
        </pc:sldMkLst>
      </pc:sldChg>
      <pc:sldChg chg="del">
        <pc:chgData name="Heo Seonyeong" userId="2c618708adb57b46" providerId="LiveId" clId="{24BB731D-E48C-49D8-B18B-B4865188F256}" dt="2023-03-04T13:35:53.704" v="0" actId="47"/>
        <pc:sldMkLst>
          <pc:docMk/>
          <pc:sldMk cId="1716695964" sldId="292"/>
        </pc:sldMkLst>
      </pc:sldChg>
      <pc:sldChg chg="addSp delSp modSp new mod modClrScheme chgLayout modNotesTx">
        <pc:chgData name="Heo Seonyeong" userId="2c618708adb57b46" providerId="LiveId" clId="{24BB731D-E48C-49D8-B18B-B4865188F256}" dt="2023-03-06T00:22:07.757" v="13138" actId="20577"/>
        <pc:sldMkLst>
          <pc:docMk/>
          <pc:sldMk cId="3064477441" sldId="292"/>
        </pc:sldMkLst>
      </pc:sldChg>
      <pc:sldChg chg="addSp delSp modSp add del mod chgLayout">
        <pc:chgData name="Heo Seonyeong" userId="2c618708adb57b46" providerId="LiveId" clId="{24BB731D-E48C-49D8-B18B-B4865188F256}" dt="2023-03-05T08:57:43.263" v="978" actId="2696"/>
        <pc:sldMkLst>
          <pc:docMk/>
          <pc:sldMk cId="0" sldId="293"/>
        </pc:sldMkLst>
      </pc:sldChg>
      <pc:sldChg chg="addSp modSp add mod chgLayout modNotesTx">
        <pc:chgData name="Heo Seonyeong" userId="2c618708adb57b46" providerId="LiveId" clId="{24BB731D-E48C-49D8-B18B-B4865188F256}" dt="2023-03-06T00:46:14.663" v="15318" actId="20577"/>
        <pc:sldMkLst>
          <pc:docMk/>
          <pc:sldMk cId="0" sldId="294"/>
        </pc:sldMkLst>
      </pc:sldChg>
      <pc:sldChg chg="modSp add mod chgLayout">
        <pc:chgData name="Heo Seonyeong" userId="2c618708adb57b46" providerId="LiveId" clId="{24BB731D-E48C-49D8-B18B-B4865188F256}" dt="2023-03-05T09:17:33.245" v="1578" actId="115"/>
        <pc:sldMkLst>
          <pc:docMk/>
          <pc:sldMk cId="0" sldId="295"/>
        </pc:sldMkLst>
      </pc:sldChg>
      <pc:sldChg chg="addSp modSp add mod modClrScheme chgLayout">
        <pc:chgData name="Heo Seonyeong" userId="2c618708adb57b46" providerId="LiveId" clId="{24BB731D-E48C-49D8-B18B-B4865188F256}" dt="2023-03-05T09:18:07.883" v="1631" actId="12788"/>
        <pc:sldMkLst>
          <pc:docMk/>
          <pc:sldMk cId="0" sldId="296"/>
        </pc:sldMkLst>
      </pc:sldChg>
      <pc:sldChg chg="modSp add mod chgLayout">
        <pc:chgData name="Heo Seonyeong" userId="2c618708adb57b46" providerId="LiveId" clId="{24BB731D-E48C-49D8-B18B-B4865188F256}" dt="2023-03-05T09:29:35.165" v="1934" actId="20577"/>
        <pc:sldMkLst>
          <pc:docMk/>
          <pc:sldMk cId="0" sldId="305"/>
        </pc:sldMkLst>
      </pc:sldChg>
      <pc:sldChg chg="addSp delSp modSp add mod modClrScheme chgLayout">
        <pc:chgData name="Heo Seonyeong" userId="2c618708adb57b46" providerId="LiveId" clId="{24BB731D-E48C-49D8-B18B-B4865188F256}" dt="2023-03-05T09:59:13.618" v="3492" actId="1076"/>
        <pc:sldMkLst>
          <pc:docMk/>
          <pc:sldMk cId="0" sldId="306"/>
        </pc:sldMkLst>
      </pc:sldChg>
      <pc:sldChg chg="addSp delSp modSp add mod chgLayout">
        <pc:chgData name="Heo Seonyeong" userId="2c618708adb57b46" providerId="LiveId" clId="{24BB731D-E48C-49D8-B18B-B4865188F256}" dt="2023-03-05T09:28:27.412" v="1922" actId="1076"/>
        <pc:sldMkLst>
          <pc:docMk/>
          <pc:sldMk cId="0" sldId="307"/>
        </pc:sldMkLst>
      </pc:sldChg>
      <pc:sldChg chg="modSp add mod chgLayout">
        <pc:chgData name="Heo Seonyeong" userId="2c618708adb57b46" providerId="LiveId" clId="{24BB731D-E48C-49D8-B18B-B4865188F256}" dt="2023-03-05T09:30:46.150" v="1936" actId="207"/>
        <pc:sldMkLst>
          <pc:docMk/>
          <pc:sldMk cId="0" sldId="310"/>
        </pc:sldMkLst>
      </pc:sldChg>
      <pc:sldChg chg="addSp delSp modSp add mod ord chgLayout modNotesTx">
        <pc:chgData name="Heo Seonyeong" userId="2c618708adb57b46" providerId="LiveId" clId="{24BB731D-E48C-49D8-B18B-B4865188F256}" dt="2023-03-06T00:41:51.493" v="14713" actId="20577"/>
        <pc:sldMkLst>
          <pc:docMk/>
          <pc:sldMk cId="0" sldId="335"/>
        </pc:sldMkLst>
      </pc:sldChg>
      <pc:sldChg chg="addSp modSp add del mod chgLayout">
        <pc:chgData name="Heo Seonyeong" userId="2c618708adb57b46" providerId="LiveId" clId="{24BB731D-E48C-49D8-B18B-B4865188F256}" dt="2023-03-05T09:20:57.882" v="1674" actId="2696"/>
        <pc:sldMkLst>
          <pc:docMk/>
          <pc:sldMk cId="0" sldId="339"/>
        </pc:sldMkLst>
      </pc:sldChg>
      <pc:sldChg chg="addSp modSp add mod chgLayout">
        <pc:chgData name="Heo Seonyeong" userId="2c618708adb57b46" providerId="LiveId" clId="{24BB731D-E48C-49D8-B18B-B4865188F256}" dt="2023-03-05T09:23:01.617" v="1718" actId="1076"/>
        <pc:sldMkLst>
          <pc:docMk/>
          <pc:sldMk cId="0" sldId="343"/>
        </pc:sldMkLst>
      </pc:sldChg>
      <pc:sldChg chg="addSp modSp add mod chgLayout">
        <pc:chgData name="Heo Seonyeong" userId="2c618708adb57b46" providerId="LiveId" clId="{24BB731D-E48C-49D8-B18B-B4865188F256}" dt="2023-03-05T09:22:51.339" v="1716" actId="1076"/>
        <pc:sldMkLst>
          <pc:docMk/>
          <pc:sldMk cId="0" sldId="349"/>
        </pc:sldMkLst>
      </pc:sldChg>
      <pc:sldChg chg="addSp modSp add mod chgLayout">
        <pc:chgData name="Heo Seonyeong" userId="2c618708adb57b46" providerId="LiveId" clId="{24BB731D-E48C-49D8-B18B-B4865188F256}" dt="2023-03-05T09:23:16.219" v="1720" actId="1076"/>
        <pc:sldMkLst>
          <pc:docMk/>
          <pc:sldMk cId="0" sldId="350"/>
        </pc:sldMkLst>
      </pc:sldChg>
      <pc:sldChg chg="modSp add mod chgLayout">
        <pc:chgData name="Heo Seonyeong" userId="2c618708adb57b46" providerId="LiveId" clId="{24BB731D-E48C-49D8-B18B-B4865188F256}" dt="2023-03-05T08:41:01.186" v="624" actId="27636"/>
        <pc:sldMkLst>
          <pc:docMk/>
          <pc:sldMk cId="0" sldId="353"/>
        </pc:sldMkLst>
      </pc:sldChg>
      <pc:sldChg chg="addSp modSp add mod chgLayout">
        <pc:chgData name="Heo Seonyeong" userId="2c618708adb57b46" providerId="LiveId" clId="{24BB731D-E48C-49D8-B18B-B4865188F256}" dt="2023-03-05T09:28:56.653" v="1923" actId="1076"/>
        <pc:sldMkLst>
          <pc:docMk/>
          <pc:sldMk cId="0" sldId="354"/>
        </pc:sldMkLst>
      </pc:sldChg>
      <pc:sldChg chg="addSp delSp modSp add del mod chgLayout">
        <pc:chgData name="Heo Seonyeong" userId="2c618708adb57b46" providerId="LiveId" clId="{24BB731D-E48C-49D8-B18B-B4865188F256}" dt="2023-03-05T08:59:10.809" v="1079" actId="47"/>
        <pc:sldMkLst>
          <pc:docMk/>
          <pc:sldMk cId="0" sldId="367"/>
        </pc:sldMkLst>
      </pc:sldChg>
      <pc:sldChg chg="addSp modSp add mod modClrScheme chgLayout modNotesTx">
        <pc:chgData name="Heo Seonyeong" userId="2c618708adb57b46" providerId="LiveId" clId="{24BB731D-E48C-49D8-B18B-B4865188F256}" dt="2023-03-06T00:49:33.204" v="15766" actId="20577"/>
        <pc:sldMkLst>
          <pc:docMk/>
          <pc:sldMk cId="0" sldId="368"/>
        </pc:sldMkLst>
      </pc:sldChg>
      <pc:sldChg chg="modSp add mod modNotesTx">
        <pc:chgData name="Heo Seonyeong" userId="2c618708adb57b46" providerId="LiveId" clId="{24BB731D-E48C-49D8-B18B-B4865188F256}" dt="2023-03-05T13:01:06.301" v="11933" actId="1076"/>
        <pc:sldMkLst>
          <pc:docMk/>
          <pc:sldMk cId="3490677456" sldId="369"/>
        </pc:sldMkLst>
      </pc:sldChg>
      <pc:sldChg chg="addSp delSp modSp add del mod modClrScheme chgLayout">
        <pc:chgData name="Heo Seonyeong" userId="2c618708adb57b46" providerId="LiveId" clId="{24BB731D-E48C-49D8-B18B-B4865188F256}" dt="2023-03-05T09:25:24.602" v="1832" actId="47"/>
        <pc:sldMkLst>
          <pc:docMk/>
          <pc:sldMk cId="0" sldId="371"/>
        </pc:sldMkLst>
      </pc:sldChg>
      <pc:sldChg chg="addSp delSp modSp add mod modNotesTx">
        <pc:chgData name="Heo Seonyeong" userId="2c618708adb57b46" providerId="LiveId" clId="{24BB731D-E48C-49D8-B18B-B4865188F256}" dt="2023-03-06T00:33:31.872" v="13752" actId="21"/>
        <pc:sldMkLst>
          <pc:docMk/>
          <pc:sldMk cId="498266139" sldId="372"/>
        </pc:sldMkLst>
      </pc:sldChg>
      <pc:sldChg chg="addSp delSp modSp new del mod modClrScheme chgLayout">
        <pc:chgData name="Heo Seonyeong" userId="2c618708adb57b46" providerId="LiveId" clId="{24BB731D-E48C-49D8-B18B-B4865188F256}" dt="2023-03-05T08:52:51.759" v="860" actId="2696"/>
        <pc:sldMkLst>
          <pc:docMk/>
          <pc:sldMk cId="829305183" sldId="372"/>
        </pc:sldMkLst>
      </pc:sldChg>
      <pc:sldChg chg="new del">
        <pc:chgData name="Heo Seonyeong" userId="2c618708adb57b46" providerId="LiveId" clId="{24BB731D-E48C-49D8-B18B-B4865188F256}" dt="2023-03-05T08:59:08.448" v="1078" actId="47"/>
        <pc:sldMkLst>
          <pc:docMk/>
          <pc:sldMk cId="39903448" sldId="373"/>
        </pc:sldMkLst>
      </pc:sldChg>
      <pc:sldChg chg="addSp delSp modSp new mod ord modNotesTx">
        <pc:chgData name="Heo Seonyeong" userId="2c618708adb57b46" providerId="LiveId" clId="{24BB731D-E48C-49D8-B18B-B4865188F256}" dt="2023-03-06T00:41:30.018" v="14672" actId="20577"/>
        <pc:sldMkLst>
          <pc:docMk/>
          <pc:sldMk cId="3359326580" sldId="373"/>
        </pc:sldMkLst>
      </pc:sldChg>
      <pc:sldChg chg="addSp delSp modSp new mod modClrScheme chgLayout modNotesTx">
        <pc:chgData name="Heo Seonyeong" userId="2c618708adb57b46" providerId="LiveId" clId="{24BB731D-E48C-49D8-B18B-B4865188F256}" dt="2023-03-06T00:23:58.295" v="13197" actId="20577"/>
        <pc:sldMkLst>
          <pc:docMk/>
          <pc:sldMk cId="377929795" sldId="37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C1B38E-D27D-9903-8A28-38C7CD23E5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3A4305-442F-BFDF-ECB5-25A3B56791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F17779C0-E5DE-4141-AD3A-2CCFCC0096D9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C0B239-4A53-8F44-78C1-0F0993EB21D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5B95EF-E3C6-9560-F6FD-B08D710DCA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FBAB0814-8204-4E2F-B635-C704A999A755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4121582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2C9A05A2-7884-4664-B96B-83ADC08329B9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Poppins"/>
                <a:ea typeface="NanumGothic"/>
                <a:cs typeface="Poppins"/>
              </a:defRPr>
            </a:lvl1pPr>
          </a:lstStyle>
          <a:p>
            <a:fld id="{4BE5139F-8323-40BF-90AA-3C2C4182C20E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40466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Poppins"/>
        <a:ea typeface="NanumGothic"/>
        <a:cs typeface="Poppin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fImage681856149273.png"/><Relationship Id="rId3" Type="http://schemas.openxmlformats.org/officeDocument/2006/relationships/image" Target="../media/fImage18856617686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fImage681857387929.png"/><Relationship Id="rId3" Type="http://schemas.openxmlformats.org/officeDocument/2006/relationships/image" Target="../media/fImage18856741960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fImage68185842887.png"/><Relationship Id="rId3" Type="http://schemas.openxmlformats.org/officeDocument/2006/relationships/image" Target="../media/fImage188568452511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fImage6818595084.png"/><Relationship Id="rId3" Type="http://schemas.openxmlformats.org/officeDocument/2006/relationships/image" Target="../media/fImage188569532072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fImage68185891804.png"/><Relationship Id="rId3" Type="http://schemas.openxmlformats.org/officeDocument/2006/relationships/image" Target="../media/fImage188568946057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fImage6818510674547.png"/><Relationship Id="rId3" Type="http://schemas.openxmlformats.org/officeDocument/2006/relationships/image" Target="../media/fImage1885610709272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Relationship Id="rId2" Type="http://schemas.openxmlformats.org/officeDocument/2006/relationships/image" Target="../media/fImage6818515359780.png"/><Relationship Id="rId3" Type="http://schemas.openxmlformats.org/officeDocument/2006/relationships/image" Target="../media/fImage1885615388796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B3E4942-5F08-2FE9-F4D7-52AF0DC90FDC}"/>
              </a:ext>
            </a:extLst>
          </p:cNvPr>
          <p:cNvSpPr/>
          <p:nvPr userDrawn="1"/>
        </p:nvSpPr>
        <p:spPr>
          <a:xfrm>
            <a:off x="-15242" y="630352"/>
            <a:ext cx="12216384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F9F10B-B5E0-F830-194B-369C6870E23B}"/>
              </a:ext>
            </a:extLst>
          </p:cNvPr>
          <p:cNvSpPr/>
          <p:nvPr userDrawn="1"/>
        </p:nvSpPr>
        <p:spPr>
          <a:xfrm>
            <a:off x="-15242" y="-9728"/>
            <a:ext cx="12216384" cy="6400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A83347-B13C-057C-02F8-B723255A9CF8}"/>
              </a:ext>
            </a:extLst>
          </p:cNvPr>
          <p:cNvSpPr/>
          <p:nvPr userDrawn="1"/>
        </p:nvSpPr>
        <p:spPr>
          <a:xfrm>
            <a:off x="0" y="6138152"/>
            <a:ext cx="12192000" cy="7315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AEF22-5175-803C-8D23-10B8BA20EA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71599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tx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D392BF-4F2A-DC05-BA58-64EFEE5D5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635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Poppins"/>
                <a:ea typeface="NanumGothic"/>
                <a:cs typeface="Poppins"/>
              </a:defRPr>
            </a:lvl1pPr>
            <a:lvl2pPr marL="457200" indent="0" algn="ctr">
              <a:buNone/>
              <a:defRPr sz="2000">
                <a:latin typeface="Poppins"/>
                <a:ea typeface="NanumGothic"/>
                <a:cs typeface="Poppins"/>
              </a:defRPr>
            </a:lvl2pPr>
            <a:lvl3pPr marL="914400" indent="0" algn="ctr">
              <a:buNone/>
              <a:defRPr sz="1800">
                <a:latin typeface="Poppins"/>
                <a:ea typeface="NanumGothic"/>
                <a:cs typeface="Poppins"/>
              </a:defRPr>
            </a:lvl3pPr>
            <a:lvl4pPr marL="1371600" indent="0" algn="ctr">
              <a:buNone/>
              <a:defRPr sz="1600">
                <a:latin typeface="Poppins"/>
                <a:ea typeface="NanumGothic"/>
                <a:cs typeface="Poppins"/>
              </a:defRPr>
            </a:lvl4pPr>
            <a:lvl5pPr marL="1828800" indent="0" algn="ctr">
              <a:buNone/>
              <a:defRPr sz="1600">
                <a:latin typeface="Poppins"/>
                <a:ea typeface="NanumGothic"/>
                <a:cs typeface="Poppins"/>
              </a:defRPr>
            </a:lvl5pPr>
            <a:lvl6pPr marL="2286000" indent="0" algn="ctr">
              <a:buNone/>
              <a:defRPr sz="1600">
                <a:latin typeface="Poppins"/>
                <a:ea typeface="NanumGothic"/>
                <a:cs typeface="Poppins"/>
              </a:defRPr>
            </a:lvl6pPr>
            <a:lvl7pPr marL="2743200" indent="0" algn="ctr">
              <a:buNone/>
              <a:defRPr sz="1600">
                <a:latin typeface="Poppins"/>
                <a:ea typeface="NanumGothic"/>
                <a:cs typeface="Poppins"/>
              </a:defRPr>
            </a:lvl7pPr>
            <a:lvl8pPr marL="3200400" indent="0" algn="ctr">
              <a:buNone/>
              <a:defRPr sz="1600">
                <a:latin typeface="Poppins"/>
                <a:ea typeface="NanumGothic"/>
                <a:cs typeface="Poppins"/>
              </a:defRPr>
            </a:lvl8pPr>
            <a:lvl9pPr marL="3657600" indent="0" algn="ctr">
              <a:buNone/>
              <a:defRPr sz="1600">
                <a:latin typeface="Poppins"/>
                <a:ea typeface="NanumGothic"/>
                <a:cs typeface="Poppins"/>
              </a:defRPr>
            </a:lvl9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6FFF8-D8D2-EB2C-D2B4-1A08F806F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30240" y="6341744"/>
            <a:ext cx="731520" cy="365125"/>
          </a:xfrm>
        </p:spPr>
        <p:txBody>
          <a:bodyPr/>
          <a:lstStyle>
            <a:lvl1pPr algn="ctr">
              <a:defRPr>
                <a:latin typeface="Poppins"/>
                <a:ea typeface="NanumGothic"/>
                <a:cs typeface="Poppins"/>
              </a:defRPr>
            </a:lvl1pPr>
          </a:lstStyle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pPr/>
              <a:t>‹#›</a:t>
            </a:fld>
            <a:endParaRPr lang="en-US" dirty="0">
              <a:latin typeface="Poppins"/>
              <a:ea typeface="NanumGothic"/>
              <a:cs typeface="Poppins"/>
            </a:endParaRPr>
          </a:p>
        </p:txBody>
      </p:sp>
      <p:pic>
        <p:nvPicPr>
          <p:cNvPr id="9" name="Picture 8" descr="Shape&#10;&#10;Description automatically generated with medium confidence">
            <a:extLst>
              <a:ext uri="{FF2B5EF4-FFF2-40B4-BE49-F238E27FC236}">
                <a16:creationId xmlns:a16="http://schemas.microsoft.com/office/drawing/2014/main" id="{9F241E57-D4F7-E922-8A39-D6A6D677D6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/>
        </p:blipFill>
        <p:spPr>
          <a:xfrm>
            <a:off x="10404665" y="6364666"/>
            <a:ext cx="1596835" cy="32918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A4FEB64-B714-0598-AEE1-EB9D00CCB0EA}"/>
              </a:ext>
            </a:extLst>
          </p:cNvPr>
          <p:cNvSpPr/>
          <p:nvPr userDrawn="1"/>
        </p:nvSpPr>
        <p:spPr>
          <a:xfrm>
            <a:off x="6655847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tx1"/>
                </a:solidFill>
                <a:latin typeface="Poppins"/>
                <a:ea typeface="Poppins"/>
                <a:cs typeface="Poppins"/>
              </a:rPr>
              <a:t>Compiler &amp; System Software Laboratory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023385-772D-AA5A-6F2D-E42646453E86}"/>
              </a:ext>
            </a:extLst>
          </p:cNvPr>
          <p:cNvSpPr/>
          <p:nvPr userDrawn="1"/>
        </p:nvSpPr>
        <p:spPr>
          <a:xfrm>
            <a:off x="883920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tx1"/>
                </a:solidFill>
                <a:latin typeface="Poppins"/>
                <a:ea typeface="Poppins"/>
                <a:cs typeface="Poppins"/>
              </a:rPr>
              <a:t>School of Computing @ College of Software</a:t>
            </a:r>
          </a:p>
        </p:txBody>
      </p:sp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056F9514-CF1D-C02B-61CF-99E5DFD4AF0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366325"/>
            <a:ext cx="548640" cy="32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58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C40FA6B-6759-1E4D-9BE0-62C4BBE781FC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A39A9A-A2D7-B745-6002-D0C667165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BD285-6C29-67B9-1318-CCCA093F6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B957A-0A08-6627-1DAF-238F17CD7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04331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2AC1A-18C3-D381-2CEC-0AA63DD9F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283954-0FE4-B62A-2C42-099F6A930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FEACE-CCDF-4CD7-9E6F-FDD2925EB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06098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4F0CA7-079E-395F-0E2D-110E475D4A08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D4F72-B284-475F-942D-4C48E04C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B83F-A118-2B1E-B099-60DD540B9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500" y="1825625"/>
            <a:ext cx="5829300" cy="4351338"/>
          </a:xfrm>
        </p:spPr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8BDED-DD5E-A699-39C0-98BB409D3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10250" cy="4351338"/>
          </a:xfrm>
        </p:spPr>
        <p:txBody>
          <a:bodyPr/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0A40F-57CD-7FCA-0F69-FC1E7D19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034346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4F0CA7-079E-395F-0E2D-110E475D4A08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6D4F72-B284-475F-942D-4C48E04C5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20B83F-A118-2B1E-B099-60DD540B96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500" y="1825625"/>
            <a:ext cx="5829300" cy="4351338"/>
          </a:xfrm>
        </p:spPr>
        <p:txBody>
          <a:bodyPr/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8BDED-DD5E-A699-39C0-98BB409D30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10250" cy="4351338"/>
          </a:xfrm>
        </p:spPr>
        <p:txBody>
          <a:bodyPr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F0A40F-57CD-7FCA-0F69-FC1E7D196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2A9066E-3AF0-B734-F185-B2A67C6BC37B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90500" y="1208085"/>
            <a:ext cx="5807075" cy="458789"/>
          </a:xfrm>
        </p:spPr>
        <p:txBody>
          <a:bodyPr anchor="b"/>
          <a:lstStyle>
            <a:lvl1pPr marL="0" indent="0">
              <a:buNone/>
              <a:defRPr sz="2400" b="1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 b="1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 b="1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 b="1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 b="1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 b="1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 b="1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 b="1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 b="1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A1CB56E-3E22-2024-9292-123E64A378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208085"/>
            <a:ext cx="5807075" cy="458789"/>
          </a:xfrm>
        </p:spPr>
        <p:txBody>
          <a:bodyPr anchor="b"/>
          <a:lstStyle>
            <a:lvl1pPr marL="0" indent="0">
              <a:buNone/>
              <a:defRPr sz="2400" b="1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000" b="1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800" b="1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600" b="1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600" b="1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600" b="1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600" b="1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600" b="1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600" b="1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9779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7D9314-3817-8675-1A86-F520DAC8A425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DBEFC9-F63F-B975-A5FF-12A7E5305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FCED7-CFB3-92AA-B485-4366EEFD7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205546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38F07-3E45-50C5-053F-9B5513E60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7895087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F46BC-6931-3A94-3EA2-64004C369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F998C-19DB-0D1A-AB2B-BC04E61D0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  <a:lvl2pPr>
              <a:defRPr sz="2800">
                <a:latin typeface="Poppins"/>
                <a:ea typeface="NanumGothic"/>
                <a:cs typeface="Poppins"/>
              </a:defRPr>
            </a:lvl2pPr>
            <a:lvl3pPr>
              <a:defRPr sz="2400">
                <a:latin typeface="Poppins"/>
                <a:ea typeface="NanumGothic"/>
                <a:cs typeface="Poppins"/>
              </a:defRPr>
            </a:lvl3pPr>
            <a:lvl4pPr>
              <a:defRPr sz="2000">
                <a:latin typeface="Poppins"/>
                <a:ea typeface="NanumGothic"/>
                <a:cs typeface="Poppins"/>
              </a:defRPr>
            </a:lvl4pPr>
            <a:lvl5pPr>
              <a:defRPr sz="2000">
                <a:latin typeface="Poppins"/>
                <a:ea typeface="NanumGothic"/>
                <a:cs typeface="Poppins"/>
              </a:defRPr>
            </a:lvl5pPr>
            <a:lvl6pPr>
              <a:defRPr sz="2000">
                <a:latin typeface="Poppins"/>
                <a:ea typeface="NanumGothic"/>
                <a:cs typeface="Poppins"/>
              </a:defRPr>
            </a:lvl6pPr>
            <a:lvl7pPr>
              <a:defRPr sz="2000">
                <a:latin typeface="Poppins"/>
                <a:ea typeface="NanumGothic"/>
                <a:cs typeface="Poppins"/>
              </a:defRPr>
            </a:lvl7pPr>
            <a:lvl8pPr>
              <a:defRPr sz="2000">
                <a:latin typeface="Poppins"/>
                <a:ea typeface="NanumGothic"/>
                <a:cs typeface="Poppins"/>
              </a:defRPr>
            </a:lvl8pPr>
            <a:lvl9pPr>
              <a:defRPr sz="2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3B8F0-E43A-937A-AB5B-541C6B1E8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14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2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1C4AF-DFA2-78AB-EBCB-199E30DF5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02709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7476A-AE2C-DD20-449A-02E5342C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3C3CB1-7262-0CCD-F6E7-692CC7BD34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28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24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2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2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2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2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2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2000">
                <a:latin typeface="Poppins"/>
                <a:ea typeface="NanumGothic"/>
                <a:cs typeface="Poppins"/>
              </a:defRPr>
            </a:lvl9pPr>
          </a:lstStyle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1407B3-ED36-0B45-AAE8-F7992F442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/>
                <a:ea typeface="NanumGothic"/>
                <a:cs typeface="Poppins"/>
              </a:defRPr>
            </a:lvl1pPr>
            <a:lvl2pPr marL="457200" indent="0">
              <a:buNone/>
              <a:defRPr sz="1400">
                <a:latin typeface="Poppins"/>
                <a:ea typeface="NanumGothic"/>
                <a:cs typeface="Poppins"/>
              </a:defRPr>
            </a:lvl2pPr>
            <a:lvl3pPr marL="914400" indent="0">
              <a:buNone/>
              <a:defRPr sz="1200">
                <a:latin typeface="Poppins"/>
                <a:ea typeface="NanumGothic"/>
                <a:cs typeface="Poppins"/>
              </a:defRPr>
            </a:lvl3pPr>
            <a:lvl4pPr marL="1371600" indent="0">
              <a:buNone/>
              <a:defRPr sz="1000">
                <a:latin typeface="Poppins"/>
                <a:ea typeface="NanumGothic"/>
                <a:cs typeface="Poppins"/>
              </a:defRPr>
            </a:lvl4pPr>
            <a:lvl5pPr marL="1828800" indent="0">
              <a:buNone/>
              <a:defRPr sz="1000">
                <a:latin typeface="Poppins"/>
                <a:ea typeface="NanumGothic"/>
                <a:cs typeface="Poppins"/>
              </a:defRPr>
            </a:lvl5pPr>
            <a:lvl6pPr marL="2286000" indent="0">
              <a:buNone/>
              <a:defRPr sz="1000">
                <a:latin typeface="Poppins"/>
                <a:ea typeface="NanumGothic"/>
                <a:cs typeface="Poppins"/>
              </a:defRPr>
            </a:lvl6pPr>
            <a:lvl7pPr marL="2743200" indent="0">
              <a:buNone/>
              <a:defRPr sz="1000">
                <a:latin typeface="Poppins"/>
                <a:ea typeface="NanumGothic"/>
                <a:cs typeface="Poppins"/>
              </a:defRPr>
            </a:lvl7pPr>
            <a:lvl8pPr marL="3200400" indent="0">
              <a:buNone/>
              <a:defRPr sz="1000">
                <a:latin typeface="Poppins"/>
                <a:ea typeface="NanumGothic"/>
                <a:cs typeface="Poppins"/>
              </a:defRPr>
            </a:lvl8pPr>
            <a:lvl9pPr marL="3657600" indent="0">
              <a:buNone/>
              <a:defRPr sz="1000">
                <a:latin typeface="Poppins"/>
                <a:ea typeface="NanumGothic"/>
                <a:cs typeface="Poppins"/>
              </a:defRPr>
            </a:lvl9pPr>
          </a:lstStyle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58B64-9F52-15F2-2E1D-FDA0B277F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4281962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0902F3-2EA8-26EA-1542-A836CB7EF407}"/>
              </a:ext>
            </a:extLst>
          </p:cNvPr>
          <p:cNvSpPr/>
          <p:nvPr userDrawn="1"/>
        </p:nvSpPr>
        <p:spPr>
          <a:xfrm>
            <a:off x="0" y="0"/>
            <a:ext cx="12192000" cy="10286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D8A0C6-F8AA-6546-D6BE-53A468C40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Poppins"/>
                <a:ea typeface="NanumGothic"/>
                <a:cs typeface="Poppins"/>
              </a:defRPr>
            </a:lvl1pPr>
          </a:lstStyle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D6059-9439-4912-A94C-7AFC4A53B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5FE17-6E0A-9425-12A3-C08F8829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381755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471CA6-DE67-8CF8-4D01-FECE9433AD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823F59-E97F-7C99-293B-7C56C7730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170DE-80CE-C359-35B0-7A1D9A8D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B31D19-45C9-464C-ACD9-79E5CF9DC0E6}" type="datetimeFigureOut">
              <a:rPr lang="en-US" smtClean="0">
                <a:latin typeface="Poppins"/>
                <a:ea typeface="NanumGothic"/>
                <a:cs typeface="Poppins"/>
              </a:rPr>
              <a:t>12/22/25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A7359-0EC4-E041-CA59-77967CF94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latin typeface="Poppins"/>
              <a:ea typeface="NanumGothic"/>
              <a:cs typeface="Poppin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D85F-BA22-8E30-1006-F71E975F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t>‹#›</a:t>
            </a:fld>
            <a:endParaRPr lang="en-US">
              <a:latin typeface="Poppins"/>
              <a:ea typeface="NanumGothic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93393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6149273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6176864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738792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7419605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84288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8452511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6765" cy="18351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6765" cy="640715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2635" cy="732155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4635" cy="23882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4635" cy="165608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74185/fImage6818595084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74185/fImage188569532072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235" cy="285305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235" cy="150050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2993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0885" cy="435229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7710" cy="45974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2835" cy="487426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2555" cy="160083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2835" cy="4874260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2555" cy="38125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2635" cy="1029335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29535" cy="5812790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4934" cy="5812790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3835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5434" cy="365760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15451/fImage68185891804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</a:p>
        </p:txBody>
      </p:sp>
      <p:pic>
        <p:nvPicPr>
          <p:cNvPr id="12" name="Picture " descr="/Users/gihwan/Library/Group Containers/L48J367XN4.com.infraware.PolarisOffice/EngineTemp/15451/fImage188568946057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42368/fImage6818510674547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tx1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12" name="Picture " descr="/Users/gihwan/Library/Group Containers/L48J367XN4.com.infraware.PolarisOffice/EngineTemp/42368/fImage1885610709272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  <a:endParaRPr lang="ko-KR" altLang="en-US" sz="1800">
              <a:solidFill>
                <a:schemeClr val="tx1"/>
              </a:solidFill>
              <a:latin typeface="Poppins" charset="0"/>
              <a:ea typeface="나눔고딕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0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685800" indent="-228600" lvl="1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143000" indent="-228600" lvl="2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1600200" indent="-228600" lvl="3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  <a:p>
            <a:pPr marL="2057400" indent="-228600" lvl="4">
              <a:buFont typeface="Poppins"/>
              <a:buChar char="-"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  <a:endParaRPr lang="ko-KR" altLang="en-US"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-15240" y="630555"/>
            <a:ext cx="12217400" cy="18415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7" name="Rect 0"/>
          <p:cNvSpPr>
            <a:spLocks/>
          </p:cNvSpPr>
          <p:nvPr/>
        </p:nvSpPr>
        <p:spPr>
          <a:xfrm rot="0">
            <a:off x="-15240" y="-9525"/>
            <a:ext cx="12217400" cy="641350"/>
          </a:xfrm>
          <a:prstGeom prst="rect"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4" name="Rect 0"/>
          <p:cNvSpPr>
            <a:spLocks/>
          </p:cNvSpPr>
          <p:nvPr/>
        </p:nvSpPr>
        <p:spPr>
          <a:xfrm rot="0">
            <a:off x="0" y="6137910"/>
            <a:ext cx="12193270" cy="732790"/>
          </a:xfrm>
          <a:prstGeom prst="rect"/>
          <a:solidFill>
            <a:schemeClr val="accent5">
              <a:lumMod val="20000"/>
              <a:lumOff val="80000"/>
            </a:schemeClr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ctrTitle"/>
          </p:nvPr>
        </p:nvSpPr>
        <p:spPr>
          <a:xfrm rot="0">
            <a:off x="1524000" y="1171575"/>
            <a:ext cx="9145270" cy="23888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subTitle"/>
          </p:nvPr>
        </p:nvSpPr>
        <p:spPr>
          <a:xfrm rot="0">
            <a:off x="1524000" y="3876674"/>
            <a:ext cx="9145270" cy="165671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subtitle style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174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9" name="Picture " descr="/Users/gihwan/Library/Group Containers/L48J367XN4.com.infraware.PolarisOffice/EngineTemp/42368/fImage6818515359780.png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0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나눔고딕" charset="0"/>
                <a:sym typeface="나눔고딕" charset="0"/>
              </a:rPr>
              <a:t>Compiler &amp; System Software Laboratory</a:t>
            </a:r>
          </a:p>
        </p:txBody>
      </p:sp>
      <p:sp>
        <p:nvSpPr>
          <p:cNvPr id="11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tx1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</a:p>
        </p:txBody>
      </p:sp>
      <p:pic>
        <p:nvPicPr>
          <p:cNvPr id="12" name="Picture " descr="/Users/gihwan/Library/Group Containers/L48J367XN4.com.infraware.PolarisOffice/EngineTemp/42368/fImage1885615388796.png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ctr" defTabSz="914400" eaLnBrk="1" latinLnBrk="0" hangingPunct="1">
              <a:buFontTx/>
              <a:buNone/>
            </a:pPr>
            <a:endParaRPr lang="ko-KR" altLang="en-US" sz="1800">
              <a:latin typeface="Poppins" charset="0"/>
              <a:ea typeface="NanumGothic" charset="0"/>
              <a:sym typeface="나눔고딕" charset="0"/>
            </a:endParaR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31850" y="1710055"/>
            <a:ext cx="10516870" cy="285369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831850" y="4589780"/>
            <a:ext cx="10516870" cy="1501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190500" y="1825625"/>
            <a:ext cx="583057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obj"/>
          </p:nvPr>
        </p:nvSpPr>
        <p:spPr>
          <a:xfrm rot="0">
            <a:off x="6172200" y="1825625"/>
            <a:ext cx="5811520" cy="435292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sp>
        <p:nvSpPr>
          <p:cNvPr id="9" name="Rect 0"/>
          <p:cNvSpPr txBox="1">
            <a:spLocks noGrp="1"/>
          </p:cNvSpPr>
          <p:nvPr>
            <p:ph type="body"/>
          </p:nvPr>
        </p:nvSpPr>
        <p:spPr>
          <a:xfrm rot="0">
            <a:off x="1905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10" name="Rect 0"/>
          <p:cNvSpPr txBox="1">
            <a:spLocks noGrp="1"/>
          </p:cNvSpPr>
          <p:nvPr>
            <p:ph type="body"/>
          </p:nvPr>
        </p:nvSpPr>
        <p:spPr>
          <a:xfrm rot="0">
            <a:off x="6172200" y="1207770"/>
            <a:ext cx="5808345" cy="460375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5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obj"/>
          </p:nvPr>
        </p:nvSpPr>
        <p:spPr>
          <a:xfrm rot="0">
            <a:off x="5183505" y="987425"/>
            <a:ext cx="6173470" cy="487489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840105" y="457200"/>
            <a:ext cx="3933190" cy="1601470"/>
          </a:xfrm>
          <a:prstGeom prst="rect"/>
        </p:spPr>
        <p:txBody>
          <a:bodyPr wrap="square" lIns="91440" tIns="45720" rIns="91440" bIns="45720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pic"/>
          </p:nvPr>
        </p:nvSpPr>
        <p:spPr>
          <a:xfrm rot="0">
            <a:off x="5183505" y="987425"/>
            <a:ext cx="6173470" cy="4874895"/>
          </a:xfrm>
          <a:prstGeom prst="rect"/>
        </p:spPr>
      </p:sp>
      <p:sp>
        <p:nvSpPr>
          <p:cNvPr id="4" name="Rect 0"/>
          <p:cNvSpPr txBox="1">
            <a:spLocks noGrp="1"/>
          </p:cNvSpPr>
          <p:nvPr>
            <p:ph type="body"/>
          </p:nvPr>
        </p:nvSpPr>
        <p:spPr>
          <a:xfrm rot="0">
            <a:off x="840105" y="2057400"/>
            <a:ext cx="3933190" cy="38131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</p:txBody>
      </p:sp>
      <p:sp>
        <p:nvSpPr>
          <p:cNvPr id="7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 0"/>
          <p:cNvSpPr>
            <a:spLocks/>
          </p:cNvSpPr>
          <p:nvPr/>
        </p:nvSpPr>
        <p:spPr>
          <a:xfrm rot="0">
            <a:off x="0" y="0"/>
            <a:ext cx="12193270" cy="1029970"/>
          </a:xfrm>
          <a:prstGeom prst="rect"/>
          <a:solidFill>
            <a:schemeClr val="accent2"/>
          </a:solidFill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algn="ctr">
              <a:buFontTx/>
              <a:buNone/>
            </a:pPr>
          </a:p>
        </p:txBody>
      </p:sp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 orient="vert"/>
          </p:nvPr>
        </p:nvSpPr>
        <p:spPr>
          <a:xfrm rot="0">
            <a:off x="8724900" y="365125"/>
            <a:ext cx="2630170" cy="5813425"/>
          </a:xfrm>
          <a:prstGeom prst="rect"/>
        </p:spPr>
        <p:txBody>
          <a:bodyPr wrap="square" lIns="91440" tIns="45720" rIns="91440" bIns="45720" vert="eaVert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 orient="vert"/>
          </p:nvPr>
        </p:nvSpPr>
        <p:spPr>
          <a:xfrm rot="0">
            <a:off x="838200" y="365125"/>
            <a:ext cx="7735570" cy="5813425"/>
          </a:xfrm>
          <a:prstGeom prst="rect"/>
        </p:spPr>
        <p:txBody>
          <a:bodyPr wrap="square" lIns="91440" tIns="45720" rIns="91440" bIns="45720" vert="eaVert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4" name="Rect 0"/>
          <p:cNvSpPr txBox="1">
            <a:spLocks noGrp="1"/>
          </p:cNvSpPr>
          <p:nvPr>
            <p:ph type="dt"/>
          </p:nvPr>
        </p:nvSpPr>
        <p:spPr>
          <a:xfrm rot="0">
            <a:off x="838200" y="6356350"/>
            <a:ext cx="27444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  <a:fld id="{B9320F77-B9A0-41C5-862A-B4B631284C64}" type="datetime1">
              <a:rPr lang="en-US" altLang="ko-KR">
                <a:latin typeface="Poppins" charset="0"/>
                <a:ea typeface="나눔고딕" charset="0"/>
                <a:sym typeface="나눔고딕" charset="0"/>
              </a:rPr>
              <a:t>12/22/25</a:t>
            </a:fld>
          </a:p>
        </p:txBody>
      </p:sp>
      <p:sp>
        <p:nvSpPr>
          <p:cNvPr id="5" name="Rect 0"/>
          <p:cNvSpPr txBox="1">
            <a:spLocks noGrp="1"/>
          </p:cNvSpPr>
          <p:nvPr>
            <p:ph type="ftr"/>
          </p:nvPr>
        </p:nvSpPr>
        <p:spPr>
          <a:xfrm rot="0">
            <a:off x="4038600" y="6356350"/>
            <a:ext cx="4116070" cy="366395"/>
          </a:xfrm>
          <a:prstGeom prst="rect"/>
        </p:spPr>
        <p:txBody>
          <a:bodyPr wrap="square" lIns="91440" tIns="45720" rIns="91440" bIns="45720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image" Target="../media/fImage681856038945.png"/><Relationship Id="rId13" Type="http://schemas.openxmlformats.org/officeDocument/2006/relationships/image" Target="../media/fImage188566064119.png"/><Relationship Id="rId1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image" Target="../media/fImage681857279052.png"/><Relationship Id="rId13" Type="http://schemas.openxmlformats.org/officeDocument/2006/relationships/image" Target="../media/fImage188567304870.png"/><Relationship Id="rId1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4.xml"/><Relationship Id="rId12" Type="http://schemas.openxmlformats.org/officeDocument/2006/relationships/image" Target="../media/fImage681858314623.png"/><Relationship Id="rId13" Type="http://schemas.openxmlformats.org/officeDocument/2006/relationships/image" Target="../media/fImage188568345753.png"/><Relationship Id="rId14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5.xml"/><Relationship Id="rId12" Type="http://schemas.openxmlformats.org/officeDocument/2006/relationships/image" Target="../media/fImage681859394423.png"/><Relationship Id="rId13" Type="http://schemas.openxmlformats.org/officeDocument/2006/relationships/image" Target="../media/fImage188569427128.png"/><Relationship Id="rId14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7.xml"/><Relationship Id="rId3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9.xml"/><Relationship Id="rId5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2.xml"/><Relationship Id="rId8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66.xml"/><Relationship Id="rId12" Type="http://schemas.openxmlformats.org/officeDocument/2006/relationships/image" Target="../media/fImage681858804405.png"/><Relationship Id="rId13" Type="http://schemas.openxmlformats.org/officeDocument/2006/relationships/image" Target="../media/fImage18856883907.png"/><Relationship Id="rId1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9.xml"/><Relationship Id="rId4" Type="http://schemas.openxmlformats.org/officeDocument/2006/relationships/slideLayout" Target="../slideLayouts/slideLayout70.xml"/><Relationship Id="rId5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7.xml"/><Relationship Id="rId12" Type="http://schemas.openxmlformats.org/officeDocument/2006/relationships/image" Target="../media/fImage6818510561697.png"/><Relationship Id="rId13" Type="http://schemas.openxmlformats.org/officeDocument/2006/relationships/image" Target="../media/fImage188561059246.png"/><Relationship Id="rId14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9.xml"/><Relationship Id="rId3" Type="http://schemas.openxmlformats.org/officeDocument/2006/relationships/slideLayout" Target="../slideLayouts/slideLayout80.xml"/><Relationship Id="rId4" Type="http://schemas.openxmlformats.org/officeDocument/2006/relationships/slideLayout" Target="../slideLayouts/slideLayout81.xml"/><Relationship Id="rId5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4.xml"/><Relationship Id="rId8" Type="http://schemas.openxmlformats.org/officeDocument/2006/relationships/slideLayout" Target="../slideLayouts/slideLayout85.xml"/><Relationship Id="rId9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88.xml"/><Relationship Id="rId12" Type="http://schemas.openxmlformats.org/officeDocument/2006/relationships/image" Target="../media/fImage6818515243540.png"/><Relationship Id="rId13" Type="http://schemas.openxmlformats.org/officeDocument/2006/relationships/image" Target="../media/fImage188561527106.png"/><Relationship Id="rId14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F68F20-94C3-435C-709E-899173F53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0"/>
            <a:ext cx="11791950" cy="10286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>
                <a:latin typeface="Poppins"/>
                <a:ea typeface="Poppins"/>
                <a:cs typeface="Poppins"/>
              </a:rP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540100-FC4E-533D-15FF-E0442813BB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500" y="1247775"/>
            <a:ext cx="11791950" cy="49291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>
                <a:latin typeface="Poppins"/>
                <a:ea typeface="Poppins"/>
                <a:cs typeface="Poppins"/>
              </a:rPr>
              <a:t>Click to edit Master text styles</a:t>
            </a:r>
          </a:p>
          <a:p>
            <a:pPr lvl="1"/>
            <a:r>
              <a:rPr lang="en-US" dirty="0">
                <a:latin typeface="Poppins"/>
                <a:ea typeface="Poppins"/>
                <a:cs typeface="Poppins"/>
              </a:rPr>
              <a:t>Second level</a:t>
            </a:r>
          </a:p>
          <a:p>
            <a:pPr lvl="2"/>
            <a:r>
              <a:rPr lang="en-US" dirty="0">
                <a:latin typeface="Poppins"/>
                <a:ea typeface="Poppins"/>
                <a:cs typeface="Poppins"/>
              </a:rPr>
              <a:t>Third level</a:t>
            </a:r>
          </a:p>
          <a:p>
            <a:pPr lvl="3"/>
            <a:r>
              <a:rPr lang="en-US" dirty="0">
                <a:latin typeface="Poppins"/>
                <a:ea typeface="Poppins"/>
                <a:cs typeface="Poppins"/>
              </a:rPr>
              <a:t>Fourth level</a:t>
            </a:r>
          </a:p>
          <a:p>
            <a:pPr lvl="4"/>
            <a:r>
              <a:rPr lang="en-US" dirty="0">
                <a:latin typeface="Poppins"/>
                <a:ea typeface="Poppins"/>
                <a:cs typeface="Poppins"/>
              </a:rPr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B1B2A-C16B-F864-0C80-80D22B28B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730240" y="6346696"/>
            <a:ext cx="731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oppins"/>
                <a:ea typeface="NanumGothic"/>
                <a:cs typeface="Poppins"/>
              </a:defRPr>
            </a:lvl1pPr>
          </a:lstStyle>
          <a:p>
            <a:fld id="{B0508F47-983B-411C-9695-335784CE33C0}" type="slidenum">
              <a:rPr lang="en-US" smtClean="0">
                <a:latin typeface="Poppins"/>
                <a:ea typeface="NanumGothic"/>
                <a:cs typeface="Poppins"/>
              </a:rPr>
              <a:pPr/>
              <a:t>‹#›</a:t>
            </a:fld>
            <a:endParaRPr lang="en-US" dirty="0">
              <a:latin typeface="Poppins"/>
              <a:ea typeface="NanumGothic"/>
              <a:cs typeface="Poppins"/>
            </a:endParaRPr>
          </a:p>
        </p:txBody>
      </p:sp>
      <p:pic>
        <p:nvPicPr>
          <p:cNvPr id="11" name="Picture 10" descr="Shape&#10;&#10;Description automatically generated with medium confidence">
            <a:extLst>
              <a:ext uri="{FF2B5EF4-FFF2-40B4-BE49-F238E27FC236}">
                <a16:creationId xmlns:a16="http://schemas.microsoft.com/office/drawing/2014/main" id="{590446D3-6005-80F3-DF47-76BECD402C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/>
        </p:blipFill>
        <p:spPr>
          <a:xfrm>
            <a:off x="10404665" y="6364666"/>
            <a:ext cx="1596835" cy="32918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F3D675A-DFCC-55F7-4697-45FC8F6AE159}"/>
              </a:ext>
            </a:extLst>
          </p:cNvPr>
          <p:cNvSpPr/>
          <p:nvPr userDrawn="1"/>
        </p:nvSpPr>
        <p:spPr>
          <a:xfrm>
            <a:off x="6655847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dirty="0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Compiler &amp; System Software Laboratory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96CF6F-40B4-DB91-6E20-E6D0040B60E5}"/>
              </a:ext>
            </a:extLst>
          </p:cNvPr>
          <p:cNvSpPr/>
          <p:nvPr userDrawn="1"/>
        </p:nvSpPr>
        <p:spPr>
          <a:xfrm>
            <a:off x="883920" y="6346696"/>
            <a:ext cx="3554730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School of Computing @ College of Software</a:t>
            </a:r>
          </a:p>
        </p:txBody>
      </p:sp>
      <p:pic>
        <p:nvPicPr>
          <p:cNvPr id="5" name="Picture 4" descr="Icon&#10;&#10;Description automatically generated">
            <a:extLst>
              <a:ext uri="{FF2B5EF4-FFF2-40B4-BE49-F238E27FC236}">
                <a16:creationId xmlns:a16="http://schemas.microsoft.com/office/drawing/2014/main" id="{ACBD6A1C-7FD4-B60E-3FAD-92FB0C2CE7AA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6366325"/>
            <a:ext cx="548640" cy="325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5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Poppins"/>
          <a:ea typeface="NanumGothic"/>
          <a:cs typeface="Poppin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Poppins" panose="05000000000000000000" pitchFamily="2" charset="2"/>
        <a:buChar char="§"/>
        <a:defRPr sz="2400" kern="1200">
          <a:solidFill>
            <a:schemeClr val="tx1"/>
          </a:solidFill>
          <a:latin typeface="Poppins"/>
          <a:ea typeface="NanumGothic"/>
          <a:cs typeface="Poppin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2000" kern="1200">
          <a:solidFill>
            <a:schemeClr val="tx1"/>
          </a:solidFill>
          <a:latin typeface="Poppins"/>
          <a:ea typeface="NanumGothic"/>
          <a:cs typeface="Poppin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600" kern="1200">
          <a:solidFill>
            <a:schemeClr val="tx1"/>
          </a:solidFill>
          <a:latin typeface="Poppins"/>
          <a:ea typeface="NanumGothic"/>
          <a:cs typeface="Poppin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5000000000000000000" pitchFamily="2" charset="2"/>
        <a:buChar char="§"/>
        <a:defRPr sz="1600" kern="1200">
          <a:solidFill>
            <a:schemeClr val="tx1"/>
          </a:solidFill>
          <a:latin typeface="Poppins"/>
          <a:ea typeface="NanumGothic"/>
          <a:cs typeface="Poppin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Poppins" panose="020B0604020202020204" pitchFamily="34" charset="0"/>
        <a:buChar char="•"/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9pPr>
    </p:bodyStyle>
    <p:otherStyle>
      <a:defPPr>
        <a:defRPr lang="en-US">
          <a:latin typeface="Poppins"/>
          <a:ea typeface="NanumGothic"/>
          <a:cs typeface="Poppins"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Poppins"/>
          <a:ea typeface="NanumGothic"/>
          <a:cs typeface="Poppi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6038945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6064119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7279052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7304870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8314623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8345753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2585" cy="1029335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2585" cy="4930140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Poppins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155" cy="365760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74185/fImage681859394423.png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7660" cy="329565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5365" cy="365760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74185/fImage188569427128.png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0">
            <a:off x="190500" y="6366510"/>
            <a:ext cx="549275" cy="326390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15451/fImage681858804405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15451/fImage18856883907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99" r:id="rId1"/>
    <p:sldLayoutId id="2147484800" r:id="rId2"/>
    <p:sldLayoutId id="2147484801" r:id="rId3"/>
    <p:sldLayoutId id="2147484802" r:id="rId4"/>
    <p:sldLayoutId id="2147484803" r:id="rId5"/>
    <p:sldLayoutId id="2147484804" r:id="rId6"/>
    <p:sldLayoutId id="2147484805" r:id="rId7"/>
    <p:sldLayoutId id="2147484806" r:id="rId8"/>
    <p:sldLayoutId id="2147484807" r:id="rId9"/>
    <p:sldLayoutId id="2147484808" r:id="rId10"/>
    <p:sldLayoutId id="214748480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42368/fImage6818510561697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42368/fImage188561059246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56" r:id="rId1"/>
    <p:sldLayoutId id="2147485657" r:id="rId2"/>
    <p:sldLayoutId id="2147485658" r:id="rId3"/>
    <p:sldLayoutId id="2147485659" r:id="rId4"/>
    <p:sldLayoutId id="2147485660" r:id="rId5"/>
    <p:sldLayoutId id="2147485661" r:id="rId6"/>
    <p:sldLayoutId id="2147485662" r:id="rId7"/>
    <p:sldLayoutId id="2147485663" r:id="rId8"/>
    <p:sldLayoutId id="2147485664" r:id="rId9"/>
    <p:sldLayoutId id="2147485665" r:id="rId10"/>
    <p:sldLayoutId id="2147485666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0"/>
          <p:cNvSpPr txBox="1">
            <a:spLocks noGrp="1"/>
          </p:cNvSpPr>
          <p:nvPr>
            <p:ph type="title"/>
          </p:nvPr>
        </p:nvSpPr>
        <p:spPr>
          <a:xfrm rot="0">
            <a:off x="190500" y="0"/>
            <a:ext cx="11793220" cy="1029970"/>
          </a:xfrm>
          <a:prstGeom prst="rect"/>
        </p:spPr>
        <p:txBody>
          <a:bodyPr wrap="square" lIns="91440" tIns="45720" rIns="91440" bIns="45720" vert="horz" anchor="ctr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title style</a:t>
            </a:r>
          </a:p>
        </p:txBody>
      </p:sp>
      <p:sp>
        <p:nvSpPr>
          <p:cNvPr id="3" name="Rect 0"/>
          <p:cNvSpPr txBox="1">
            <a:spLocks noGrp="1"/>
          </p:cNvSpPr>
          <p:nvPr>
            <p:ph type="body"/>
          </p:nvPr>
        </p:nvSpPr>
        <p:spPr>
          <a:xfrm rot="0">
            <a:off x="190500" y="1247775"/>
            <a:ext cx="11793220" cy="4930775"/>
          </a:xfrm>
          <a:prstGeom prst="rect"/>
        </p:spPr>
        <p:txBody>
          <a:bodyPr wrap="square" lIns="91440" tIns="45720" rIns="91440" bIns="45720" vert="horz" anchor="t">
            <a:normAutofit fontScale="100000" lnSpcReduction="0"/>
          </a:bodyPr>
          <a:lstStyle/>
          <a:p>
            <a:pPr marL="228600" indent="-228600"/>
            <a:r>
              <a:rPr>
                <a:latin typeface="Poppins" charset="0"/>
                <a:ea typeface="나눔고딕" charset="0"/>
                <a:sym typeface="나눔고딕" charset="0"/>
              </a:rPr>
              <a:t>Click to edit Master text styles</a:t>
            </a:r>
          </a:p>
          <a:p>
            <a:pPr marL="685800" indent="-228600" lvl="1"/>
            <a:r>
              <a:rPr>
                <a:latin typeface="Poppins" charset="0"/>
                <a:ea typeface="Poppins" charset="0"/>
                <a:sym typeface="나눔고딕" charset="0"/>
              </a:rPr>
              <a:t>Second level</a:t>
            </a:r>
          </a:p>
          <a:p>
            <a:pPr marL="1143000" indent="-228600" lvl="2"/>
            <a:r>
              <a:rPr>
                <a:latin typeface="Poppins" charset="0"/>
                <a:ea typeface="Poppins" charset="0"/>
                <a:sym typeface="나눔고딕" charset="0"/>
              </a:rPr>
              <a:t>Third level</a:t>
            </a:r>
          </a:p>
          <a:p>
            <a:pPr marL="1600200" indent="-228600" lvl="3"/>
            <a:r>
              <a:rPr>
                <a:latin typeface="Poppins" charset="0"/>
                <a:ea typeface="Poppins" charset="0"/>
                <a:sym typeface="나눔고딕" charset="0"/>
              </a:rPr>
              <a:t>Fourth level</a:t>
            </a:r>
          </a:p>
          <a:p>
            <a:pPr marL="2057400" indent="-228600" lvl="4"/>
            <a:r>
              <a:rPr>
                <a:latin typeface="Poppins" charset="0"/>
                <a:ea typeface="Poppins" charset="0"/>
                <a:sym typeface="나눔고딕" charset="0"/>
              </a:rPr>
              <a:t>Fifth level</a:t>
            </a:r>
          </a:p>
        </p:txBody>
      </p:sp>
      <p:sp>
        <p:nvSpPr>
          <p:cNvPr id="6" name="Rect 0"/>
          <p:cNvSpPr txBox="1">
            <a:spLocks noGrp="1"/>
          </p:cNvSpPr>
          <p:nvPr>
            <p:ph type="sldNum"/>
          </p:nvPr>
        </p:nvSpPr>
        <p:spPr>
          <a:xfrm rot="0">
            <a:off x="5730240" y="6346825"/>
            <a:ext cx="732790" cy="366395"/>
          </a:xfrm>
          <a:prstGeom prst="rect"/>
        </p:spPr>
        <p:txBody>
          <a:bodyPr wrap="square" lIns="91440" tIns="45720" rIns="91440" bIns="45720" vert="horz" anchor="ctr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>
                <a:latin typeface="Poppins" charset="0"/>
                <a:ea typeface="나눔고딕" charset="0"/>
                <a:sym typeface="나눔고딕" charset="0"/>
              </a:rPr>
              <a:t>‹#›</a:t>
            </a:fld>
          </a:p>
        </p:txBody>
      </p:sp>
      <p:pic>
        <p:nvPicPr>
          <p:cNvPr id="11" name="Picture " descr="/Users/gihwan/Library/Group Containers/L48J367XN4.com.infraware.PolarisOffice/EngineTemp/42368/fImage6818515243540.png"/>
          <p:cNvPicPr>
            <a:picLocks noChangeAspect="1"/>
          </p:cNvPicPr>
          <p:nvPr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4241" b="13607"/>
          <a:stretch>
            <a:fillRect/>
          </a:stretch>
        </p:blipFill>
        <p:spPr>
          <a:xfrm rot="0">
            <a:off x="10404475" y="6364605"/>
            <a:ext cx="1598295" cy="330200"/>
          </a:xfrm>
          <a:prstGeom prst="rect"/>
          <a:noFill/>
        </p:spPr>
      </p:pic>
      <p:sp>
        <p:nvSpPr>
          <p:cNvPr id="12" name="Rect 0"/>
          <p:cNvSpPr>
            <a:spLocks/>
          </p:cNvSpPr>
          <p:nvPr/>
        </p:nvSpPr>
        <p:spPr>
          <a:xfrm rot="0">
            <a:off x="665607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r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Compiler &amp; System Software Laboratory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sp>
        <p:nvSpPr>
          <p:cNvPr id="13" name="Rect 0"/>
          <p:cNvSpPr>
            <a:spLocks/>
          </p:cNvSpPr>
          <p:nvPr/>
        </p:nvSpPr>
        <p:spPr>
          <a:xfrm rot="0">
            <a:off x="883920" y="6346825"/>
            <a:ext cx="3556000" cy="366395"/>
          </a:xfrm>
          <a:prstGeom prst="rect"/>
          <a:noFill/>
          <a:ln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vert="horz" anchor="ctr">
            <a:noAutofit/>
          </a:bodyPr>
          <a:lstStyle/>
          <a:p>
            <a:pPr marL="0" indent="0" rtl="0" algn="l" defTabSz="914400" eaLnBrk="1" latinLnBrk="0" hangingPunct="1">
              <a:buFontTx/>
              <a:buNone/>
            </a:pPr>
            <a:r>
              <a:rPr sz="1200">
                <a:solidFill>
                  <a:schemeClr val="accent4"/>
                </a:solidFill>
                <a:latin typeface="Poppins" charset="0"/>
                <a:ea typeface="Poppins" charset="0"/>
                <a:sym typeface="나눔고딕" charset="0"/>
              </a:rPr>
              <a:t>School of Computing @ College of Software</a:t>
            </a:r>
            <a:endParaRPr lang="ko-KR" altLang="en-US" sz="1200">
              <a:solidFill>
                <a:schemeClr val="accent4"/>
              </a:solidFill>
              <a:latin typeface="Poppins" charset="0"/>
              <a:ea typeface="Poppins" charset="0"/>
              <a:sym typeface="나눔고딕" charset="0"/>
            </a:endParaRPr>
          </a:p>
        </p:txBody>
      </p:sp>
      <p:pic>
        <p:nvPicPr>
          <p:cNvPr id="5" name="Picture " descr="/Users/gihwan/Library/Group Containers/L48J367XN4.com.infraware.PolarisOffice/EngineTemp/42368/fImage188561527106.png"/>
          <p:cNvPicPr>
            <a:picLocks noChangeAspect="1"/>
          </p:cNvPicPr>
          <p:nvPr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0">
            <a:off x="190500" y="6366510"/>
            <a:ext cx="549910" cy="327025"/>
          </a:xfrm>
          <a:prstGeom prst="rect"/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67" r:id="rId1"/>
    <p:sldLayoutId id="2147485668" r:id="rId2"/>
    <p:sldLayoutId id="2147485669" r:id="rId3"/>
    <p:sldLayoutId id="2147485670" r:id="rId4"/>
    <p:sldLayoutId id="2147485671" r:id="rId5"/>
    <p:sldLayoutId id="2147485672" r:id="rId6"/>
    <p:sldLayoutId id="2147485673" r:id="rId7"/>
    <p:sldLayoutId id="2147485674" r:id="rId8"/>
    <p:sldLayoutId id="2147485675" r:id="rId9"/>
    <p:sldLayoutId id="2147485676" r:id="rId10"/>
    <p:sldLayoutId id="2147485677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ctr" marL="0" indent="0" defTabSz="914400" latinLnBrk="1">
        <a:buNone/>
        <a:defRPr lang="ko-KR" smtClean="0" sz="4400" baseline="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algn="l" marL="342900" indent="-342900" defTabSz="914400" latinLnBrk="1">
        <a:spcBef>
          <a:spcPct val="20000"/>
        </a:spcBef>
        <a:buFont typeface="Arial"/>
        <a:buChar char="0"/>
        <a:defRPr lang="ko-KR" smtClean="0" sz="2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742950" indent="-285750" defTabSz="914400" latinLnBrk="1">
        <a:buChar char="-"/>
        <a:defRPr lang="ko-KR" smtClean="0" sz="2400"/>
      </a:lvl2pPr>
      <a:lvl3pPr lvl="2" marL="1143000" indent="-228600" defTabSz="914400" latinLnBrk="1">
        <a:buChar char="0"/>
        <a:defRPr lang="ko-KR" smtClean="0" sz="2000"/>
      </a:lvl3pPr>
      <a:lvl4pPr lvl="3" marL="1600200" indent="-228600" defTabSz="914400" latinLnBrk="1">
        <a:buChar char="-"/>
        <a:defRPr lang="ko-KR" smtClean="0" sz="1800"/>
      </a:lvl4pPr>
      <a:lvl5pPr lvl="4" marL="2057400" indent="-228600" defTabSz="914400" latinLnBrk="1">
        <a:buChar char="-69"/>
        <a:defRPr lang="ko-KR" smtClean="0" sz="1800"/>
      </a:lvl5pPr>
    </p:bodyStyle>
    <p:otherStyle>
      <a:lvl1pPr algn="l" marL="0" indent="0" defTabSz="914400" latinLnBrk="1">
        <a:buNone/>
        <a:defRPr lang="ko-KR" smtClean="0" sz="1800" baseline="0">
          <a:solidFill>
            <a:schemeClr val="tx1"/>
          </a:solidFill>
          <a:latin typeface="+mn-lt"/>
          <a:ea typeface="+mn-ea"/>
          <a:cs typeface="+mn-cs"/>
        </a:defRPr>
      </a:lvl1pPr>
      <a:lvl2pPr lvl="1" marL="457200" indent="0" defTabSz="914400" latinLnBrk="1">
        <a:defRPr lang="ko-KR" smtClean="0"/>
      </a:lvl2pPr>
      <a:lvl3pPr lvl="2" marL="914400" indent="0" defTabSz="914400" latinLnBrk="1">
        <a:defRPr lang="ko-KR" smtClean="0"/>
      </a:lvl3pPr>
      <a:lvl4pPr lvl="3" marL="1371600" indent="0" defTabSz="914400" latinLnBrk="1">
        <a:defRPr lang="ko-KR" smtClean="0"/>
      </a:lvl4pPr>
      <a:lvl5pPr lvl="4" marL="1828800" indent="0" defTabSz="914400" latinLnBrk="1">
        <a:defRPr lang="ko-KR" smtClean="0"/>
      </a:lvl5pPr>
    </p:otherStyle>
  </p:txStyles>
  <p:timing>
    <p:tnLst>
      <p:par>
        <p:cTn id="1" dur="indefinite" restart="never" nodeType="tmRoot"/>
      </p:par>
    </p:tnLst>
  </p:timing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37744"/>
            <a:ext cx="8138160" cy="60350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메모리 배치를 바꾸면 무엇이 달라지는가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1080" y="384048"/>
            <a:ext cx="310896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0000"/>
              </a:lnSpc>
            </a:pPr>
            <a:r>
              <a:rPr sz="1150" b="0">
                <a:solidFill>
                  <a:srgbClr val="AEC2DE"/>
                </a:solidFill>
                <a:latin typeface="Poppins"/>
                <a:ea typeface="NanumGothic"/>
                <a:cs typeface="NanumGothic"/>
              </a:rPr>
              <a:t>RNNoise · U85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33856"/>
            <a:ext cx="11274552" cy="768096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33856"/>
            <a:ext cx="50292" cy="76809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188720"/>
            <a:ext cx="108813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세 배치 모두에서 512가 더 느리다 — 방향은 배치와 무관하다.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그러나 같은 모델의 비용이 배치에 따라 4.0배, 역전 크기는 6.3배 달라진다.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4509820" cy="237744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13366B"/>
                </a:solidFill>
                <a:latin typeface="Poppins"/>
                <a:ea typeface="NanumGothic"/>
                <a:cs typeface="NanumGothic"/>
              </a:rPr>
              <a:t>delta = TOTAL(512) − TOTAL(256) · 양수 = 느려짐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05456"/>
            <a:ext cx="1871575" cy="40233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652119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메모리 배치 Config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28775" y="2505456"/>
            <a:ext cx="901964" cy="40233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38503" y="2560320"/>
            <a:ext cx="68250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256 MAC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0739" y="2505456"/>
            <a:ext cx="901964" cy="40233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40467" y="2560320"/>
            <a:ext cx="682508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512 MAC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32703" y="2505456"/>
            <a:ext cx="834316" cy="402336"/>
          </a:xfrm>
          <a:prstGeom prst="rect">
            <a:avLst/>
          </a:prstGeom>
          <a:solidFill>
            <a:srgbClr val="13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42431" y="2560320"/>
            <a:ext cx="61486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FFFFFF"/>
                </a:solidFill>
                <a:latin typeface="Poppins"/>
                <a:ea typeface="NanumGothic"/>
                <a:cs typeface="NanumGothic"/>
              </a:rPr>
              <a:t>delta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07792"/>
            <a:ext cx="1871575" cy="713232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953512"/>
            <a:ext cx="1652119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Sram_Only</a:t>
            </a:r>
          </a:p>
          <a:p>
            <a:pPr algn="l">
              <a:lnSpc>
                <a:spcPct val="110000"/>
              </a:lnSpc>
            </a:pPr>
            <a:r>
              <a:rPr sz="7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가중치 · arena 모두 SRAM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28775" y="2907792"/>
            <a:ext cx="901964" cy="713232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38503" y="2953512"/>
            <a:ext cx="682508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9,086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30739" y="2907792"/>
            <a:ext cx="901964" cy="713232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40467" y="2953512"/>
            <a:ext cx="682508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12,086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32703" y="2907792"/>
            <a:ext cx="834316" cy="713232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42431" y="2953512"/>
            <a:ext cx="61486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+3,000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21024"/>
            <a:ext cx="1871575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666744"/>
            <a:ext cx="1652119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Shared_Sram</a:t>
            </a:r>
          </a:p>
          <a:p>
            <a:pPr algn="l">
              <a:lnSpc>
                <a:spcPct val="110000"/>
              </a:lnSpc>
            </a:pPr>
            <a:r>
              <a:rPr sz="7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가중치 DRAM · arena SRAM (Cortex-M 과 공유)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28775" y="3621024"/>
            <a:ext cx="901964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38503" y="3666744"/>
            <a:ext cx="682508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31,086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30739" y="3621024"/>
            <a:ext cx="901964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40467" y="3666744"/>
            <a:ext cx="682508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46,086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32703" y="3621024"/>
            <a:ext cx="834316" cy="7132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42431" y="3666744"/>
            <a:ext cx="61486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+15,000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334256"/>
            <a:ext cx="1871575" cy="713232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4379976"/>
            <a:ext cx="1652119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Dedicated_Sram</a:t>
            </a:r>
          </a:p>
          <a:p>
            <a:pPr algn="l">
              <a:lnSpc>
                <a:spcPct val="110000"/>
              </a:lnSpc>
            </a:pPr>
            <a:r>
              <a:rPr sz="700" b="0">
                <a:solidFill>
                  <a:srgbClr val="566577"/>
                </a:solidFill>
                <a:latin typeface="Poppins"/>
                <a:ea typeface="NanumGothic"/>
                <a:cs typeface="NanumGothic"/>
              </a:rPr>
              <a:t>가중치 · arena 모두 DRAM · SRAM 384KB 는 NPU 전용 캐시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28775" y="4334256"/>
            <a:ext cx="901964" cy="713232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38503" y="4379976"/>
            <a:ext cx="682508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36,086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30739" y="4334256"/>
            <a:ext cx="901964" cy="713232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0467" y="4379976"/>
            <a:ext cx="682508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55,086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32703" y="4334256"/>
            <a:ext cx="834316" cy="713232"/>
          </a:xfrm>
          <a:prstGeom prst="rect">
            <a:avLst/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42431" y="4379976"/>
            <a:ext cx="614860" cy="62179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2364B"/>
                </a:solidFill>
                <a:latin typeface="Poppins"/>
                <a:ea typeface="NanumGothic"/>
                <a:cs typeface="NanumGothic"/>
              </a:rPr>
              <a:t>+19,000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" y="5852160"/>
            <a:ext cx="11247120" cy="402336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세 행 모두 ARM 레퍼런스 사다리를 따른다(256 = SYS_DRAM_Low, 512 = SYS_DRAM_Mid_512) — delta 에는 MAC 두 배와 메모리 버스 조건 교체가 함께 들어 있다. 프로파일을 고정하면 부호가 뒤집힌다 (low −5,000 · mid −7,000).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8A97A6"/>
                </a:solidFill>
                <a:latin typeface="Poppins"/>
                <a:ea typeface="NanumGothic"/>
                <a:cs typeface="NanumGothic"/>
              </a:rPr>
              <a:t>출처 U85_P1A_MATRIX.json (Sram_Only · Shared_Sram) · U85_FORMAL_MATRIX.csv (Dedicated_Sram, P0 기준선) · clean NPU TOTAL · 판정 delta&gt;0 → REGRESSING, 임계값 없음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KH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Custom 25">
      <a:majorFont>
        <a:latin typeface="Poppins"/>
        <a:ea typeface="NanumGothic"/>
        <a:cs typeface="Poppins"/>
      </a:majorFont>
      <a:minorFont>
        <a:latin typeface="Poppins"/>
        <a:ea typeface="NanumGothic"/>
        <a:cs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40F16"/>
      </a:accent1>
      <a:accent2>
        <a:srgbClr val="0D326F"/>
      </a:accent2>
      <a:accent3>
        <a:srgbClr val="C0A353"/>
      </a:accent3>
      <a:accent4>
        <a:srgbClr val="717171"/>
      </a:accent4>
      <a:accent5>
        <a:srgbClr val="B5B5B5"/>
      </a:accent5>
      <a:accent6>
        <a:srgbClr val="CE9000"/>
      </a:accent6>
      <a:hlink>
        <a:srgbClr val="0017A1"/>
      </a:hlink>
      <a:folHlink>
        <a:srgbClr val="950000"/>
      </a:folHlink>
    </a:clrScheme>
    <a:fontScheme name="Office">
      <a:majorFont>
        <a:latin typeface="Poppins" panose="020F03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ajorFont>
      <a:minorFont>
        <a:latin typeface="Poppins" panose="020F0502020204030204"/>
        <a:ea typeface="NanumGothic"/>
        <a:cs typeface="Poppins"/>
        <a:font script="Jpan" typeface="NanumGothic"/>
        <a:font script="Hang" typeface="NanumGothic"/>
        <a:font script="Hans" typeface="NanumGothic"/>
        <a:font script="Hant" typeface="NanumGothic"/>
        <a:font script="Arab" typeface="Poppins"/>
        <a:font script="Hebr" typeface="Poppins"/>
        <a:font script="Thai" typeface="Poppins"/>
        <a:font script="Ethi" typeface="Poppins"/>
        <a:font script="Beng" typeface="Poppins"/>
        <a:font script="Gujr" typeface="Poppins"/>
        <a:font script="Khmr" typeface="Poppins"/>
        <a:font script="Knda" typeface="Poppins"/>
        <a:font script="Guru" typeface="Poppins"/>
        <a:font script="Cans" typeface="Poppins"/>
        <a:font script="Cher" typeface="Poppins"/>
        <a:font script="Yiii" typeface="Poppins"/>
        <a:font script="Tibt" typeface="Poppins"/>
        <a:font script="Thaa" typeface="Poppins"/>
        <a:font script="Deva" typeface="Poppins"/>
        <a:font script="Telu" typeface="Poppins"/>
        <a:font script="Taml" typeface="Poppins"/>
        <a:font script="Syrc" typeface="Poppins"/>
        <a:font script="Orya" typeface="Poppins"/>
        <a:font script="Mlym" typeface="Poppins"/>
        <a:font script="Laoo" typeface="Poppins"/>
        <a:font script="Sinh" typeface="Poppins"/>
        <a:font script="Mong" typeface="Poppins"/>
        <a:font script="Viet" typeface="Poppins"/>
        <a:font script="Uigh" typeface="Poppins"/>
        <a:font script="Geor" typeface="Poppins"/>
        <a:font script="Armn" typeface="Poppins"/>
        <a:font script="Bugi" typeface="Poppins"/>
        <a:font script="Bopo" typeface="Poppins"/>
        <a:font script="Java" typeface="Poppins"/>
        <a:font script="Lisu" typeface="Poppins"/>
        <a:font script="Mymr" typeface="Poppins"/>
        <a:font script="Nkoo" typeface="Poppins"/>
        <a:font script="Olck" typeface="Poppins"/>
        <a:font script="Osma" typeface="Poppins"/>
        <a:font script="Phag" typeface="Poppins"/>
        <a:font script="Syrn" typeface="Poppins"/>
        <a:font script="Syrj" typeface="Poppins"/>
        <a:font script="Syre" typeface="Poppins"/>
        <a:font script="Sora" typeface="Poppins"/>
        <a:font script="Tale" typeface="Poppins"/>
        <a:font script="Talu" typeface="Poppins"/>
        <a:font script="Tfng" typeface="Poppi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30</Pages>
  <Paragraphs>5</Paragraphs>
  <Words>9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Kwon G.H</cp:lastModifiedBy>
  <dc:title>Corstone Family — 구성 선택의 세 질문</dc:title>
  <dc:subject>워크로드, MAC 확장, 플랫폼 민감도, Vela 예측</dc:subject>
  <dcterms:modified xsi:type="dcterms:W3CDTF">2025-12-22T02:36:41Z</dcterms:modified>
</cp:coreProperties>
</file>