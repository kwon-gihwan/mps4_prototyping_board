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1. 성능과 MAC 확장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워크로드와 Ethos-U 구성에 따라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추론 실행 비용과 MAC 확장 특성은 어떻게 달라지는가?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962656"/>
            <a:ext cx="434340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962656"/>
            <a:ext cx="4343400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07592" y="3291840"/>
            <a:ext cx="896112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3291840"/>
            <a:ext cx="89611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91840"/>
            <a:ext cx="27889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실행 비용과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4023360"/>
            <a:ext cx="3831335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모델별 총비용 · 연산 그룹별 분포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2962656"/>
            <a:ext cx="434340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2962656"/>
            <a:ext cx="4343400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68312" y="3291840"/>
            <a:ext cx="566928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329184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3291840"/>
            <a:ext cx="3118104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MAC 확장 특성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4023360"/>
            <a:ext cx="3831335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확장 이득 · 평탄 · 역전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474720"/>
            <a:ext cx="178308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분석 순서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13832" y="3749039"/>
            <a:ext cx="1005840" cy="329184"/>
          </a:xfrm>
          <a:prstGeom prst="rightArrow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2. 모델별 실행 비용은 어떻게 다른가?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실행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 간 비용 순위는 평가한 여섯 구성에서 모두 같다. 구성을 바꾼 변동은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모델당 1.1–5.5배인 반면, 한 구성 안에서 모델 간 차이는 146–772배다.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 MAC · TOTAL cycles · 공통 로그축 · 각 행은 여섯 구성의 값과 그 범위   |   인접 모델 중 범위가 겹치는 쌍은 VWW4–AD MedNet 하나뿐이다 (음영) · Corstone-310·U65와 315·U65는 모든 모델에서 값이 같아 점이 겹친다</a:t>
            </a:r>
          </a:p>
        </p:txBody>
      </p:sp>
      <p:sp>
        <p:nvSpPr>
          <p:cNvPr id="8" name="Oval 7"/>
          <p:cNvSpPr/>
          <p:nvPr/>
        </p:nvSpPr>
        <p:spPr>
          <a:xfrm>
            <a:off x="2160270" y="2169414"/>
            <a:ext cx="123444" cy="123444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2121408"/>
            <a:ext cx="111556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300 · U55</a:t>
            </a:r>
          </a:p>
        </p:txBody>
      </p:sp>
      <p:sp>
        <p:nvSpPr>
          <p:cNvPr id="10" name="Oval 9"/>
          <p:cNvSpPr/>
          <p:nvPr/>
        </p:nvSpPr>
        <p:spPr>
          <a:xfrm>
            <a:off x="3486149" y="2169414"/>
            <a:ext cx="123444" cy="123444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1" y="2121408"/>
            <a:ext cx="111556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300 · U65</a:t>
            </a:r>
          </a:p>
        </p:txBody>
      </p:sp>
      <p:sp>
        <p:nvSpPr>
          <p:cNvPr id="12" name="Oval 11"/>
          <p:cNvSpPr/>
          <p:nvPr/>
        </p:nvSpPr>
        <p:spPr>
          <a:xfrm>
            <a:off x="4812030" y="2169414"/>
            <a:ext cx="123444" cy="1234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2121408"/>
            <a:ext cx="111556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310 · U55</a:t>
            </a:r>
          </a:p>
        </p:txBody>
      </p:sp>
      <p:sp>
        <p:nvSpPr>
          <p:cNvPr id="14" name="Oval 13"/>
          <p:cNvSpPr/>
          <p:nvPr/>
        </p:nvSpPr>
        <p:spPr>
          <a:xfrm>
            <a:off x="6137910" y="2169414"/>
            <a:ext cx="123444" cy="123444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121408"/>
            <a:ext cx="111556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310 · U65</a:t>
            </a:r>
          </a:p>
        </p:txBody>
      </p:sp>
      <p:sp>
        <p:nvSpPr>
          <p:cNvPr id="16" name="Oval 15"/>
          <p:cNvSpPr/>
          <p:nvPr/>
        </p:nvSpPr>
        <p:spPr>
          <a:xfrm>
            <a:off x="7463790" y="2169414"/>
            <a:ext cx="123444" cy="123444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2121408"/>
            <a:ext cx="111556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315 · U65</a:t>
            </a:r>
          </a:p>
        </p:txBody>
      </p:sp>
      <p:sp>
        <p:nvSpPr>
          <p:cNvPr id="18" name="Oval 17"/>
          <p:cNvSpPr/>
          <p:nvPr/>
        </p:nvSpPr>
        <p:spPr>
          <a:xfrm>
            <a:off x="8789669" y="2169414"/>
            <a:ext cx="123444" cy="123444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2121408"/>
            <a:ext cx="1115568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320 · U85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51008" y="2121408"/>
            <a:ext cx="1380744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구성 간 변동폭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7590" y="3995927"/>
            <a:ext cx="454773" cy="859536"/>
          </a:xfrm>
          <a:prstGeom prst="rect">
            <a:avLst/>
          </a:prstGeom>
          <a:solidFill>
            <a:srgbClr val="FB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299034" y="2633472"/>
            <a:ext cx="0" cy="3136392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33274" y="5806440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60012" y="2633472"/>
            <a:ext cx="0" cy="3136392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94252" y="5806440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20990" y="2633472"/>
            <a:ext cx="0" cy="3136392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55230" y="5806440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33472"/>
            <a:ext cx="1572768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28678" y="2857500"/>
            <a:ext cx="117190" cy="0"/>
          </a:xfrm>
          <a:prstGeom prst="line">
            <a:avLst/>
          </a:prstGeom>
          <a:ln w="40640">
            <a:solidFill>
              <a:srgbClr val="C2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611663" y="2791206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79574" y="2791206"/>
            <a:ext cx="132588" cy="13258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62384" y="2791206"/>
            <a:ext cx="132588" cy="132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68862" y="2791206"/>
            <a:ext cx="132588" cy="132588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68862" y="2791206"/>
            <a:ext cx="132588" cy="13258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98480" y="2791206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51008" y="2633472"/>
            <a:ext cx="1380744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1.12×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081528"/>
            <a:ext cx="1572768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88363" y="3305556"/>
            <a:ext cx="688610" cy="0"/>
          </a:xfrm>
          <a:prstGeom prst="line">
            <a:avLst/>
          </a:prstGeom>
          <a:ln w="40640">
            <a:solidFill>
              <a:srgbClr val="C2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510679" y="3239262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00700" y="3239262"/>
            <a:ext cx="132588" cy="13258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92219" y="3239262"/>
            <a:ext cx="132588" cy="132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50840" y="3239262"/>
            <a:ext cx="132588" cy="132588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50840" y="3239262"/>
            <a:ext cx="132588" cy="13258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22069" y="3239262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51008" y="3081528"/>
            <a:ext cx="1380744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1.90×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529584"/>
            <a:ext cx="1572768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37529" y="3753611"/>
            <a:ext cx="530531" cy="0"/>
          </a:xfrm>
          <a:prstGeom prst="line">
            <a:avLst/>
          </a:prstGeom>
          <a:ln w="40640">
            <a:solidFill>
              <a:srgbClr val="C2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001766" y="3687318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13958" y="3687318"/>
            <a:ext cx="132588" cy="13258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800483" y="3687318"/>
            <a:ext cx="132588" cy="132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37766" y="3687318"/>
            <a:ext cx="132588" cy="132588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37766" y="3687318"/>
            <a:ext cx="132588" cy="13258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71235" y="3687318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51008" y="3529584"/>
            <a:ext cx="1380744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1.64×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977639"/>
            <a:ext cx="1572768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17590" y="4201668"/>
            <a:ext cx="620837" cy="0"/>
          </a:xfrm>
          <a:prstGeom prst="line">
            <a:avLst/>
          </a:prstGeom>
          <a:ln w="40640">
            <a:solidFill>
              <a:srgbClr val="C2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272133" y="4135374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89184" y="4135374"/>
            <a:ext cx="132588" cy="13258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948713" y="4135374"/>
            <a:ext cx="132588" cy="132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04215" y="4135374"/>
            <a:ext cx="132588" cy="132588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804215" y="4135374"/>
            <a:ext cx="132588" cy="13258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51296" y="4135374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51008" y="3977639"/>
            <a:ext cx="1380744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1.79×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425696"/>
            <a:ext cx="1572768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426125" y="4649724"/>
            <a:ext cx="746239" cy="0"/>
          </a:xfrm>
          <a:prstGeom prst="line">
            <a:avLst/>
          </a:prstGeom>
          <a:ln w="40640">
            <a:solidFill>
              <a:srgbClr val="C2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106070" y="4583430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759055" y="4583430"/>
            <a:ext cx="132588" cy="13258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709173" y="4583430"/>
            <a:ext cx="132588" cy="132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90050" y="4583430"/>
            <a:ext cx="132588" cy="132588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590050" y="4583430"/>
            <a:ext cx="132588" cy="13258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59831" y="4583430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51008" y="4425696"/>
            <a:ext cx="1380744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2.01×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873752"/>
            <a:ext cx="1572768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034870" y="5097780"/>
            <a:ext cx="217741" cy="0"/>
          </a:xfrm>
          <a:prstGeom prst="line">
            <a:avLst/>
          </a:prstGeom>
          <a:ln w="40640">
            <a:solidFill>
              <a:srgbClr val="C2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5186317" y="5031486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061095" y="5031486"/>
            <a:ext cx="132588" cy="13258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031045" y="5031486"/>
            <a:ext cx="132588" cy="132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026061" y="5031486"/>
            <a:ext cx="132588" cy="132588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026061" y="5031486"/>
            <a:ext cx="132588" cy="13258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968576" y="5031486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51008" y="4873752"/>
            <a:ext cx="1380744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1.23×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321808"/>
            <a:ext cx="1572768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527377" y="5545836"/>
            <a:ext cx="1824404" cy="0"/>
          </a:xfrm>
          <a:prstGeom prst="line">
            <a:avLst/>
          </a:prstGeom>
          <a:ln w="40640">
            <a:solidFill>
              <a:srgbClr val="C2CD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285487" y="5479542"/>
            <a:ext cx="132588" cy="13258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773737" y="5479542"/>
            <a:ext cx="132588" cy="13258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461083" y="5479542"/>
            <a:ext cx="132588" cy="132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462596" y="5479542"/>
            <a:ext cx="132588" cy="132588"/>
          </a:xfrm>
          <a:prstGeom prst="ellipse">
            <a:avLst/>
          </a:prstGeom>
          <a:solidFill>
            <a:srgbClr val="7EAE9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462596" y="5479542"/>
            <a:ext cx="132588" cy="13258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143361" y="5479542"/>
            <a:ext cx="132588" cy="13258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51008" y="5321808"/>
            <a:ext cx="1380744" cy="4480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5.51×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3. 실행 비용은 어떤 연산 그룹에 분포하는가?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비용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Conv 집중은 공통이 아니다 — Wav2Letter는 Conv 그룹이 99.9%인 반면,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RNNoise는 Conv 그룹이 하나도 없고 비용이 전부 미분해·비합성곱 그룹에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계측 그룹 합계 대비 % · 동일 조건 Corstone-320 · U85-256 · 계측 합계는 각 모델 TOTAL의 97.9–100.0% · 출처 mechanism/U85_GROUP_DIFFERENTIAL.csv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2157984" y="2267712"/>
            <a:ext cx="182880" cy="1097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5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Conv2D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5072" y="2267712"/>
            <a:ext cx="182880" cy="109728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DepthwiseConv2D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267712"/>
            <a:ext cx="182880" cy="109728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미분해 (2종 이상)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267712"/>
            <a:ext cx="182880" cy="109728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비합성곱 (단일)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194560"/>
            <a:ext cx="2039112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가장 큰 단일 그룹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57984" y="2715768"/>
            <a:ext cx="736170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2715768"/>
            <a:ext cx="736170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19687" y="2715768"/>
            <a:ext cx="8360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670048"/>
            <a:ext cx="20391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99.5%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99815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57984" y="3145535"/>
            <a:ext cx="6176344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57984" y="3145535"/>
            <a:ext cx="617634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83.8%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4328" y="3145535"/>
            <a:ext cx="1080553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4328" y="3145535"/>
            <a:ext cx="108055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4882" y="3145535"/>
            <a:ext cx="113165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099815"/>
            <a:ext cx="20391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48.9%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529583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57984" y="3575303"/>
            <a:ext cx="5801369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7984" y="3575303"/>
            <a:ext cx="580136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78.7%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9353" y="3575303"/>
            <a:ext cx="1274601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9353" y="3575303"/>
            <a:ext cx="127460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17.3%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3954" y="3575303"/>
            <a:ext cx="294093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3529583"/>
            <a:ext cx="20391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21.5%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59351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57984" y="4005071"/>
            <a:ext cx="411270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57984" y="4005071"/>
            <a:ext cx="411270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55.8%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0687" y="4005071"/>
            <a:ext cx="1618972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0687" y="4005071"/>
            <a:ext cx="161897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22.0%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9660" y="4005071"/>
            <a:ext cx="1604716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9660" y="4005071"/>
            <a:ext cx="16047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21.8%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94376" y="4005071"/>
            <a:ext cx="33671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959351"/>
            <a:ext cx="20391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15.9%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389119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57984" y="4434839"/>
            <a:ext cx="3552655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57984" y="4434839"/>
            <a:ext cx="355265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48.2%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0639" y="4434839"/>
            <a:ext cx="1944366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0639" y="4434839"/>
            <a:ext cx="194436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26.4%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55005" y="4434839"/>
            <a:ext cx="1247790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5005" y="4434839"/>
            <a:ext cx="124779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16.9%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02796" y="4434839"/>
            <a:ext cx="625251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4389119"/>
            <a:ext cx="20391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10.2%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18887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57984" y="4864607"/>
            <a:ext cx="1786334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57984" y="4864607"/>
            <a:ext cx="178633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24.2%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44318" y="4864607"/>
            <a:ext cx="2231236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44318" y="4864607"/>
            <a:ext cx="223123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30.3%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5555" y="4864607"/>
            <a:ext cx="3315981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5555" y="4864607"/>
            <a:ext cx="331598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45.0%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91536" y="4864607"/>
            <a:ext cx="36511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4818887"/>
            <a:ext cx="20391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39.0%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248655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57984" y="5294375"/>
            <a:ext cx="6522714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57984" y="5294375"/>
            <a:ext cx="652271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88.5%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0698" y="5294375"/>
            <a:ext cx="847349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0698" y="5294375"/>
            <a:ext cx="84734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11.5%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5248655"/>
            <a:ext cx="203911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22.7%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4. MAC 증가의 이득은 언제 줄거나 역전되는가?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MAC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MAC 확장 이득은 모델마다 다르며,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RNNoise의 첫 역전에는 동반된 메모리 조건 변화가 기여한다.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MAC Scale 별 사이클 변화 · 같은 NPU·모델의 최소 MAC 사이클을 1로 하여 정규화 · 가로축 MACs / cycle   |   교차표 출처 amendments/x4/run.log 캠페인 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2093976"/>
            <a:ext cx="274319" cy="0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65226" y="2055114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170432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48256" y="2093976"/>
            <a:ext cx="274320" cy="0"/>
          </a:xfrm>
          <a:prstGeom prst="line">
            <a:avLst/>
          </a:prstGeom>
          <a:ln w="2794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46554" y="2055114"/>
            <a:ext cx="77724" cy="77724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993392"/>
            <a:ext cx="1170432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KWS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9584" y="2093976"/>
            <a:ext cx="274320" cy="0"/>
          </a:xfrm>
          <a:prstGeom prst="line">
            <a:avLst/>
          </a:prstGeom>
          <a:ln w="2794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627882" y="2055114"/>
            <a:ext cx="77724" cy="77724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1993392"/>
            <a:ext cx="1170432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AD Medium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10912" y="2093976"/>
            <a:ext cx="274320" cy="0"/>
          </a:xfrm>
          <a:prstGeom prst="line">
            <a:avLst/>
          </a:prstGeom>
          <a:ln w="2794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09210" y="2055114"/>
            <a:ext cx="77724" cy="77724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4" y="1993392"/>
            <a:ext cx="1170432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VWW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92240" y="2093976"/>
            <a:ext cx="274320" cy="0"/>
          </a:xfrm>
          <a:prstGeom prst="line">
            <a:avLst/>
          </a:prstGeom>
          <a:ln w="2794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90538" y="2055114"/>
            <a:ext cx="77724" cy="77724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1993392"/>
            <a:ext cx="1170432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73568" y="2093976"/>
            <a:ext cx="274320" cy="0"/>
          </a:xfrm>
          <a:prstGeom prst="line">
            <a:avLst/>
          </a:prstGeom>
          <a:ln w="2794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071866" y="2055114"/>
            <a:ext cx="77724" cy="77724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993392"/>
            <a:ext cx="1170432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54896" y="2093976"/>
            <a:ext cx="274320" cy="0"/>
          </a:xfrm>
          <a:prstGeom prst="line">
            <a:avLst/>
          </a:prstGeom>
          <a:ln w="2794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553194" y="2055114"/>
            <a:ext cx="77724" cy="777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8" y="1993392"/>
            <a:ext cx="1170432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936224" y="2093976"/>
            <a:ext cx="274320" cy="0"/>
          </a:xfrm>
          <a:prstGeom prst="line">
            <a:avLst/>
          </a:prstGeom>
          <a:ln w="1524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283696" y="1993392"/>
            <a:ext cx="210312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MAC 비례 기준선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28600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Corstone-300 · U55   ·   baseline 32 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523744"/>
            <a:ext cx="36118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22959" y="3401568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5488" y="3319272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0.0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59" y="3144393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5488" y="3062097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0.5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59" y="2887218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75488" y="2804922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1.0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59" y="2630043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488" y="2547747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1.5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7824" y="2887218"/>
            <a:ext cx="2990088" cy="450056"/>
          </a:xfrm>
          <a:prstGeom prst="line">
            <a:avLst/>
          </a:prstGeom>
          <a:ln w="1524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7824" y="2887218"/>
            <a:ext cx="996695" cy="241155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874519" y="3128373"/>
            <a:ext cx="996697" cy="106907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71216" y="3235280"/>
            <a:ext cx="996696" cy="42695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46734" y="2856128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43430" y="3097283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40126" y="3204190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836822" y="3246885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877824" y="2887218"/>
            <a:ext cx="996695" cy="251019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74519" y="3138237"/>
            <a:ext cx="996697" cy="120715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71216" y="3258952"/>
            <a:ext cx="996696" cy="47156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46734" y="2856128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843430" y="3107147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840126" y="3227863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36822" y="3275018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877824" y="2887218"/>
            <a:ext cx="996695" cy="246890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874519" y="3134108"/>
            <a:ext cx="996697" cy="117743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871216" y="3251851"/>
            <a:ext cx="996696" cy="41443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46734" y="2856128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43430" y="3103018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40126" y="3220761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836822" y="3262204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877824" y="2887218"/>
            <a:ext cx="996695" cy="240353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874519" y="3127571"/>
            <a:ext cx="996697" cy="108742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871216" y="3236313"/>
            <a:ext cx="996696" cy="35874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46734" y="2856128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43430" y="3096482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40126" y="3205224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836822" y="3241097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877824" y="2887218"/>
            <a:ext cx="996695" cy="249174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874519" y="3136392"/>
            <a:ext cx="996697" cy="118050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871216" y="3254442"/>
            <a:ext cx="996696" cy="58480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46734" y="2856128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843430" y="3105303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840126" y="3223352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36822" y="3281832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877824" y="2887218"/>
            <a:ext cx="996695" cy="13769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874519" y="2900987"/>
            <a:ext cx="996697" cy="13770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871216" y="2914757"/>
            <a:ext cx="996696" cy="4590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838962" y="2848356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835657" y="2862125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832354" y="2875895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29050" y="2880485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3503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00199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64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96896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93592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15384" y="228600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Corstone-300 · U65   ·   baseline 256 MAC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15384" y="2523744"/>
            <a:ext cx="36118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4361688" y="3401568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361688" y="3144393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61688" y="2887218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361688" y="2630043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416552" y="2887218"/>
            <a:ext cx="3209544" cy="257175"/>
          </a:xfrm>
          <a:prstGeom prst="line">
            <a:avLst/>
          </a:prstGeom>
          <a:ln w="1524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416552" y="2887218"/>
            <a:ext cx="3209544" cy="204656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385462" y="2856128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595006" y="3060784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4416552" y="2887218"/>
            <a:ext cx="3209544" cy="180088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4385462" y="2856128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595006" y="3036216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4416552" y="2887218"/>
            <a:ext cx="3209544" cy="170979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4385462" y="2856128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95006" y="3027107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4416552" y="2887218"/>
            <a:ext cx="3209544" cy="185619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4385462" y="2856128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595006" y="3041748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4416552" y="2887218"/>
            <a:ext cx="3209544" cy="165255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4385462" y="2856128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595006" y="3021384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4416552" y="2887218"/>
            <a:ext cx="3209544" cy="206149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4385462" y="2856128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595006" y="3062277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4416552" y="2887218"/>
            <a:ext cx="3209544" cy="118539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4377690" y="2848356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587233" y="2966895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142232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51775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512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73568" y="228600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Corstone-310 · U55   ·   baseline 32 MAC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73568" y="2523744"/>
            <a:ext cx="36118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8119872" y="3401568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119872" y="3144393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119872" y="2887218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119872" y="2630043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174736" y="2887218"/>
            <a:ext cx="3209544" cy="450056"/>
          </a:xfrm>
          <a:prstGeom prst="line">
            <a:avLst/>
          </a:prstGeom>
          <a:ln w="1524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74736" y="2887218"/>
            <a:ext cx="1069848" cy="255446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244584" y="3142664"/>
            <a:ext cx="1069848" cy="122809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314432" y="3265473"/>
            <a:ext cx="1069848" cy="56854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143646" y="2856128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213494" y="3111574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283342" y="3234383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353190" y="3291238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8174736" y="2887218"/>
            <a:ext cx="1069848" cy="254414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244584" y="3141632"/>
            <a:ext cx="1069848" cy="126169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314432" y="3267801"/>
            <a:ext cx="1069848" cy="54594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8143646" y="2856128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213494" y="3110543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283342" y="3236711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353190" y="3291305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8174736" y="2887218"/>
            <a:ext cx="1069848" cy="254162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244584" y="3141380"/>
            <a:ext cx="1069848" cy="126350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314432" y="3267730"/>
            <a:ext cx="1069848" cy="52849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8143646" y="2856128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213494" y="3110291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83342" y="3236640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1353190" y="3289489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8174736" y="2887218"/>
            <a:ext cx="1069848" cy="246674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244584" y="3133892"/>
            <a:ext cx="1069848" cy="124805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314432" y="3258697"/>
            <a:ext cx="1069848" cy="53036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8143646" y="2856128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213494" y="3102803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283342" y="3227607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1353190" y="3280644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8174736" y="2887218"/>
            <a:ext cx="1069848" cy="249891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244584" y="3137109"/>
            <a:ext cx="1069848" cy="118216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314432" y="3255325"/>
            <a:ext cx="1069848" cy="69475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8143646" y="2856128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213494" y="3106019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283342" y="3224235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353190" y="3293710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8174736" y="2887218"/>
            <a:ext cx="1069848" cy="76033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244584" y="2963251"/>
            <a:ext cx="1069848" cy="57026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314432" y="3020277"/>
            <a:ext cx="1069848" cy="19008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8135874" y="2848356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205722" y="2924389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275570" y="2981415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345418" y="3000423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900416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970264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64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040112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128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109960" y="3465576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3675887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Corstone-310 · U65   ·   baseline 256 MAC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57200" y="3913631"/>
            <a:ext cx="36118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822959" y="4791455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475488" y="4709159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0.0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822959" y="4534280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475488" y="4451984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0.5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822959" y="4277105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475488" y="4194809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1.0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822959" y="4019930"/>
            <a:ext cx="3099817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475488" y="3937634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1.5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877824" y="4277105"/>
            <a:ext cx="2990088" cy="257175"/>
          </a:xfrm>
          <a:prstGeom prst="line">
            <a:avLst/>
          </a:prstGeom>
          <a:ln w="1524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77824" y="4277105"/>
            <a:ext cx="2990088" cy="254783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/>
          <p:cNvSpPr/>
          <p:nvPr/>
        </p:nvSpPr>
        <p:spPr>
          <a:xfrm>
            <a:off x="846734" y="4246016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836822" y="4500798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>
            <a:off x="877824" y="4277105"/>
            <a:ext cx="2990088" cy="225916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846734" y="4246016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836822" y="4471932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877824" y="4277105"/>
            <a:ext cx="2990088" cy="170287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846734" y="4246016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836822" y="4416302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877824" y="4277105"/>
            <a:ext cx="2990088" cy="231717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46734" y="4246016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836822" y="4477733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877824" y="4277105"/>
            <a:ext cx="2990088" cy="180566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846734" y="4246016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836822" y="4426582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877824" y="4277105"/>
            <a:ext cx="2990088" cy="232607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846734" y="4246016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836822" y="4478623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Connector 199"/>
          <p:cNvCxnSpPr/>
          <p:nvPr/>
        </p:nvCxnSpPr>
        <p:spPr>
          <a:xfrm>
            <a:off x="877824" y="4277105"/>
            <a:ext cx="2990088" cy="188644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838962" y="4238243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3829050" y="4426887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03503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593592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512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215384" y="3675887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Corstone-315 · U65   ·   baseline 256 MAC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215384" y="3913631"/>
            <a:ext cx="36118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Connector 206"/>
          <p:cNvCxnSpPr/>
          <p:nvPr/>
        </p:nvCxnSpPr>
        <p:spPr>
          <a:xfrm>
            <a:off x="4361688" y="4791455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4361688" y="4534280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361688" y="4277105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361688" y="4019930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416552" y="4277105"/>
            <a:ext cx="3209544" cy="257175"/>
          </a:xfrm>
          <a:prstGeom prst="line">
            <a:avLst/>
          </a:prstGeom>
          <a:ln w="1524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4416552" y="4277105"/>
            <a:ext cx="3209544" cy="254783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Oval 212"/>
          <p:cNvSpPr/>
          <p:nvPr/>
        </p:nvSpPr>
        <p:spPr>
          <a:xfrm>
            <a:off x="4385462" y="4246016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95006" y="4500798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5" name="Connector 214"/>
          <p:cNvCxnSpPr/>
          <p:nvPr/>
        </p:nvCxnSpPr>
        <p:spPr>
          <a:xfrm>
            <a:off x="4416552" y="4277105"/>
            <a:ext cx="3209544" cy="225916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4385462" y="4246016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595006" y="4471932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4416552" y="4277105"/>
            <a:ext cx="3209544" cy="170287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Oval 218"/>
          <p:cNvSpPr/>
          <p:nvPr/>
        </p:nvSpPr>
        <p:spPr>
          <a:xfrm>
            <a:off x="4385462" y="4246016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595006" y="4416302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Connector 220"/>
          <p:cNvCxnSpPr/>
          <p:nvPr/>
        </p:nvCxnSpPr>
        <p:spPr>
          <a:xfrm>
            <a:off x="4416552" y="4277105"/>
            <a:ext cx="3209544" cy="231717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Oval 221"/>
          <p:cNvSpPr/>
          <p:nvPr/>
        </p:nvSpPr>
        <p:spPr>
          <a:xfrm>
            <a:off x="4385462" y="4246016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7595006" y="4477733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4416552" y="4277105"/>
            <a:ext cx="3209544" cy="180566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4385462" y="4246016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595006" y="4426582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4416552" y="4277105"/>
            <a:ext cx="3209544" cy="232607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227"/>
          <p:cNvSpPr/>
          <p:nvPr/>
        </p:nvSpPr>
        <p:spPr>
          <a:xfrm>
            <a:off x="4385462" y="4246016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7595006" y="4478623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4416552" y="4277105"/>
            <a:ext cx="3209544" cy="188644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4377690" y="4238243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7587233" y="4426887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142232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351775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512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973568" y="3675887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Corstone-320 · U85   ·   baseline 128 MAC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973568" y="3913631"/>
            <a:ext cx="361188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Connector 236"/>
          <p:cNvCxnSpPr/>
          <p:nvPr/>
        </p:nvCxnSpPr>
        <p:spPr>
          <a:xfrm>
            <a:off x="8119872" y="4791455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119872" y="4534280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119872" y="4277105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8119872" y="4019930"/>
            <a:ext cx="3319272" cy="0"/>
          </a:xfrm>
          <a:prstGeom prst="line">
            <a:avLst/>
          </a:prstGeom>
          <a:ln w="8890">
            <a:solidFill>
              <a:srgbClr val="CB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8174736" y="4277105"/>
            <a:ext cx="3209544" cy="482204"/>
          </a:xfrm>
          <a:prstGeom prst="line">
            <a:avLst/>
          </a:prstGeom>
          <a:ln w="1524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8174736" y="4277105"/>
            <a:ext cx="802386" cy="242645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977122" y="4519750"/>
            <a:ext cx="802386" cy="134408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9779508" y="4654158"/>
            <a:ext cx="802386" cy="63482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581894" y="4717640"/>
            <a:ext cx="802386" cy="26745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>
            <a:off x="8143646" y="4246016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946032" y="4488661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48418" y="4623069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550804" y="4686551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53190" y="4713296"/>
            <a:ext cx="62179" cy="62179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>
            <a:off x="8174736" y="4277105"/>
            <a:ext cx="802386" cy="223298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8977122" y="4500403"/>
            <a:ext cx="802386" cy="97218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9779508" y="4597621"/>
            <a:ext cx="802386" cy="51444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81894" y="4649065"/>
            <a:ext cx="802386" cy="34330"/>
          </a:xfrm>
          <a:prstGeom prst="line">
            <a:avLst/>
          </a:prstGeom>
          <a:ln w="19050">
            <a:solidFill>
              <a:srgbClr val="7E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Oval 254"/>
          <p:cNvSpPr/>
          <p:nvPr/>
        </p:nvSpPr>
        <p:spPr>
          <a:xfrm>
            <a:off x="8143646" y="4246016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8946032" y="4469313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748418" y="4566531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550804" y="4617975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353190" y="4652305"/>
            <a:ext cx="62179" cy="62179"/>
          </a:xfrm>
          <a:prstGeom prst="ellipse">
            <a:avLst/>
          </a:prstGeom>
          <a:solidFill>
            <a:srgbClr val="7E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>
            <a:off x="8174736" y="4277105"/>
            <a:ext cx="802386" cy="240827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8977122" y="4517932"/>
            <a:ext cx="802386" cy="75785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779508" y="4593717"/>
            <a:ext cx="802386" cy="49849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581894" y="4643566"/>
            <a:ext cx="802386" cy="28293"/>
          </a:xfrm>
          <a:prstGeom prst="line">
            <a:avLst/>
          </a:prstGeom>
          <a:ln w="19050">
            <a:solidFill>
              <a:srgbClr val="E0A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Oval 263"/>
          <p:cNvSpPr/>
          <p:nvPr/>
        </p:nvSpPr>
        <p:spPr>
          <a:xfrm>
            <a:off x="8143646" y="4246016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8946032" y="4486843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9748418" y="4562627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0550804" y="4612477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1353190" y="4640770"/>
            <a:ext cx="62179" cy="62179"/>
          </a:xfrm>
          <a:prstGeom prst="ellipse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9" name="Connector 268"/>
          <p:cNvCxnSpPr/>
          <p:nvPr/>
        </p:nvCxnSpPr>
        <p:spPr>
          <a:xfrm>
            <a:off x="8174736" y="4277105"/>
            <a:ext cx="802386" cy="249061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8977122" y="4526166"/>
            <a:ext cx="802386" cy="99905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9779508" y="4626071"/>
            <a:ext cx="802386" cy="66135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0581894" y="4692206"/>
            <a:ext cx="802386" cy="21810"/>
          </a:xfrm>
          <a:prstGeom prst="line">
            <a:avLst/>
          </a:prstGeom>
          <a:ln w="19050">
            <a:solidFill>
              <a:srgbClr val="2E9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8143646" y="4246016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946032" y="4495076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748418" y="4594982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0550804" y="4661116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1353190" y="4682926"/>
            <a:ext cx="62179" cy="62179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8174736" y="4277105"/>
            <a:ext cx="802386" cy="225439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8977122" y="4502544"/>
            <a:ext cx="802386" cy="28180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779508" y="4530724"/>
            <a:ext cx="802386" cy="29186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581894" y="4559910"/>
            <a:ext cx="802386" cy="16103"/>
          </a:xfrm>
          <a:prstGeom prst="line">
            <a:avLst/>
          </a:prstGeom>
          <a:ln w="19050">
            <a:solidFill>
              <a:srgbClr val="8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Oval 281"/>
          <p:cNvSpPr/>
          <p:nvPr/>
        </p:nvSpPr>
        <p:spPr>
          <a:xfrm>
            <a:off x="8143646" y="4246016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8946032" y="4471454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748418" y="4499634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550804" y="4528820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353190" y="4544923"/>
            <a:ext cx="62179" cy="62179"/>
          </a:xfrm>
          <a:prstGeom prst="ellipse">
            <a:avLst/>
          </a:prstGeom>
          <a:solidFill>
            <a:srgbClr val="8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7" name="Connector 286"/>
          <p:cNvCxnSpPr/>
          <p:nvPr/>
        </p:nvCxnSpPr>
        <p:spPr>
          <a:xfrm>
            <a:off x="8174736" y="4277105"/>
            <a:ext cx="802386" cy="236920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977122" y="4514025"/>
            <a:ext cx="802386" cy="118460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9779508" y="4632485"/>
            <a:ext cx="802386" cy="33448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0581894" y="4665933"/>
            <a:ext cx="802386" cy="32053"/>
          </a:xfrm>
          <a:prstGeom prst="line">
            <a:avLst/>
          </a:prstGeom>
          <a:ln w="19050">
            <a:solidFill>
              <a:srgbClr val="2E6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Oval 290"/>
          <p:cNvSpPr/>
          <p:nvPr/>
        </p:nvSpPr>
        <p:spPr>
          <a:xfrm>
            <a:off x="8143646" y="4246016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8946032" y="4482936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9748418" y="4601396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0550804" y="4634843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1353190" y="4666897"/>
            <a:ext cx="62179" cy="62179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>
            <a:off x="8174736" y="4277105"/>
            <a:ext cx="802386" cy="0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8977122" y="4006290"/>
            <a:ext cx="802386" cy="270815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779508" y="4006290"/>
            <a:ext cx="802386" cy="85521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0581894" y="4020543"/>
            <a:ext cx="802386" cy="71268"/>
          </a:xfrm>
          <a:prstGeom prst="line">
            <a:avLst/>
          </a:prstGeom>
          <a:ln w="27940">
            <a:solidFill>
              <a:srgbClr val="D13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Oval 299"/>
          <p:cNvSpPr/>
          <p:nvPr/>
        </p:nvSpPr>
        <p:spPr>
          <a:xfrm>
            <a:off x="8135874" y="4238243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938260" y="4238243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9740646" y="3967428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0543032" y="4052949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1345418" y="3981681"/>
            <a:ext cx="77724" cy="77724"/>
          </a:xfrm>
          <a:prstGeom prst="ellipse">
            <a:avLst/>
          </a:prstGeom>
          <a:solidFill>
            <a:srgbClr val="D1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7900416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128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702802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9505188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512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307574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1024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1109960" y="4855463"/>
            <a:ext cx="54864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2048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57200" y="5047488"/>
            <a:ext cx="2231136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 · U85 · TOTAL cycles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706624" y="5047488"/>
            <a:ext cx="1188720" cy="274320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2752344" y="5047488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MAC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3895344" y="5047488"/>
            <a:ext cx="1517904" cy="274320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3941063" y="5047488"/>
            <a:ext cx="1426463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low 전체 프로파일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413248" y="5047488"/>
            <a:ext cx="1517904" cy="274320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458968" y="5047488"/>
            <a:ext cx="1426463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mid 전체 프로파일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706624" y="5321807"/>
            <a:ext cx="1188720" cy="283464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2770632" y="5321807"/>
            <a:ext cx="1060704" cy="2834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256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3895344" y="5321807"/>
            <a:ext cx="1517904" cy="283464"/>
          </a:xfrm>
          <a:prstGeom prst="rect">
            <a:avLst/>
          </a:prstGeom>
          <a:solidFill>
            <a:srgbClr val="DF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3959352" y="5321807"/>
            <a:ext cx="1389888" cy="2834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36,086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5413248" y="5321807"/>
            <a:ext cx="1517904" cy="283464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5477256" y="5321807"/>
            <a:ext cx="1389888" cy="2834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62,086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2706624" y="5605271"/>
            <a:ext cx="118872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2770632" y="5605271"/>
            <a:ext cx="1060704" cy="2834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512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3895344" y="5605271"/>
            <a:ext cx="1517904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3959352" y="5605271"/>
            <a:ext cx="1389888" cy="2834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31,086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5413248" y="5605271"/>
            <a:ext cx="1517904" cy="283464"/>
          </a:xfrm>
          <a:prstGeom prst="rect">
            <a:avLst/>
          </a:prstGeom>
          <a:solidFill>
            <a:srgbClr val="DF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5477256" y="5605271"/>
            <a:ext cx="1389888" cy="2834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55,086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242048" y="5266944"/>
            <a:ext cx="1371600" cy="512064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7242048" y="5266944"/>
            <a:ext cx="137160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low 열  ↓  -5,000</a:t>
            </a:r>
          </a:p>
        </p:txBody>
      </p:sp>
      <p:sp>
        <p:nvSpPr>
          <p:cNvPr id="331" name="Right Arrow 330"/>
          <p:cNvSpPr/>
          <p:nvPr/>
        </p:nvSpPr>
        <p:spPr>
          <a:xfrm>
            <a:off x="8668511" y="5431536"/>
            <a:ext cx="219456" cy="182880"/>
          </a:xfrm>
          <a:prstGeom prst="rightArrow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8942832" y="5266944"/>
            <a:ext cx="1371600" cy="512064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8942832" y="5266944"/>
            <a:ext cx="137160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512 행  →  +24,000</a:t>
            </a:r>
          </a:p>
        </p:txBody>
      </p:sp>
      <p:sp>
        <p:nvSpPr>
          <p:cNvPr id="334" name="Right Arrow 333"/>
          <p:cNvSpPr/>
          <p:nvPr/>
        </p:nvSpPr>
        <p:spPr>
          <a:xfrm>
            <a:off x="10369295" y="5431536"/>
            <a:ext cx="219456" cy="182880"/>
          </a:xfrm>
          <a:prstGeom prst="rightArrow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643615" y="5266944"/>
            <a:ext cx="1371600" cy="512064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0643615" y="5266944"/>
            <a:ext cx="137160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기본 조합 차  +19,000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5. 메모리·실행 조건의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RQ2 ·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메모리 서비스 조건과 실행 구성에 따라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추론 실행 비용과 MAC 확장 특성은 어떻게 달라지는가?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3563416" cy="38404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3563416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메모리 서비스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224" y="2487168"/>
            <a:ext cx="7419441" cy="38404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3224" y="2487168"/>
            <a:ext cx="7419441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워크로드와 실행 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72384"/>
            <a:ext cx="3563416" cy="181051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72384"/>
            <a:ext cx="3563416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3401568"/>
            <a:ext cx="566928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015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01568"/>
            <a:ext cx="2338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데이터 공급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133087"/>
            <a:ext cx="3051352" cy="5852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지연 · 동시성 · 대역폭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3224" y="3072384"/>
            <a:ext cx="3563416" cy="181051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3224" y="3072384"/>
            <a:ext cx="3563416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69256" y="3401568"/>
            <a:ext cx="566928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9256" y="34015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4200" y="3401568"/>
            <a:ext cx="2338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실행 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9256" y="4133087"/>
            <a:ext cx="3051352" cy="5852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형상 · block · 비용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9249" y="3072384"/>
            <a:ext cx="3563416" cy="181051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69249" y="3072384"/>
            <a:ext cx="3563416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5281" y="3401568"/>
            <a:ext cx="566928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5281" y="34015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0225" y="3401568"/>
            <a:ext cx="233812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데이터 배치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5281" y="4133087"/>
            <a:ext cx="3051352" cy="5852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접근 경로 · 전송 · 비용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6. 데이터 공급 조건은 실행 비용을 어떻게 바꾸는가?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RQ2 · 메모리 서비스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U85에서는 요청 동시성이 읽기 지연 페널티를 줄였고,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U55에서는 대역폭 완화 후 지연 개선 효과가 커졌다.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8256"/>
            <a:ext cx="64922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 · U85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59152"/>
            <a:ext cx="6492240" cy="34747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78992" y="4956974"/>
            <a:ext cx="5724144" cy="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2064" y="4865534"/>
            <a:ext cx="58521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78992" y="3945892"/>
            <a:ext cx="5724144" cy="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3854452"/>
            <a:ext cx="58521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300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8992" y="2837843"/>
            <a:ext cx="5724144" cy="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064" y="2746403"/>
            <a:ext cx="58521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1,000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2890881"/>
            <a:ext cx="1841870" cy="1248943"/>
          </a:xfrm>
          <a:prstGeom prst="line">
            <a:avLst/>
          </a:prstGeom>
          <a:ln w="2794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30590" y="4139824"/>
            <a:ext cx="1841871" cy="789946"/>
          </a:xfrm>
          <a:prstGeom prst="line">
            <a:avLst/>
          </a:prstGeom>
          <a:ln w="2794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72461" y="4929770"/>
            <a:ext cx="1820947" cy="0"/>
          </a:xfrm>
          <a:prstGeom prst="line">
            <a:avLst/>
          </a:prstGeom>
          <a:ln w="27940">
            <a:solidFill>
              <a:srgbClr val="4A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29284" y="2831445"/>
            <a:ext cx="118872" cy="118872"/>
          </a:xfrm>
          <a:prstGeom prst="ellipse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71154" y="4080388"/>
            <a:ext cx="118872" cy="118872"/>
          </a:xfrm>
          <a:prstGeom prst="ellipse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3025" y="4870334"/>
            <a:ext cx="118872" cy="118872"/>
          </a:xfrm>
          <a:prstGeom prst="ellipse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33972" y="4870334"/>
            <a:ext cx="118872" cy="118872"/>
          </a:xfrm>
          <a:prstGeom prst="ellipse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188720" y="2872541"/>
            <a:ext cx="1841870" cy="1259739"/>
          </a:xfrm>
          <a:prstGeom prst="line">
            <a:avLst/>
          </a:prstGeom>
          <a:ln w="2794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30590" y="4132280"/>
            <a:ext cx="1841871" cy="862264"/>
          </a:xfrm>
          <a:prstGeom prst="line">
            <a:avLst/>
          </a:prstGeom>
          <a:ln w="2794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72461" y="4994544"/>
            <a:ext cx="1820947" cy="69679"/>
          </a:xfrm>
          <a:prstGeom prst="line">
            <a:avLst/>
          </a:prstGeom>
          <a:ln w="27940">
            <a:solidFill>
              <a:srgbClr val="A40F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129284" y="2813105"/>
            <a:ext cx="118872" cy="118872"/>
          </a:xfrm>
          <a:prstGeom prst="ellipse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71154" y="4072844"/>
            <a:ext cx="118872" cy="118872"/>
          </a:xfrm>
          <a:prstGeom prst="ellipse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13025" y="4935108"/>
            <a:ext cx="118872" cy="118872"/>
          </a:xfrm>
          <a:prstGeom prst="ellipse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33972" y="5004787"/>
            <a:ext cx="118872" cy="118872"/>
          </a:xfrm>
          <a:prstGeom prst="ellipse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949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0550" y="53949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2421" y="53949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3949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77840"/>
            <a:ext cx="64922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MAXR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2432304"/>
            <a:ext cx="237744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ΔTOTAL / ΔRead latency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3000557"/>
            <a:ext cx="91440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963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4144" y="5027647"/>
            <a:ext cx="877824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31536" y="2505456"/>
            <a:ext cx="146304" cy="73152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2432304"/>
            <a:ext cx="11887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256 MAC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31536" y="2743200"/>
            <a:ext cx="146304" cy="73152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2670048"/>
            <a:ext cx="11887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512 MAC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2048256"/>
            <a:ext cx="446227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 · U55-256 · TOTAL cycles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2359152"/>
            <a:ext cx="1261872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359152"/>
            <a:ext cx="1170431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EXT cap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31352" y="2359152"/>
            <a:ext cx="1115568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2" y="2359152"/>
            <a:ext cx="1024127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읽기 지연 64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2359152"/>
            <a:ext cx="1115568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2359152"/>
            <a:ext cx="1024127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읽기 지연 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62488" y="2359152"/>
            <a:ext cx="969264" cy="5669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08208" y="2359152"/>
            <a:ext cx="877824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효과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80" y="2926080"/>
            <a:ext cx="1261872" cy="8046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3488" y="2926080"/>
            <a:ext cx="1133855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31352" y="2926080"/>
            <a:ext cx="1115568" cy="8046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2926080"/>
            <a:ext cx="987552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105,059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46920" y="2926080"/>
            <a:ext cx="1115568" cy="8046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0928" y="2926080"/>
            <a:ext cx="987552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103,059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62488" y="2926080"/>
            <a:ext cx="969264" cy="8046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26496" y="2926080"/>
            <a:ext cx="841248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-1.9%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80" y="3730752"/>
            <a:ext cx="126187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33488" y="3730752"/>
            <a:ext cx="1133855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200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31352" y="3730752"/>
            <a:ext cx="1115568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3730752"/>
            <a:ext cx="987552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77,059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46920" y="3730752"/>
            <a:ext cx="1115568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3730752"/>
            <a:ext cx="987552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34,059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762488" y="3730752"/>
            <a:ext cx="969264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26496" y="3730752"/>
            <a:ext cx="841248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-55.8%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7. 형상에 따른 비용 차이는 어느 MAC 구성에서 나타나는가?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RQ2 · 실행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36×1의 추가 비용 19,000 cycles는 256 구성에서 나타났고,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512의 TOTAL은 두 형상에서 같았다.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8256"/>
            <a:ext cx="35204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공간 형상 · H × W =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55448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H 6 × W 6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2615184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6267" y="2615184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7590" y="2615184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8913" y="2615184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0236" y="2615184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615184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" y="2686507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6267" y="2686507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590" y="2686507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" y="2686507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0236" y="2686507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2686507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" y="275783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" y="275783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590" y="275783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913" y="275783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0236" y="275783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275783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2829153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" y="2829153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7590" y="2829153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8913" y="2829153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0236" y="2829153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1560" y="2829153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" y="2900476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6267" y="2900476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7590" y="2900476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8913" y="2900476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0236" y="2900476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1560" y="2900476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4944" y="297180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6267" y="297180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7590" y="297180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8913" y="297180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0236" y="297180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1560" y="2971800"/>
            <a:ext cx="65836" cy="6583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40864" y="2340864"/>
            <a:ext cx="155448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H 36 × W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2615184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77440" y="2686507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40" y="2757830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77440" y="2829153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77440" y="2900476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377440" y="2971800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77440" y="3043123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77440" y="3114446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77440" y="3185769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77440" y="3257092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77440" y="3328415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77440" y="3399739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77440" y="3471062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377440" y="3542385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377440" y="3613708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77440" y="3685031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377440" y="3756355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377440" y="3827678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77440" y="3899001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377440" y="3970324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77440" y="4041648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77440" y="4112971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377440" y="4184294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77440" y="4255617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377440" y="4326940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377440" y="4398264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377440" y="4469587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377440" y="4540910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77440" y="4612233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77440" y="4683556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77440" y="4754879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77440" y="4826203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77440" y="4897526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377440" y="4968849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377440" y="5040172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377440" y="5111496"/>
            <a:ext cx="65836" cy="6583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218688"/>
            <a:ext cx="1554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4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같은 면적 36</a:t>
            </a:r>
          </a:p>
          <a:p>
            <a:pPr algn="l">
              <a:lnSpc>
                <a:spcPct val="134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같은 채널 수</a:t>
            </a:r>
          </a:p>
          <a:p>
            <a:pPr algn="l">
              <a:lnSpc>
                <a:spcPct val="134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같은 3×3 커널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60520" y="2048256"/>
            <a:ext cx="7571231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3×3 Conv · U85 · TOTAL cycles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60520" y="2395728"/>
            <a:ext cx="138988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6×6 · 256 MAC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41848" y="2441448"/>
            <a:ext cx="3063959" cy="21945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97247" y="2395728"/>
            <a:ext cx="1005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31,068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60520" y="2779776"/>
            <a:ext cx="138988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6×6 · 512 MAC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41848" y="2825496"/>
            <a:ext cx="2866717" cy="21945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00005" y="2779776"/>
            <a:ext cx="1005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29,068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60520" y="3163824"/>
            <a:ext cx="138988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36×1 · 256 MAC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41848" y="3209544"/>
            <a:ext cx="4937760" cy="21945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671048" y="3163824"/>
            <a:ext cx="1005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50,068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60520" y="3547872"/>
            <a:ext cx="138988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36×1 · 512 MAC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41848" y="3593591"/>
            <a:ext cx="2866717" cy="219456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00005" y="3547872"/>
            <a:ext cx="10058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29,068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60520" y="4133087"/>
            <a:ext cx="7571231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같은 실행의 Vela OFM block (H × W × C)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0520" y="4443984"/>
            <a:ext cx="1536192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06240" y="4443984"/>
            <a:ext cx="144475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형상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96712" y="4443984"/>
            <a:ext cx="3017520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42431" y="4443984"/>
            <a:ext cx="292607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256 MAC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714232" y="4443984"/>
            <a:ext cx="3017520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759952" y="4443984"/>
            <a:ext cx="292607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512 MAC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60520" y="4754880"/>
            <a:ext cx="1536192" cy="3657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24528" y="4754880"/>
            <a:ext cx="140817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6 × 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96712" y="4754880"/>
            <a:ext cx="3017520" cy="3657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60720" y="4754880"/>
            <a:ext cx="2889503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6 × 6 × 48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14232" y="4754880"/>
            <a:ext cx="3017520" cy="3657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778240" y="4754880"/>
            <a:ext cx="2889503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6 × 6 × 64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60520" y="5120640"/>
            <a:ext cx="153619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24528" y="5120640"/>
            <a:ext cx="140817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36 × 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96712" y="5120640"/>
            <a:ext cx="3017520" cy="365760"/>
          </a:xfrm>
          <a:prstGeom prst="rect">
            <a:avLst/>
          </a:prstGeom>
          <a:solidFill>
            <a:srgbClr val="DF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60720" y="5120640"/>
            <a:ext cx="2889503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36 × 2 × 16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14232" y="5120640"/>
            <a:ext cx="30175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78240" y="5120640"/>
            <a:ext cx="2889503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36 × 2 ×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8. 데이터 배치는 어떤 이동과 비용을 바꾸는가?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RQ2 · 데이터 배치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Sram_Only와 Dedicated는 집계 전송량이 같지만,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접근 경로와 실행 비용은 달랐다.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대표 레이어 = Wav2Letter op 15 (7-tap 250→250 Conv2D) · U85-512 · 세 배치 모두 출력 바이트 동일 · OFM block·ublock 동일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48256"/>
            <a:ext cx="43891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가중치와 arena가 놓이는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1945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Sram_Only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1060704" cy="42062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DRAM / 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1" y="2743200"/>
            <a:ext cx="1060704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1" y="2743200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SRAM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5" y="3182112"/>
            <a:ext cx="131673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가중치 + arena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2743200"/>
            <a:ext cx="1060704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2743200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NPU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36975" y="2852928"/>
            <a:ext cx="274320" cy="201168"/>
          </a:xfrm>
          <a:prstGeom prst="rightArrow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39312"/>
            <a:ext cx="21945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Shared_Sram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913632"/>
            <a:ext cx="1060704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13632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DRAM / 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352544"/>
            <a:ext cx="131673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가중치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4831" y="3913632"/>
            <a:ext cx="1060704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1" y="3913632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SRAM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815" y="4352544"/>
            <a:ext cx="131673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staging + arena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2736" y="3913632"/>
            <a:ext cx="1060704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3913632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NPU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719072" y="4023360"/>
            <a:ext cx="274320" cy="201168"/>
          </a:xfrm>
          <a:prstGeom prst="rightArrow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236975" y="4023360"/>
            <a:ext cx="274320" cy="201168"/>
          </a:xfrm>
          <a:prstGeom prst="rightArrow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09744"/>
            <a:ext cx="219456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Dedicated_Sram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084064"/>
            <a:ext cx="1060704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084064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DRAM / 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522976"/>
            <a:ext cx="131673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가중치 + arena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84831" y="5084064"/>
            <a:ext cx="1060704" cy="42062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84831" y="5084064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SRAM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2736" y="5084064"/>
            <a:ext cx="1060704" cy="42062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2736" y="5084064"/>
            <a:ext cx="1060704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NPU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82495" y="5413248"/>
            <a:ext cx="1828801" cy="0"/>
          </a:xfrm>
          <a:prstGeom prst="line">
            <a:avLst/>
          </a:prstGeom>
          <a:ln w="25400">
            <a:solidFill>
              <a:srgbClr val="133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Arrow 37"/>
          <p:cNvSpPr/>
          <p:nvPr/>
        </p:nvSpPr>
        <p:spPr>
          <a:xfrm>
            <a:off x="3383280" y="5312664"/>
            <a:ext cx="201168" cy="201168"/>
          </a:xfrm>
          <a:prstGeom prst="rightArrow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2048256"/>
            <a:ext cx="661111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대표 레이어 · U85-512 · TOTAL cycles  (Shared_Sram 기준)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2395728"/>
            <a:ext cx="140817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Sram_Only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01968" y="2450592"/>
            <a:ext cx="3008513" cy="25603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1921" y="2395728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134,068   -10.1%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2852928"/>
            <a:ext cx="140817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Shared_Sram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01968" y="2907792"/>
            <a:ext cx="3345116" cy="256032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38524" y="2852928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149,068   기준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3310128"/>
            <a:ext cx="140817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Dedicated_Sram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01968" y="3364992"/>
            <a:ext cx="3749039" cy="256032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42448" y="3310128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167,068   +12.1%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3950208"/>
            <a:ext cx="1700784" cy="347472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59" y="3950208"/>
            <a:ext cx="1609344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배치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21424" y="3950208"/>
            <a:ext cx="2212848" cy="347472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67144" y="3950208"/>
            <a:ext cx="212140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EXT rd / wr beat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34272" y="3950208"/>
            <a:ext cx="2212848" cy="347472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79992" y="3950208"/>
            <a:ext cx="212140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SRAM rd / wr beat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4297680"/>
            <a:ext cx="1700784" cy="3474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84648" y="4297680"/>
            <a:ext cx="15727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Sram_Only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21424" y="4297680"/>
            <a:ext cx="2212848" cy="3474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85432" y="4297680"/>
            <a:ext cx="2084831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0 / 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34272" y="4297680"/>
            <a:ext cx="2212848" cy="347472"/>
          </a:xfrm>
          <a:prstGeom prst="rect">
            <a:avLst/>
          </a:prstGeom>
          <a:solidFill>
            <a:srgbClr val="DF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4297680"/>
            <a:ext cx="2084831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56,343 / 4,377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4645152"/>
            <a:ext cx="170078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84648" y="4645152"/>
            <a:ext cx="15727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Shared_Sram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21424" y="4645152"/>
            <a:ext cx="2212848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4645152"/>
            <a:ext cx="2084831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17,260 / 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34272" y="4645152"/>
            <a:ext cx="2212848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80" y="4645152"/>
            <a:ext cx="2084831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61,820 / 21,586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4992624"/>
            <a:ext cx="1700784" cy="3474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84648" y="4992624"/>
            <a:ext cx="15727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Dedicated_Sram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1424" y="4992624"/>
            <a:ext cx="2212848" cy="347472"/>
          </a:xfrm>
          <a:prstGeom prst="rect">
            <a:avLst/>
          </a:prstGeom>
          <a:solidFill>
            <a:srgbClr val="DF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85432" y="4992624"/>
            <a:ext cx="2084831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56,343 / 4,377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34272" y="4992624"/>
            <a:ext cx="2212848" cy="34747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98280" y="4992624"/>
            <a:ext cx="2084831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0 / 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20640" y="5449824"/>
            <a:ext cx="661111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Sram_Only의 SRAM R/W와 Dedicated의 EXT R/W 집계가 일치한다.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