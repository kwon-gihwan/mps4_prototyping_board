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2. 실행 비용은 얼마이고, 어디에 쓰이는가?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실행 비용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총비용 순위는 여섯 구성에서 모두 같지만, 그 비용이 어떤 연산 그룹에 쓰이는지는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총비용 순위와 대응하지 않는다 — Conv 비중은 RNNoise 0%에서 KWS 83.8%까지 흩어진다.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25312"/>
            <a:ext cx="112471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왼쪽 256 MAC · TOTAL cycles · 여섯 구성의 최소–최대와 각 값, 굵은 점은 중앙값 · 공통 로그축   |   오른쪽 Corstone-320 · U85-256 · 계측 그룹 합계 대비 % (각 모델 TOTAL의 97.9–100.0%)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48256"/>
            <a:ext cx="5779007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총비용 범위 — 여섯 구성 · 256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48256"/>
            <a:ext cx="510235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비용 구성 — Corstone-320 · U85-256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377440"/>
            <a:ext cx="164592" cy="10058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295144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Conv2D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81544" y="2377440"/>
            <a:ext cx="164592" cy="100584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0144" y="2295144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DepthwiseConv2D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2377440"/>
            <a:ext cx="164592" cy="100584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2295144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혼합 그룹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85832" y="2377440"/>
            <a:ext cx="164592" cy="100584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14432" y="2295144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기타 단일 연산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86176" y="2633472"/>
            <a:ext cx="0" cy="3072384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20416" y="5733288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100K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73109" y="2633472"/>
            <a:ext cx="0" cy="3072384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07349" y="5733288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60042" y="2633472"/>
            <a:ext cx="0" cy="3072384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94282" y="5733288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33472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73237" y="2852928"/>
            <a:ext cx="61283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957859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93372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32089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35476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35476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50965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06698" y="2775204"/>
            <a:ext cx="155448" cy="15544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9400" y="2688336"/>
            <a:ext cx="5096563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688336"/>
            <a:ext cx="509656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725963" y="2688336"/>
            <a:ext cx="578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072384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63164" y="3291839"/>
            <a:ext cx="360099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82115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67722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110994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89355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089355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22016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063703" y="3214115"/>
            <a:ext cx="155448" cy="15544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29400" y="3127248"/>
            <a:ext cx="2847256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3127248"/>
            <a:ext cx="28472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55.8%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76656" y="3127248"/>
            <a:ext cx="1120827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76656" y="3127248"/>
            <a:ext cx="112082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22.0%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97483" y="3127248"/>
            <a:ext cx="1110957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97483" y="3127248"/>
            <a:ext cx="111095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21.8%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708440" y="3127248"/>
            <a:ext cx="23311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511296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3ABD6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56764" y="3730752"/>
            <a:ext cx="277434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4593050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494839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87792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54995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54995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315616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435058" y="3653028"/>
            <a:ext cx="155448" cy="155448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629400" y="3566160"/>
            <a:ext cx="1236693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29400" y="3566160"/>
            <a:ext cx="123669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24.2%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6093" y="3566160"/>
            <a:ext cx="1544702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6093" y="3566160"/>
            <a:ext cx="154470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30.3%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10795" y="3566160"/>
            <a:ext cx="2295679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0795" y="3566160"/>
            <a:ext cx="229567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45.0%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706474" y="3566160"/>
            <a:ext cx="25277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3950208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927989" y="4169664"/>
            <a:ext cx="324658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211499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011241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042371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66808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966808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886841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952890" y="4091940"/>
            <a:ext cx="155448" cy="1554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29400" y="4005072"/>
            <a:ext cx="4016332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29400" y="4005072"/>
            <a:ext cx="401633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78.7%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45732" y="4005072"/>
            <a:ext cx="882416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645732" y="4005072"/>
            <a:ext cx="882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17.3%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528148" y="4005072"/>
            <a:ext cx="203603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4389120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C9AA8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775571" y="4608576"/>
            <a:ext cx="390235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124658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943192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917107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54814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54814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34423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50252" y="4530852"/>
            <a:ext cx="155448" cy="155448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629400" y="4443983"/>
            <a:ext cx="2459530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629400" y="4443983"/>
            <a:ext cx="245953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48.2%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88930" y="4443983"/>
            <a:ext cx="1346099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88930" y="4443983"/>
            <a:ext cx="134609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26.4%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435030" y="4443983"/>
            <a:ext cx="863854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435030" y="4443983"/>
            <a:ext cx="86385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16.9%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298885" y="4443983"/>
            <a:ext cx="432866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" y="4828031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C28A1E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570970" y="5047488"/>
            <a:ext cx="113865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3643687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578204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562490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59883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559883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529822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524612" y="4969764"/>
            <a:ext cx="155448" cy="15544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629400" y="4882895"/>
            <a:ext cx="4275931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29400" y="4882895"/>
            <a:ext cx="4275931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83.8%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905331" y="4882895"/>
            <a:ext cx="748075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905331" y="4882895"/>
            <a:ext cx="7480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653406" y="4882895"/>
            <a:ext cx="78345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57200" y="5266944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2259712" y="5486400"/>
            <a:ext cx="954047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3172611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904998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218564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219356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219356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575352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388655" y="5408676"/>
            <a:ext cx="155448" cy="15544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629400" y="5321807"/>
            <a:ext cx="4515725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629400" y="5321807"/>
            <a:ext cx="451572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88.5%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45125" y="5321807"/>
            <a:ext cx="586626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145125" y="5321807"/>
            <a:ext cx="58662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11.5%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