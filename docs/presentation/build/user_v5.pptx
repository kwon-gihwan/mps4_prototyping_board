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Masters/slideMaster2.xml" ContentType="application/vnd.openxmlformats-officedocument.presentationml.slideMaster+xml"/>
  <Override PartName="/ppt/theme/theme2.xml" ContentType="application/vnd.openxmlformats-officedocument.theme+xml"/>
  <Override PartName="/ppt/slideMasters/slideMaster3.xml" ContentType="application/vnd.openxmlformats-officedocument.presentationml.slideMaster+xml"/>
  <Override PartName="/ppt/theme/theme3.xml" ContentType="application/vnd.openxmlformats-officedocument.theme+xml"/>
  <Override PartName="/ppt/slideMasters/slideMaster4.xml" ContentType="application/vnd.openxmlformats-officedocument.presentationml.slideMaster+xml"/>
  <Override PartName="/ppt/theme/theme4.xml" ContentType="application/vnd.openxmlformats-officedocument.theme+xml"/>
  <Override PartName="/ppt/slideMasters/slideMaster5.xml" ContentType="application/vnd.openxmlformats-officedocument.presentationml.slideMaster+xml"/>
  <Override PartName="/ppt/theme/theme5.xml" ContentType="application/vnd.openxmlformats-officedocument.theme+xml"/>
  <Override PartName="/ppt/slideMasters/slideMaster6.xml" ContentType="application/vnd.openxmlformats-officedocument.presentationml.slideMaster+xml"/>
  <Override PartName="/ppt/theme/theme6.xml" ContentType="application/vnd.openxmlformats-officedocument.theme+xml"/>
  <Override PartName="/ppt/slideMasters/slideMaster7.xml" ContentType="application/vnd.openxmlformats-officedocument.presentationml.slideMaster+xml"/>
  <Override PartName="/ppt/theme/theme7.xml" ContentType="application/vnd.openxmlformats-officedocument.theme+xml"/>
  <Override PartName="/ppt/slideMasters/slideMaster8.xml" ContentType="application/vnd.openxmlformats-officedocument.presentationml.slideMaster+xml"/>
  <Override PartName="/ppt/theme/theme8.xml" ContentType="application/vnd.openxmlformats-officedocument.theme+xml"/>
  <Override PartName="/ppt/handoutMasters/handoutMaster1.xml" ContentType="application/vnd.openxmlformats-officedocument.presentationml.handoutMaster+xml"/>
  <Override PartName="/ppt/theme/theme9.xml" ContentType="application/vnd.openxmlformats-officedocument.theme+xml"/>
  <Override PartName="/ppt/notesMasters/notesMaster1.xml" ContentType="application/vnd.openxmlformats-officedocument.presentationml.notesMaster+xml"/>
  <Override PartName="/ppt/theme/theme10.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slide30.xml" ContentType="application/vnd.openxmlformats-officedocument.presentationml.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 Id="rId4" Type="http://schemas.openxmlformats.org/package/2006/relationships/metadata/thumbnail" Target="docProps/thumbnail.jpeg"></Relationship></Relationships>
</file>

<file path=ppt/presentation.xml><?xml version="1.0" encoding="utf-8"?>
<p:presentation xmlns:a="http://schemas.openxmlformats.org/drawingml/2006/main" xmlns:r="http://schemas.openxmlformats.org/officeDocument/2006/relationships" xmlns:p="http://schemas.openxmlformats.org/presentationml/2006/main" xmlns:p14="http://schemas.microsoft.com/office/powerpoint/2010/main" embedTrueTypeFonts="0" saveSubsetFonts="0">
  <p:sldMasterIdLst>
    <p:sldMasterId id="2147485686" r:id="rId92"/>
    <p:sldMasterId id="2147485687" r:id="rId94"/>
    <p:sldMasterId id="2147485688" r:id="rId96"/>
    <p:sldMasterId id="2147485689" r:id="rId98"/>
    <p:sldMasterId id="2147485690" r:id="rId100"/>
    <p:sldMasterId id="2147485691" r:id="rId102"/>
    <p:sldMasterId id="2147485692" r:id="rId104"/>
    <p:sldMasterId id="2147485693" r:id="rId106"/>
  </p:sldMasterIdLst>
  <p:notesMasterIdLst>
    <p:notesMasterId r:id="rId110"/>
  </p:notesMasterIdLst>
  <p:handoutMasterIdLst>
    <p:handoutMasterId r:id="rId108"/>
  </p:handoutMasterIdLst>
  <p:sldIdLst>
    <p:sldId id="256" r:id="rId112"/>
    <p:sldId id="304" r:id="rId114"/>
    <p:sldId id="292" r:id="rId115"/>
    <p:sldId id="273" r:id="rId117"/>
    <p:sldId id="274" r:id="rId119"/>
    <p:sldId id="258" r:id="rId121"/>
    <p:sldId id="307" r:id="rId123"/>
    <p:sldId id="260" r:id="rId124"/>
    <p:sldId id="275" r:id="rId126"/>
    <p:sldId id="276" r:id="rId128"/>
    <p:sldId id="282" r:id="rId130"/>
    <p:sldId id="297" r:id="rId132"/>
    <p:sldId id="308" r:id="rId133"/>
    <p:sldId id="288" r:id="rId134"/>
    <p:sldId id="289" r:id="rId136"/>
    <p:sldId id="280" r:id="rId137"/>
    <p:sldId id="278" r:id="rId138"/>
    <p:sldId id="279" r:id="rId139"/>
    <p:sldId id="305" r:id="rId140"/>
    <p:sldId id="293" r:id="rId141"/>
    <p:sldId id="294" r:id="rId143"/>
    <p:sldId id="295" r:id="rId145"/>
    <p:sldId id="281" r:id="rId147"/>
    <p:sldId id="285" r:id="rId149"/>
    <p:sldId id="296" r:id="rId151"/>
    <p:sldId id="306" r:id="rId153"/>
    <p:sldId id="283" r:id="rId154"/>
    <p:sldId id="284" r:id="rId156"/>
    <p:sldId id="303" r:id="rId158"/>
    <p:sldId id="309" r:id="rId159"/>
  </p:sldIdLst>
  <p:sldSz cx="12192000" cy="6858000"/>
  <p:notesSz cx="6858000" cy="9144000"/>
  <p:defaultTextStyle>
    <a:defPPr>
      <a:defRPr lang="en-US">
        <a:latin typeface="Poppins"/>
        <a:ea typeface="NanumGothic"/>
        <a:cs typeface="Poppins"/>
      </a:defRPr>
    </a:defPPr>
    <a:lvl1pPr marL="0" algn="l" defTabSz="914400" rtl="0" eaLnBrk="1" latinLnBrk="0" hangingPunct="1">
      <a:defRPr sz="1800" kern="1200">
        <a:solidFill>
          <a:schemeClr val="tx1"/>
        </a:solidFill>
        <a:latin typeface="Poppins"/>
        <a:ea typeface="NanumGothic"/>
        <a:cs typeface="Poppins"/>
      </a:defRPr>
    </a:lvl1pPr>
    <a:lvl2pPr marL="457200" algn="l" defTabSz="914400" rtl="0" eaLnBrk="1" latinLnBrk="0" hangingPunct="1">
      <a:defRPr sz="1800" kern="1200">
        <a:solidFill>
          <a:schemeClr val="tx1"/>
        </a:solidFill>
        <a:latin typeface="Poppins"/>
        <a:ea typeface="NanumGothic"/>
        <a:cs typeface="Poppins"/>
      </a:defRPr>
    </a:lvl2pPr>
    <a:lvl3pPr marL="914400" algn="l" defTabSz="914400" rtl="0" eaLnBrk="1" latinLnBrk="0" hangingPunct="1">
      <a:defRPr sz="1800" kern="1200">
        <a:solidFill>
          <a:schemeClr val="tx1"/>
        </a:solidFill>
        <a:latin typeface="Poppins"/>
        <a:ea typeface="NanumGothic"/>
        <a:cs typeface="Poppins"/>
      </a:defRPr>
    </a:lvl3pPr>
    <a:lvl4pPr marL="1371600" algn="l" defTabSz="914400" rtl="0" eaLnBrk="1" latinLnBrk="0" hangingPunct="1">
      <a:defRPr sz="1800" kern="1200">
        <a:solidFill>
          <a:schemeClr val="tx1"/>
        </a:solidFill>
        <a:latin typeface="Poppins"/>
        <a:ea typeface="NanumGothic"/>
        <a:cs typeface="Poppins"/>
      </a:defRPr>
    </a:lvl4pPr>
    <a:lvl5pPr marL="1828800" algn="l" defTabSz="914400" rtl="0" eaLnBrk="1" latinLnBrk="0" hangingPunct="1">
      <a:defRPr sz="1800" kern="1200">
        <a:solidFill>
          <a:schemeClr val="tx1"/>
        </a:solidFill>
        <a:latin typeface="Poppins"/>
        <a:ea typeface="NanumGothic"/>
        <a:cs typeface="Poppins"/>
      </a:defRPr>
    </a:lvl5pPr>
    <a:lvl6pPr marL="2286000" algn="l" defTabSz="914400" rtl="0" eaLnBrk="1" latinLnBrk="0" hangingPunct="1">
      <a:defRPr sz="1800" kern="1200">
        <a:solidFill>
          <a:schemeClr val="tx1"/>
        </a:solidFill>
        <a:latin typeface="Poppins"/>
        <a:ea typeface="NanumGothic"/>
        <a:cs typeface="Poppins"/>
      </a:defRPr>
    </a:lvl6pPr>
    <a:lvl7pPr marL="2743200" algn="l" defTabSz="914400" rtl="0" eaLnBrk="1" latinLnBrk="0" hangingPunct="1">
      <a:defRPr sz="1800" kern="1200">
        <a:solidFill>
          <a:schemeClr val="tx1"/>
        </a:solidFill>
        <a:latin typeface="Poppins"/>
        <a:ea typeface="NanumGothic"/>
        <a:cs typeface="Poppins"/>
      </a:defRPr>
    </a:lvl7pPr>
    <a:lvl8pPr marL="3200400" algn="l" defTabSz="914400" rtl="0" eaLnBrk="1" latinLnBrk="0" hangingPunct="1">
      <a:defRPr sz="1800" kern="1200">
        <a:solidFill>
          <a:schemeClr val="tx1"/>
        </a:solidFill>
        <a:latin typeface="Poppins"/>
        <a:ea typeface="NanumGothic"/>
        <a:cs typeface="Poppins"/>
      </a:defRPr>
    </a:lvl8pPr>
    <a:lvl9pPr marL="3657600" algn="l" defTabSz="914400" rtl="0" eaLnBrk="1" latinLnBrk="0" hangingPunct="1">
      <a:defRPr sz="1800" kern="1200">
        <a:solidFill>
          <a:schemeClr val="tx1"/>
        </a:solidFill>
        <a:latin typeface="Poppins"/>
        <a:ea typeface="NanumGothic"/>
        <a:cs typeface="Poppins"/>
      </a:defRPr>
    </a:lvl9pPr>
  </p:defaultTextStyle>
  <p:extLst>
    <p:ext uri="{2D200454-40CA-4A62-9FC3-DE9A4176ACB9}">
      <p15:notesGuideLst xmlns:p15="http://schemas.microsoft.com/office/powerpoint/2012/main"/>
    </p:ext>
    <p:ext uri="{EFAFB233-063F-42B5-8137-9DF3F51BA10A}">
      <p15:sldGuideLst xmlns:p15="http://schemas.microsoft.com/office/powerpoint/2012/main">
        <p15:guide id="1" orient="horz" pos="2154" userDrawn="1">
          <p15:clr>
            <a:srgbClr val="A4A3A4"/>
          </p15:clr>
        </p15:guide>
        <p15:guide id="2"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clrMru>
    <a:srgbClr val="FFFFFF"/>
    <a:srgbClr val="FFFF00"/>
    <a:srgbClr val="D3D3D3"/>
  </p:clrMru>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8F324A-00EC-6C4E-8621-BD9619E54346}" v="5" dt="2025-12-22T02:36:08.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p:restoredLeft sz="22761" autoAdjust="0"/>
    <p:restoredTop sz="81154" autoAdjust="0"/>
  </p:normalViewPr>
  <p:slideViewPr>
    <p:cSldViewPr snapToGrid="0" snapToObjects="1">
      <p:cViewPr varScale="1">
        <p:scale>
          <a:sx n="90" d="100"/>
          <a:sy n="90" d="100"/>
        </p:scale>
        <p:origin x="216" y="880"/>
      </p:cViewPr>
      <p:guideLst>
        <p:guide orient="horz" pos="2154"/>
        <p:guide pos="3834"/>
      </p:guideLst>
    </p:cSldViewPr>
  </p:slideViewPr>
  <p:notesTextViewPr>
    <p:cViewPr>
      <p:scale>
        <a:sx n="1" d="1"/>
        <a:sy n="1" d="1"/>
      </p:scale>
      <p:origin x="0" y="0"/>
    </p:cViewPr>
  </p:notesTextViewPr>
  <p:notesViewPr>
    <p:cSldViewPr snapToGrid="0" snapToObjects="1">
      <p:cViewPr varScale="1">
        <p:scale>
          <a:sx n="60" d="100"/>
          <a:sy n="60" d="100"/>
        </p:scale>
        <p:origin x="2410" y="48"/>
      </p:cViewPr>
      <p:guideLst>
        <p:guide orient="horz" pos="2154"/>
        <p:guide pos="3834"/>
      </p:guideLst>
    </p:cSldViewPr>
  </p:notesViewPr>
  <p:gridSpacing cx="76200" cy="76200"/>
</p:viewPr>
</file>

<file path=ppt/_rels/presentation.xml.rels><?xml version="1.0" encoding="UTF-8"?>
<Relationships xmlns="http://schemas.openxmlformats.org/package/2006/relationships"><Relationship Id="rId1" Type="http://schemas.openxmlformats.org/officeDocument/2006/relationships/tableStyles" Target="tableStyles.xml"></Relationship><Relationship Id="rId2" Type="http://schemas.microsoft.com/office/2016/11/relationships/changesInfo" Target="changesInfos/changesInfo1.xml"></Relationship><Relationship Id="rId3" Type="http://schemas.microsoft.com/office/2015/10/relationships/revisionInfo" Target="revisionInfo.xml"></Relationship><Relationship Id="rId92" Type="http://schemas.openxmlformats.org/officeDocument/2006/relationships/slideMaster" Target="slideMasters/slideMaster1.xml"></Relationship><Relationship Id="rId93" Type="http://schemas.openxmlformats.org/officeDocument/2006/relationships/theme" Target="theme/theme1.xml"></Relationship><Relationship Id="rId94" Type="http://schemas.openxmlformats.org/officeDocument/2006/relationships/slideMaster" Target="slideMasters/slideMaster2.xml"></Relationship><Relationship Id="rId96" Type="http://schemas.openxmlformats.org/officeDocument/2006/relationships/slideMaster" Target="slideMasters/slideMaster3.xml"></Relationship><Relationship Id="rId98" Type="http://schemas.openxmlformats.org/officeDocument/2006/relationships/slideMaster" Target="slideMasters/slideMaster4.xml"></Relationship><Relationship Id="rId100" Type="http://schemas.openxmlformats.org/officeDocument/2006/relationships/slideMaster" Target="slideMasters/slideMaster5.xml"></Relationship><Relationship Id="rId102" Type="http://schemas.openxmlformats.org/officeDocument/2006/relationships/slideMaster" Target="slideMasters/slideMaster6.xml"></Relationship><Relationship Id="rId104" Type="http://schemas.openxmlformats.org/officeDocument/2006/relationships/slideMaster" Target="slideMasters/slideMaster7.xml"></Relationship><Relationship Id="rId106" Type="http://schemas.openxmlformats.org/officeDocument/2006/relationships/slideMaster" Target="slideMasters/slideMaster8.xml"></Relationship><Relationship Id="rId108" Type="http://schemas.openxmlformats.org/officeDocument/2006/relationships/handoutMaster" Target="handoutMasters/handoutMaster1.xml"></Relationship><Relationship Id="rId110" Type="http://schemas.openxmlformats.org/officeDocument/2006/relationships/notesMaster" Target="notesMasters/notesMaster1.xml"></Relationship><Relationship Id="rId112" Type="http://schemas.openxmlformats.org/officeDocument/2006/relationships/slide" Target="slides/slide1.xml"></Relationship><Relationship Id="rId114" Type="http://schemas.openxmlformats.org/officeDocument/2006/relationships/slide" Target="slides/slide2.xml"></Relationship><Relationship Id="rId115" Type="http://schemas.openxmlformats.org/officeDocument/2006/relationships/slide" Target="slides/slide3.xml"></Relationship><Relationship Id="rId117" Type="http://schemas.openxmlformats.org/officeDocument/2006/relationships/slide" Target="slides/slide4.xml"></Relationship><Relationship Id="rId119" Type="http://schemas.openxmlformats.org/officeDocument/2006/relationships/slide" Target="slides/slide5.xml"></Relationship><Relationship Id="rId121" Type="http://schemas.openxmlformats.org/officeDocument/2006/relationships/slide" Target="slides/slide6.xml"></Relationship><Relationship Id="rId123" Type="http://schemas.openxmlformats.org/officeDocument/2006/relationships/slide" Target="slides/slide7.xml"></Relationship><Relationship Id="rId124" Type="http://schemas.openxmlformats.org/officeDocument/2006/relationships/slide" Target="slides/slide8.xml"></Relationship><Relationship Id="rId126" Type="http://schemas.openxmlformats.org/officeDocument/2006/relationships/slide" Target="slides/slide9.xml"></Relationship><Relationship Id="rId128" Type="http://schemas.openxmlformats.org/officeDocument/2006/relationships/slide" Target="slides/slide10.xml"></Relationship><Relationship Id="rId130" Type="http://schemas.openxmlformats.org/officeDocument/2006/relationships/slide" Target="slides/slide11.xml"></Relationship><Relationship Id="rId132" Type="http://schemas.openxmlformats.org/officeDocument/2006/relationships/slide" Target="slides/slide12.xml"></Relationship><Relationship Id="rId133" Type="http://schemas.openxmlformats.org/officeDocument/2006/relationships/slide" Target="slides/slide13.xml"></Relationship><Relationship Id="rId134" Type="http://schemas.openxmlformats.org/officeDocument/2006/relationships/slide" Target="slides/slide14.xml"></Relationship><Relationship Id="rId136" Type="http://schemas.openxmlformats.org/officeDocument/2006/relationships/slide" Target="slides/slide15.xml"></Relationship><Relationship Id="rId137" Type="http://schemas.openxmlformats.org/officeDocument/2006/relationships/slide" Target="slides/slide16.xml"></Relationship><Relationship Id="rId138" Type="http://schemas.openxmlformats.org/officeDocument/2006/relationships/slide" Target="slides/slide17.xml"></Relationship><Relationship Id="rId139" Type="http://schemas.openxmlformats.org/officeDocument/2006/relationships/slide" Target="slides/slide18.xml"></Relationship><Relationship Id="rId140" Type="http://schemas.openxmlformats.org/officeDocument/2006/relationships/slide" Target="slides/slide19.xml"></Relationship><Relationship Id="rId141" Type="http://schemas.openxmlformats.org/officeDocument/2006/relationships/slide" Target="slides/slide20.xml"></Relationship><Relationship Id="rId143" Type="http://schemas.openxmlformats.org/officeDocument/2006/relationships/slide" Target="slides/slide21.xml"></Relationship><Relationship Id="rId145" Type="http://schemas.openxmlformats.org/officeDocument/2006/relationships/slide" Target="slides/slide22.xml"></Relationship><Relationship Id="rId147" Type="http://schemas.openxmlformats.org/officeDocument/2006/relationships/slide" Target="slides/slide23.xml"></Relationship><Relationship Id="rId149" Type="http://schemas.openxmlformats.org/officeDocument/2006/relationships/slide" Target="slides/slide24.xml"></Relationship><Relationship Id="rId151" Type="http://schemas.openxmlformats.org/officeDocument/2006/relationships/slide" Target="slides/slide25.xml"></Relationship><Relationship Id="rId153" Type="http://schemas.openxmlformats.org/officeDocument/2006/relationships/slide" Target="slides/slide26.xml"></Relationship><Relationship Id="rId154" Type="http://schemas.openxmlformats.org/officeDocument/2006/relationships/slide" Target="slides/slide27.xml"></Relationship><Relationship Id="rId156" Type="http://schemas.openxmlformats.org/officeDocument/2006/relationships/slide" Target="slides/slide28.xml"></Relationship><Relationship Id="rId158" Type="http://schemas.openxmlformats.org/officeDocument/2006/relationships/slide" Target="slides/slide29.xml"></Relationship><Relationship Id="rId159" Type="http://schemas.openxmlformats.org/officeDocument/2006/relationships/slide" Target="slides/slide30.xml"></Relationship><Relationship Id="rId164" Type="http://schemas.openxmlformats.org/officeDocument/2006/relationships/viewProps" Target="viewProps.xml"></Relationship><Relationship Id="rId165" Type="http://schemas.openxmlformats.org/officeDocument/2006/relationships/presProps" Target="presProps.xml"></Relationship></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o Seonyeong" userId="2c618708adb57b46" providerId="LiveId" clId="{12E46043-B1A4-40A1-B023-11697CB30D44}"/>
    <pc:docChg chg="custSel delSld modSld">
      <pc:chgData name="Heo Seonyeong" userId="2c618708adb57b46" providerId="LiveId" clId="{12E46043-B1A4-40A1-B023-11697CB30D44}" dt="2023-03-06T08:41:38.643" v="4" actId="47"/>
      <pc:docMkLst>
        <pc:docMk/>
      </pc:docMkLst>
      <pc:sldChg chg="addSp delSp modSp">
        <pc:chgData name="Heo Seonyeong" userId="2c618708adb57b46" providerId="LiveId" clId="{12E46043-B1A4-40A1-B023-11697CB30D44}" dt="2023-03-06T08:41:31.310" v="1" actId="478"/>
        <pc:sldMkLst>
          <pc:docMk/>
          <pc:sldMk cId="3135891794" sldId="256"/>
        </pc:sldMkLst>
      </pc:sldChg>
      <pc:sldChg chg="addSp delSp modSp del">
        <pc:chgData name="Heo Seonyeong" userId="2c618708adb57b46" providerId="LiveId" clId="{12E46043-B1A4-40A1-B023-11697CB30D44}" dt="2023-03-06T08:41:38.643" v="4" actId="47"/>
        <pc:sldMkLst>
          <pc:docMk/>
          <pc:sldMk cId="3074050129" sldId="288"/>
        </pc:sldMkLst>
      </pc:sldChg>
      <pc:sldChg chg="del">
        <pc:chgData name="Heo Seonyeong" userId="2c618708adb57b46" providerId="LiveId" clId="{12E46043-B1A4-40A1-B023-11697CB30D44}" dt="2023-03-06T08:41:32.765" v="2" actId="47"/>
        <pc:sldMkLst>
          <pc:docMk/>
          <pc:sldMk cId="3486960635" sldId="289"/>
        </pc:sldMkLst>
      </pc:sldChg>
    </pc:docChg>
  </pc:docChgLst>
  <pc:docChgLst>
    <pc:chgData name="Heo Seonyeong" userId="2c618708adb57b46" providerId="LiveId" clId="{CC1D2794-90CC-483B-9A58-9865DF89D062}"/>
    <pc:docChg chg="custSel addSld delSld modSld">
      <pc:chgData name="Heo Seonyeong" userId="2c618708adb57b46" providerId="LiveId" clId="{CC1D2794-90CC-483B-9A58-9865DF89D062}" dt="2023-03-06T08:25:47.215" v="74" actId="680"/>
      <pc:docMkLst>
        <pc:docMk/>
      </pc:docMkLst>
      <pc:sldChg chg="modSp">
        <pc:chgData name="Heo Seonyeong" userId="2c618708adb57b46" providerId="LiveId" clId="{CC1D2794-90CC-483B-9A58-9865DF89D062}" dt="2023-03-06T08:25:43.705" v="73" actId="20577"/>
        <pc:sldMkLst>
          <pc:docMk/>
          <pc:sldMk cId="3135891794" sldId="256"/>
        </pc:sldMkLst>
      </pc:sldChg>
      <pc:sldChg chg="del">
        <pc:chgData name="Heo Seonyeong" userId="2c618708adb57b46" providerId="LiveId" clId="{CC1D2794-90CC-483B-9A58-9865DF89D062}" dt="2023-03-06T08:25:29.027" v="0" actId="47"/>
        <pc:sldMkLst>
          <pc:docMk/>
          <pc:sldMk cId="0" sldId="279"/>
        </pc:sldMkLst>
      </pc:sldChg>
      <pc:sldChg chg="del">
        <pc:chgData name="Heo Seonyeong" userId="2c618708adb57b46" providerId="LiveId" clId="{CC1D2794-90CC-483B-9A58-9865DF89D062}" dt="2023-03-06T08:25:29.027" v="0" actId="47"/>
        <pc:sldMkLst>
          <pc:docMk/>
          <pc:sldMk cId="0" sldId="280"/>
        </pc:sldMkLst>
      </pc:sldChg>
      <pc:sldChg chg="del">
        <pc:chgData name="Heo Seonyeong" userId="2c618708adb57b46" providerId="LiveId" clId="{CC1D2794-90CC-483B-9A58-9865DF89D062}" dt="2023-03-06T08:25:29.027" v="0" actId="47"/>
        <pc:sldMkLst>
          <pc:docMk/>
          <pc:sldMk cId="181842838" sldId="283"/>
        </pc:sldMkLst>
      </pc:sldChg>
      <pc:sldChg chg="del">
        <pc:chgData name="Heo Seonyeong" userId="2c618708adb57b46" providerId="LiveId" clId="{CC1D2794-90CC-483B-9A58-9865DF89D062}" dt="2023-03-06T08:25:29.027" v="0" actId="47"/>
        <pc:sldMkLst>
          <pc:docMk/>
          <pc:sldMk cId="1977295939" sldId="289"/>
        </pc:sldMkLst>
      </pc:sldChg>
      <pc:sldChg chg="new">
        <pc:chgData name="Heo Seonyeong" userId="2c618708adb57b46" providerId="LiveId" clId="{CC1D2794-90CC-483B-9A58-9865DF89D062}" dt="2023-03-06T08:25:47.215" v="74" actId="680"/>
        <pc:sldMkLst>
          <pc:docMk/>
          <pc:sldMk cId="3486960635" sldId="289"/>
        </pc:sldMkLst>
      </pc:sldChg>
      <pc:sldChg chg="del">
        <pc:chgData name="Heo Seonyeong" userId="2c618708adb57b46" providerId="LiveId" clId="{CC1D2794-90CC-483B-9A58-9865DF89D062}" dt="2023-03-06T08:25:29.027" v="0" actId="47"/>
        <pc:sldMkLst>
          <pc:docMk/>
          <pc:sldMk cId="1374554217" sldId="290"/>
        </pc:sldMkLst>
      </pc:sldChg>
      <pc:sldChg chg="del">
        <pc:chgData name="Heo Seonyeong" userId="2c618708adb57b46" providerId="LiveId" clId="{CC1D2794-90CC-483B-9A58-9865DF89D062}" dt="2023-03-06T08:25:29.027" v="0" actId="47"/>
        <pc:sldMkLst>
          <pc:docMk/>
          <pc:sldMk cId="2980037091" sldId="291"/>
        </pc:sldMkLst>
      </pc:sldChg>
      <pc:sldChg chg="del">
        <pc:chgData name="Heo Seonyeong" userId="2c618708adb57b46" providerId="LiveId" clId="{CC1D2794-90CC-483B-9A58-9865DF89D062}" dt="2023-03-06T08:25:29.027" v="0" actId="47"/>
        <pc:sldMkLst>
          <pc:docMk/>
          <pc:sldMk cId="3064477441" sldId="292"/>
        </pc:sldMkLst>
      </pc:sldChg>
      <pc:sldChg chg="del">
        <pc:chgData name="Heo Seonyeong" userId="2c618708adb57b46" providerId="LiveId" clId="{CC1D2794-90CC-483B-9A58-9865DF89D062}" dt="2023-03-06T08:25:29.027" v="0" actId="47"/>
        <pc:sldMkLst>
          <pc:docMk/>
          <pc:sldMk cId="0" sldId="294"/>
        </pc:sldMkLst>
      </pc:sldChg>
      <pc:sldChg chg="del">
        <pc:chgData name="Heo Seonyeong" userId="2c618708adb57b46" providerId="LiveId" clId="{CC1D2794-90CC-483B-9A58-9865DF89D062}" dt="2023-03-06T08:25:29.027" v="0" actId="47"/>
        <pc:sldMkLst>
          <pc:docMk/>
          <pc:sldMk cId="0" sldId="295"/>
        </pc:sldMkLst>
      </pc:sldChg>
      <pc:sldChg chg="del">
        <pc:chgData name="Heo Seonyeong" userId="2c618708adb57b46" providerId="LiveId" clId="{CC1D2794-90CC-483B-9A58-9865DF89D062}" dt="2023-03-06T08:25:29.027" v="0" actId="47"/>
        <pc:sldMkLst>
          <pc:docMk/>
          <pc:sldMk cId="0" sldId="296"/>
        </pc:sldMkLst>
      </pc:sldChg>
      <pc:sldChg chg="del">
        <pc:chgData name="Heo Seonyeong" userId="2c618708adb57b46" providerId="LiveId" clId="{CC1D2794-90CC-483B-9A58-9865DF89D062}" dt="2023-03-06T08:25:29.027" v="0" actId="47"/>
        <pc:sldMkLst>
          <pc:docMk/>
          <pc:sldMk cId="0" sldId="305"/>
        </pc:sldMkLst>
      </pc:sldChg>
      <pc:sldChg chg="del">
        <pc:chgData name="Heo Seonyeong" userId="2c618708adb57b46" providerId="LiveId" clId="{CC1D2794-90CC-483B-9A58-9865DF89D062}" dt="2023-03-06T08:25:29.027" v="0" actId="47"/>
        <pc:sldMkLst>
          <pc:docMk/>
          <pc:sldMk cId="0" sldId="306"/>
        </pc:sldMkLst>
      </pc:sldChg>
      <pc:sldChg chg="del">
        <pc:chgData name="Heo Seonyeong" userId="2c618708adb57b46" providerId="LiveId" clId="{CC1D2794-90CC-483B-9A58-9865DF89D062}" dt="2023-03-06T08:25:29.027" v="0" actId="47"/>
        <pc:sldMkLst>
          <pc:docMk/>
          <pc:sldMk cId="0" sldId="307"/>
        </pc:sldMkLst>
      </pc:sldChg>
      <pc:sldChg chg="del">
        <pc:chgData name="Heo Seonyeong" userId="2c618708adb57b46" providerId="LiveId" clId="{CC1D2794-90CC-483B-9A58-9865DF89D062}" dt="2023-03-06T08:25:29.027" v="0" actId="47"/>
        <pc:sldMkLst>
          <pc:docMk/>
          <pc:sldMk cId="0" sldId="310"/>
        </pc:sldMkLst>
      </pc:sldChg>
      <pc:sldChg chg="del">
        <pc:chgData name="Heo Seonyeong" userId="2c618708adb57b46" providerId="LiveId" clId="{CC1D2794-90CC-483B-9A58-9865DF89D062}" dt="2023-03-06T08:25:29.027" v="0" actId="47"/>
        <pc:sldMkLst>
          <pc:docMk/>
          <pc:sldMk cId="0" sldId="335"/>
        </pc:sldMkLst>
      </pc:sldChg>
      <pc:sldChg chg="del">
        <pc:chgData name="Heo Seonyeong" userId="2c618708adb57b46" providerId="LiveId" clId="{CC1D2794-90CC-483B-9A58-9865DF89D062}" dt="2023-03-06T08:25:29.027" v="0" actId="47"/>
        <pc:sldMkLst>
          <pc:docMk/>
          <pc:sldMk cId="0" sldId="343"/>
        </pc:sldMkLst>
      </pc:sldChg>
      <pc:sldChg chg="del">
        <pc:chgData name="Heo Seonyeong" userId="2c618708adb57b46" providerId="LiveId" clId="{CC1D2794-90CC-483B-9A58-9865DF89D062}" dt="2023-03-06T08:25:29.027" v="0" actId="47"/>
        <pc:sldMkLst>
          <pc:docMk/>
          <pc:sldMk cId="0" sldId="349"/>
        </pc:sldMkLst>
      </pc:sldChg>
      <pc:sldChg chg="del">
        <pc:chgData name="Heo Seonyeong" userId="2c618708adb57b46" providerId="LiveId" clId="{CC1D2794-90CC-483B-9A58-9865DF89D062}" dt="2023-03-06T08:25:29.027" v="0" actId="47"/>
        <pc:sldMkLst>
          <pc:docMk/>
          <pc:sldMk cId="0" sldId="350"/>
        </pc:sldMkLst>
      </pc:sldChg>
      <pc:sldChg chg="del">
        <pc:chgData name="Heo Seonyeong" userId="2c618708adb57b46" providerId="LiveId" clId="{CC1D2794-90CC-483B-9A58-9865DF89D062}" dt="2023-03-06T08:25:29.027" v="0" actId="47"/>
        <pc:sldMkLst>
          <pc:docMk/>
          <pc:sldMk cId="0" sldId="353"/>
        </pc:sldMkLst>
      </pc:sldChg>
      <pc:sldChg chg="del">
        <pc:chgData name="Heo Seonyeong" userId="2c618708adb57b46" providerId="LiveId" clId="{CC1D2794-90CC-483B-9A58-9865DF89D062}" dt="2023-03-06T08:25:29.027" v="0" actId="47"/>
        <pc:sldMkLst>
          <pc:docMk/>
          <pc:sldMk cId="0" sldId="354"/>
        </pc:sldMkLst>
      </pc:sldChg>
      <pc:sldChg chg="del">
        <pc:chgData name="Heo Seonyeong" userId="2c618708adb57b46" providerId="LiveId" clId="{CC1D2794-90CC-483B-9A58-9865DF89D062}" dt="2023-03-06T08:25:29.027" v="0" actId="47"/>
        <pc:sldMkLst>
          <pc:docMk/>
          <pc:sldMk cId="0" sldId="368"/>
        </pc:sldMkLst>
      </pc:sldChg>
      <pc:sldChg chg="del">
        <pc:chgData name="Heo Seonyeong" userId="2c618708adb57b46" providerId="LiveId" clId="{CC1D2794-90CC-483B-9A58-9865DF89D062}" dt="2023-03-06T08:25:29.027" v="0" actId="47"/>
        <pc:sldMkLst>
          <pc:docMk/>
          <pc:sldMk cId="3490677456" sldId="369"/>
        </pc:sldMkLst>
      </pc:sldChg>
      <pc:sldChg chg="del">
        <pc:chgData name="Heo Seonyeong" userId="2c618708adb57b46" providerId="LiveId" clId="{CC1D2794-90CC-483B-9A58-9865DF89D062}" dt="2023-03-06T08:25:29.027" v="0" actId="47"/>
        <pc:sldMkLst>
          <pc:docMk/>
          <pc:sldMk cId="498266139" sldId="372"/>
        </pc:sldMkLst>
      </pc:sldChg>
      <pc:sldChg chg="del">
        <pc:chgData name="Heo Seonyeong" userId="2c618708adb57b46" providerId="LiveId" clId="{CC1D2794-90CC-483B-9A58-9865DF89D062}" dt="2023-03-06T08:25:29.027" v="0" actId="47"/>
        <pc:sldMkLst>
          <pc:docMk/>
          <pc:sldMk cId="377929795" sldId="374"/>
        </pc:sldMkLst>
      </pc:sldChg>
    </pc:docChg>
  </pc:docChgLst>
  <pc:docChgLst>
    <pc:chgData name="Heo Seonyeong" userId="2c618708adb57b46" providerId="LiveId" clId="{59293C1B-0477-4CD0-9A3E-44F3569855EC}"/>
    <pc:docChg chg="undo custSel addSld delSld modSld modMainMaster">
      <pc:chgData name="Heo Seonyeong" userId="2c618708adb57b46" providerId="LiveId" clId="{59293C1B-0477-4CD0-9A3E-44F3569855EC}" dt="2023-02-24T15:54:50.834" v="566" actId="12789"/>
      <pc:docMkLst>
        <pc:docMk/>
      </pc:docMkLst>
      <pc:sldChg chg="addSp delSp modSp mod chgLayout">
        <pc:chgData name="Heo Seonyeong" userId="2c618708adb57b46" providerId="LiveId" clId="{59293C1B-0477-4CD0-9A3E-44F3569855EC}" dt="2023-02-24T15:50:16.230" v="473" actId="20577"/>
        <pc:sldMkLst>
          <pc:docMk/>
          <pc:sldMk cId="3135891794" sldId="256"/>
        </pc:sldMkLst>
      </pc:sldChg>
      <pc:sldChg chg="modSp new del mod">
        <pc:chgData name="Heo Seonyeong" userId="2c618708adb57b46" providerId="LiveId" clId="{59293C1B-0477-4CD0-9A3E-44F3569855EC}" dt="2023-02-24T15:44:04.707" v="219" actId="680"/>
        <pc:sldMkLst>
          <pc:docMk/>
          <pc:sldMk cId="1728081488" sldId="257"/>
        </pc:sldMkLst>
      </pc:sldChg>
      <pc:sldMasterChg chg="addSp delSp modSp mod addSldLayout delSldLayout modSldLayout">
        <pc:chgData name="Heo Seonyeong" userId="2c618708adb57b46" providerId="LiveId" clId="{59293C1B-0477-4CD0-9A3E-44F3569855EC}" dt="2023-02-24T15:54:50.834" v="566" actId="12789"/>
        <pc:sldMasterMkLst>
          <pc:docMk/>
          <pc:sldMasterMk cId="2909255818" sldId="2147483648"/>
        </pc:sldMasterMkLst>
        <pc:sldLayoutChg chg="addSp delSp modSp mod">
          <pc:chgData name="Heo Seonyeong" userId="2c618708adb57b46" providerId="LiveId" clId="{59293C1B-0477-4CD0-9A3E-44F3569855EC}" dt="2023-02-24T15:54:31.950" v="562" actId="12788"/>
          <pc:sldLayoutMkLst>
            <pc:docMk/>
            <pc:sldMasterMk cId="2909255818" sldId="2147483648"/>
            <pc:sldLayoutMk cId="1712558428" sldId="2147483649"/>
          </pc:sldLayoutMkLst>
        </pc:sldLayoutChg>
        <pc:sldLayoutChg chg="addSp modSp mod">
          <pc:chgData name="Heo Seonyeong" userId="2c618708adb57b46" providerId="LiveId" clId="{59293C1B-0477-4CD0-9A3E-44F3569855EC}" dt="2023-02-24T15:40:46.861" v="70" actId="207"/>
          <pc:sldLayoutMkLst>
            <pc:docMk/>
            <pc:sldMasterMk cId="2909255818" sldId="2147483648"/>
            <pc:sldLayoutMk cId="4004331890" sldId="2147483650"/>
          </pc:sldLayoutMkLst>
        </pc:sldLayoutChg>
        <pc:sldLayoutChg chg="addSp modSp mod">
          <pc:chgData name="Heo Seonyeong" userId="2c618708adb57b46" providerId="LiveId" clId="{59293C1B-0477-4CD0-9A3E-44F3569855EC}" dt="2023-02-24T15:41:53.728" v="114" actId="14100"/>
          <pc:sldLayoutMkLst>
            <pc:docMk/>
            <pc:sldMasterMk cId="2909255818" sldId="2147483648"/>
            <pc:sldLayoutMk cId="2034346239" sldId="2147483652"/>
          </pc:sldLayoutMkLst>
        </pc:sldLayoutChg>
        <pc:sldLayoutChg chg="add del">
          <pc:chgData name="Heo Seonyeong" userId="2c618708adb57b46" providerId="LiveId" clId="{59293C1B-0477-4CD0-9A3E-44F3569855EC}" dt="2023-02-24T15:41:22.754" v="78" actId="2696"/>
          <pc:sldLayoutMkLst>
            <pc:docMk/>
            <pc:sldMasterMk cId="2909255818" sldId="2147483648"/>
            <pc:sldLayoutMk cId="212316426" sldId="2147483653"/>
          </pc:sldLayoutMkLst>
        </pc:sldLayoutChg>
        <pc:sldLayoutChg chg="addSp modSp mod">
          <pc:chgData name="Heo Seonyeong" userId="2c618708adb57b46" providerId="LiveId" clId="{59293C1B-0477-4CD0-9A3E-44F3569855EC}" dt="2023-02-24T15:42:19.918" v="118" actId="207"/>
          <pc:sldLayoutMkLst>
            <pc:docMk/>
            <pc:sldMasterMk cId="2909255818" sldId="2147483648"/>
            <pc:sldLayoutMk cId="1205546789" sldId="2147483654"/>
          </pc:sldLayoutMkLst>
        </pc:sldLayoutChg>
        <pc:sldLayoutChg chg="addSp modSp mod">
          <pc:chgData name="Heo Seonyeong" userId="2c618708adb57b46" providerId="LiveId" clId="{59293C1B-0477-4CD0-9A3E-44F3569855EC}" dt="2023-02-24T15:42:32.863" v="121" actId="207"/>
          <pc:sldLayoutMkLst>
            <pc:docMk/>
            <pc:sldMasterMk cId="2909255818" sldId="2147483648"/>
            <pc:sldLayoutMk cId="2381755908" sldId="2147483658"/>
          </pc:sldLayoutMkLst>
        </pc:sldLayoutChg>
        <pc:sldLayoutChg chg="addSp modSp add mod modTransition">
          <pc:chgData name="Heo Seonyeong" userId="2c618708adb57b46" providerId="LiveId" clId="{59293C1B-0477-4CD0-9A3E-44F3569855EC}" dt="2023-02-24T15:41:46.215" v="112" actId="14100"/>
          <pc:sldLayoutMkLst>
            <pc:docMk/>
            <pc:sldMasterMk cId="2909255818" sldId="2147483648"/>
            <pc:sldLayoutMk cId="2029779650" sldId="2147483660"/>
          </pc:sldLayoutMkLst>
        </pc:sldLayoutChg>
      </pc:sldMasterChg>
    </pc:docChg>
  </pc:docChgLst>
  <pc:docChgLst>
    <pc:chgData name="Heo Seonyeong" userId="2c618708adb57b46" providerId="LiveId" clId="{2E85ECE0-4817-465E-8CD4-339C293E33BB}"/>
    <pc:docChg chg="undo custSel delSld modSld">
      <pc:chgData name="Heo Seonyeong" userId="2c618708adb57b46" providerId="LiveId" clId="{2E85ECE0-4817-465E-8CD4-339C293E33BB}" dt="2023-03-06T08:08:43.611" v="7043" actId="113"/>
      <pc:docMkLst>
        <pc:docMk/>
      </pc:docMkLst>
      <pc:sldChg chg="modNotesTx">
        <pc:chgData name="Heo Seonyeong" userId="2c618708adb57b46" providerId="LiveId" clId="{2E85ECE0-4817-465E-8CD4-339C293E33BB}" dt="2023-03-06T07:18:37.356" v="1987" actId="20577"/>
        <pc:sldMkLst>
          <pc:docMk/>
          <pc:sldMk cId="0" sldId="280"/>
        </pc:sldMkLst>
      </pc:sldChg>
      <pc:sldChg chg="modNotesTx">
        <pc:chgData name="Heo Seonyeong" userId="2c618708adb57b46" providerId="LiveId" clId="{2E85ECE0-4817-465E-8CD4-339C293E33BB}" dt="2023-03-06T07:05:58.306" v="57" actId="20577"/>
        <pc:sldMkLst>
          <pc:docMk/>
          <pc:sldMk cId="0" sldId="294"/>
        </pc:sldMkLst>
      </pc:sldChg>
      <pc:sldChg chg="modNotesTx">
        <pc:chgData name="Heo Seonyeong" userId="2c618708adb57b46" providerId="LiveId" clId="{2E85ECE0-4817-465E-8CD4-339C293E33BB}" dt="2023-03-06T07:12:05.663" v="1294" actId="20577"/>
        <pc:sldMkLst>
          <pc:docMk/>
          <pc:sldMk cId="0" sldId="295"/>
        </pc:sldMkLst>
      </pc:sldChg>
      <pc:sldChg chg="modNotesTx">
        <pc:chgData name="Heo Seonyeong" userId="2c618708adb57b46" providerId="LiveId" clId="{2E85ECE0-4817-465E-8CD4-339C293E33BB}" dt="2023-03-06T07:13:42.003" v="1653" actId="20577"/>
        <pc:sldMkLst>
          <pc:docMk/>
          <pc:sldMk cId="0" sldId="296"/>
        </pc:sldMkLst>
      </pc:sldChg>
      <pc:sldChg chg="modSp modNotesTx">
        <pc:chgData name="Heo Seonyeong" userId="2c618708adb57b46" providerId="LiveId" clId="{2E85ECE0-4817-465E-8CD4-339C293E33BB}" dt="2023-03-06T07:59:18.913" v="6360" actId="20577"/>
        <pc:sldMkLst>
          <pc:docMk/>
          <pc:sldMk cId="0" sldId="305"/>
        </pc:sldMkLst>
      </pc:sldChg>
      <pc:sldChg chg="modNotesTx">
        <pc:chgData name="Heo Seonyeong" userId="2c618708adb57b46" providerId="LiveId" clId="{2E85ECE0-4817-465E-8CD4-339C293E33BB}" dt="2023-03-06T07:59:29.447" v="6372" actId="20577"/>
        <pc:sldMkLst>
          <pc:docMk/>
          <pc:sldMk cId="0" sldId="306"/>
        </pc:sldMkLst>
      </pc:sldChg>
      <pc:sldChg chg="modSp modNotesTx">
        <pc:chgData name="Heo Seonyeong" userId="2c618708adb57b46" providerId="LiveId" clId="{2E85ECE0-4817-465E-8CD4-339C293E33BB}" dt="2023-03-06T07:56:30.632" v="5915" actId="20577"/>
        <pc:sldMkLst>
          <pc:docMk/>
          <pc:sldMk cId="0" sldId="307"/>
        </pc:sldMkLst>
      </pc:sldChg>
      <pc:sldChg chg="modSp modNotesTx">
        <pc:chgData name="Heo Seonyeong" userId="2c618708adb57b46" providerId="LiveId" clId="{2E85ECE0-4817-465E-8CD4-339C293E33BB}" dt="2023-03-06T08:00:59.516" v="6773" actId="20577"/>
        <pc:sldMkLst>
          <pc:docMk/>
          <pc:sldMk cId="0" sldId="310"/>
        </pc:sldMkLst>
      </pc:sldChg>
      <pc:sldChg chg="modSp">
        <pc:chgData name="Heo Seonyeong" userId="2c618708adb57b46" providerId="LiveId" clId="{2E85ECE0-4817-465E-8CD4-339C293E33BB}" dt="2023-03-06T08:08:36.488" v="7042" actId="113"/>
        <pc:sldMkLst>
          <pc:docMk/>
          <pc:sldMk cId="0" sldId="343"/>
        </pc:sldMkLst>
      </pc:sldChg>
      <pc:sldChg chg="modSp">
        <pc:chgData name="Heo Seonyeong" userId="2c618708adb57b46" providerId="LiveId" clId="{2E85ECE0-4817-465E-8CD4-339C293E33BB}" dt="2023-03-06T08:08:43.611" v="7043" actId="113"/>
        <pc:sldMkLst>
          <pc:docMk/>
          <pc:sldMk cId="0" sldId="350"/>
        </pc:sldMkLst>
      </pc:sldChg>
      <pc:sldChg chg="modNotesTx">
        <pc:chgData name="Heo Seonyeong" userId="2c618708adb57b46" providerId="LiveId" clId="{2E85ECE0-4817-465E-8CD4-339C293E33BB}" dt="2023-03-06T07:24:04.238" v="2314" actId="20577"/>
        <pc:sldMkLst>
          <pc:docMk/>
          <pc:sldMk cId="0" sldId="353"/>
        </pc:sldMkLst>
      </pc:sldChg>
      <pc:sldChg chg="modNotesTx">
        <pc:chgData name="Heo Seonyeong" userId="2c618708adb57b46" providerId="LiveId" clId="{2E85ECE0-4817-465E-8CD4-339C293E33BB}" dt="2023-03-06T08:02:11.408" v="7040" actId="20577"/>
        <pc:sldMkLst>
          <pc:docMk/>
          <pc:sldMk cId="0" sldId="354"/>
        </pc:sldMkLst>
      </pc:sldChg>
      <pc:sldChg chg="del modNotesTx">
        <pc:chgData name="Heo Seonyeong" userId="2c618708adb57b46" providerId="LiveId" clId="{2E85ECE0-4817-465E-8CD4-339C293E33BB}" dt="2023-03-06T07:05:12.190" v="6" actId="2696"/>
        <pc:sldMkLst>
          <pc:docMk/>
          <pc:sldMk cId="3359326580" sldId="373"/>
        </pc:sldMkLst>
      </pc:sldChg>
    </pc:docChg>
  </pc:docChgLst>
  <pc:docChgLst>
    <pc:chgData name="Seonyeong Heo" userId="2c618708adb57b46" providerId="LiveId" clId="{3E8F324A-00EC-6C4E-8621-BD9619E54346}"/>
    <pc:docChg chg="custSel addSld modSld modMainMaster">
      <pc:chgData name="Seonyeong Heo" userId="2c618708adb57b46" providerId="LiveId" clId="{3E8F324A-00EC-6C4E-8621-BD9619E54346}" dt="2025-12-22T02:36:37.047" v="87" actId="404"/>
      <pc:docMkLst>
        <pc:docMk/>
      </pc:docMkLst>
      <pc:sldChg chg="addSp delSp modSp mod">
        <pc:chgData name="Seonyeong Heo" userId="2c618708adb57b46" providerId="LiveId" clId="{3E8F324A-00EC-6C4E-8621-BD9619E54346}" dt="2025-12-22T02:36:12.756" v="83" actId="478"/>
        <pc:sldMkLst>
          <pc:docMk/>
          <pc:sldMk cId="3135891794" sldId="256"/>
        </pc:sldMkLst>
        <pc:spChg chg="add mod">
          <ac:chgData name="Seonyeong Heo" userId="2c618708adb57b46" providerId="LiveId" clId="{3E8F324A-00EC-6C4E-8621-BD9619E54346}" dt="2025-12-22T02:35:17.153" v="76" actId="767"/>
          <ac:spMkLst>
            <pc:docMk/>
            <pc:sldMk cId="3135891794" sldId="256"/>
            <ac:spMk id="2" creationId="{5783F478-44EE-3929-8CAC-C52E4C8F1838}"/>
          </ac:spMkLst>
        </pc:spChg>
        <pc:spChg chg="mod">
          <ac:chgData name="Seonyeong Heo" userId="2c618708adb57b46" providerId="LiveId" clId="{3E8F324A-00EC-6C4E-8621-BD9619E54346}" dt="2025-12-22T02:33:47.417" v="4" actId="20577"/>
          <ac:spMkLst>
            <pc:docMk/>
            <pc:sldMk cId="3135891794" sldId="256"/>
            <ac:spMk id="3" creationId="{E34FEC1B-11A4-4A79-9FDA-39572F835640}"/>
          </ac:spMkLst>
        </pc:spChg>
        <pc:spChg chg="add del mod">
          <ac:chgData name="Seonyeong Heo" userId="2c618708adb57b46" providerId="LiveId" clId="{3E8F324A-00EC-6C4E-8621-BD9619E54346}" dt="2025-12-22T02:36:12.756" v="83" actId="478"/>
          <ac:spMkLst>
            <pc:docMk/>
            <pc:sldMk cId="3135891794" sldId="256"/>
            <ac:spMk id="4" creationId="{B6A0565D-2D92-6C1A-D88F-594659F52678}"/>
          </ac:spMkLst>
        </pc:spChg>
        <pc:spChg chg="mod">
          <ac:chgData name="Seonyeong Heo" userId="2c618708adb57b46" providerId="LiveId" clId="{3E8F324A-00EC-6C4E-8621-BD9619E54346}" dt="2025-12-22T02:36:01.390" v="81" actId="404"/>
          <ac:spMkLst>
            <pc:docMk/>
            <pc:sldMk cId="3135891794" sldId="256"/>
            <ac:spMk id="7" creationId="{DAC28B4E-CB3A-435F-A6F7-97E9960F0F53}"/>
          </ac:spMkLst>
        </pc:spChg>
      </pc:sldChg>
      <pc:sldChg chg="new">
        <pc:chgData name="Seonyeong Heo" userId="2c618708adb57b46" providerId="LiveId" clId="{3E8F324A-00EC-6C4E-8621-BD9619E54346}" dt="2025-12-22T02:34:10.626" v="71" actId="680"/>
        <pc:sldMkLst>
          <pc:docMk/>
          <pc:sldMk cId="3333011991" sldId="257"/>
        </pc:sldMkLst>
      </pc:sldChg>
      <pc:sldMasterChg chg="modSp mod modSldLayout">
        <pc:chgData name="Seonyeong Heo" userId="2c618708adb57b46" providerId="LiveId" clId="{3E8F324A-00EC-6C4E-8621-BD9619E54346}" dt="2025-12-22T02:36:37.047" v="87" actId="404"/>
        <pc:sldMasterMkLst>
          <pc:docMk/>
          <pc:sldMasterMk cId="2909255818" sldId="2147483648"/>
        </pc:sldMasterMkLst>
        <pc:spChg chg="mod">
          <ac:chgData name="Seonyeong Heo" userId="2c618708adb57b46" providerId="LiveId" clId="{3E8F324A-00EC-6C4E-8621-BD9619E54346}" dt="2025-12-22T02:34:52.451" v="72" actId="2711"/>
          <ac:spMkLst>
            <pc:docMk/>
            <pc:sldMasterMk cId="2909255818" sldId="2147483648"/>
            <ac:spMk id="2" creationId="{CDF68F20-94C3-435C-709E-899173F5385F}"/>
          </ac:spMkLst>
        </pc:spChg>
        <pc:spChg chg="mod">
          <ac:chgData name="Seonyeong Heo" userId="2c618708adb57b46" providerId="LiveId" clId="{3E8F324A-00EC-6C4E-8621-BD9619E54346}" dt="2025-12-22T02:34:58" v="73" actId="2711"/>
          <ac:spMkLst>
            <pc:docMk/>
            <pc:sldMasterMk cId="2909255818" sldId="2147483648"/>
            <ac:spMk id="3" creationId="{F9540100-FC4E-533D-15FF-E0442813BBEA}"/>
          </ac:spMkLst>
        </pc:spChg>
        <pc:spChg chg="mod">
          <ac:chgData name="Seonyeong Heo" userId="2c618708adb57b46" providerId="LiveId" clId="{3E8F324A-00EC-6C4E-8621-BD9619E54346}" dt="2025-12-22T02:35:42.085" v="80" actId="404"/>
          <ac:spMkLst>
            <pc:docMk/>
            <pc:sldMasterMk cId="2909255818" sldId="2147483648"/>
            <ac:spMk id="12" creationId="{CF3D675A-DFCC-55F7-4697-45FC8F6AE159}"/>
          </ac:spMkLst>
        </pc:spChg>
        <pc:spChg chg="mod">
          <ac:chgData name="Seonyeong Heo" userId="2c618708adb57b46" providerId="LiveId" clId="{3E8F324A-00EC-6C4E-8621-BD9619E54346}" dt="2025-12-22T02:35:33.340" v="78" actId="404"/>
          <ac:spMkLst>
            <pc:docMk/>
            <pc:sldMasterMk cId="2909255818" sldId="2147483648"/>
            <ac:spMk id="13" creationId="{6796CF6F-40B4-DB91-6E20-E6D0040B60E5}"/>
          </ac:spMkLst>
        </pc:spChg>
        <pc:sldLayoutChg chg="modSp mod">
          <pc:chgData name="Seonyeong Heo" userId="2c618708adb57b46" providerId="LiveId" clId="{3E8F324A-00EC-6C4E-8621-BD9619E54346}" dt="2025-12-22T02:36:37.047" v="87" actId="404"/>
          <pc:sldLayoutMkLst>
            <pc:docMk/>
            <pc:sldMasterMk cId="2909255818" sldId="2147483648"/>
            <pc:sldLayoutMk cId="1712558428" sldId="2147483649"/>
          </pc:sldLayoutMkLst>
          <pc:spChg chg="mod">
            <ac:chgData name="Seonyeong Heo" userId="2c618708adb57b46" providerId="LiveId" clId="{3E8F324A-00EC-6C4E-8621-BD9619E54346}" dt="2025-12-22T02:36:37.047" v="87" actId="404"/>
            <ac:spMkLst>
              <pc:docMk/>
              <pc:sldMasterMk cId="2909255818" sldId="2147483648"/>
              <pc:sldLayoutMk cId="1712558428" sldId="2147483649"/>
              <ac:spMk id="10" creationId="{2A4FEB64-B714-0598-AEE1-EB9D00CCB0EA}"/>
            </ac:spMkLst>
          </pc:spChg>
          <pc:spChg chg="mod">
            <ac:chgData name="Seonyeong Heo" userId="2c618708adb57b46" providerId="LiveId" clId="{3E8F324A-00EC-6C4E-8621-BD9619E54346}" dt="2025-12-22T02:36:28.656" v="85" actId="2711"/>
            <ac:spMkLst>
              <pc:docMk/>
              <pc:sldMasterMk cId="2909255818" sldId="2147483648"/>
              <pc:sldLayoutMk cId="1712558428" sldId="2147483649"/>
              <ac:spMk id="11" creationId="{75023385-772D-AA5A-6F2D-E42646453E86}"/>
            </ac:spMkLst>
          </pc:spChg>
        </pc:sldLayoutChg>
      </pc:sldMasterChg>
    </pc:docChg>
  </pc:docChgLst>
  <pc:docChgLst>
    <pc:chgData name="Heo Seonyeong" userId="2c618708adb57b46" providerId="LiveId" clId="{1100DB01-E323-42F5-A749-ADA3DB43FB72}"/>
    <pc:docChg chg="undo custSel addSld delSld modSld sldOrd modMainMaster">
      <pc:chgData name="Heo Seonyeong" userId="2c618708adb57b46" providerId="LiveId" clId="{1100DB01-E323-42F5-A749-ADA3DB43FB72}" dt="2023-03-04T13:34:15.685" v="9772" actId="207"/>
      <pc:docMkLst>
        <pc:docMk/>
      </pc:docMkLst>
      <pc:sldChg chg="modSp mod">
        <pc:chgData name="Heo Seonyeong" userId="2c618708adb57b46" providerId="LiveId" clId="{1100DB01-E323-42F5-A749-ADA3DB43FB72}" dt="2023-03-02T04:16:34.851" v="9768" actId="20577"/>
        <pc:sldMkLst>
          <pc:docMk/>
          <pc:sldMk cId="3135891794" sldId="256"/>
        </pc:sldMkLst>
      </pc:sldChg>
      <pc:sldChg chg="addSp modSp new mod">
        <pc:chgData name="Heo Seonyeong" userId="2c618708adb57b46" providerId="LiveId" clId="{1100DB01-E323-42F5-A749-ADA3DB43FB72}" dt="2023-02-25T11:35:12.234" v="1111" actId="20577"/>
        <pc:sldMkLst>
          <pc:docMk/>
          <pc:sldMk cId="875861404" sldId="257"/>
        </pc:sldMkLst>
      </pc:sldChg>
      <pc:sldChg chg="addSp modSp new mod">
        <pc:chgData name="Heo Seonyeong" userId="2c618708adb57b46" providerId="LiveId" clId="{1100DB01-E323-42F5-A749-ADA3DB43FB72}" dt="2023-02-28T02:22:54.764" v="5912" actId="20577"/>
        <pc:sldMkLst>
          <pc:docMk/>
          <pc:sldMk cId="3405359898" sldId="258"/>
        </pc:sldMkLst>
      </pc:sldChg>
      <pc:sldChg chg="delSp modSp add mod">
        <pc:chgData name="Heo Seonyeong" userId="2c618708adb57b46" providerId="LiveId" clId="{1100DB01-E323-42F5-A749-ADA3DB43FB72}" dt="2023-02-28T02:25:52.049" v="5930" actId="20577"/>
        <pc:sldMkLst>
          <pc:docMk/>
          <pc:sldMk cId="2177980980" sldId="259"/>
        </pc:sldMkLst>
      </pc:sldChg>
      <pc:sldChg chg="modSp new mod">
        <pc:chgData name="Heo Seonyeong" userId="2c618708adb57b46" providerId="LiveId" clId="{1100DB01-E323-42F5-A749-ADA3DB43FB72}" dt="2023-02-28T02:26:23.768" v="5969" actId="113"/>
        <pc:sldMkLst>
          <pc:docMk/>
          <pc:sldMk cId="1713869292" sldId="260"/>
        </pc:sldMkLst>
      </pc:sldChg>
      <pc:sldChg chg="addSp delSp modSp new add del mod modAnim">
        <pc:chgData name="Heo Seonyeong" userId="2c618708adb57b46" providerId="LiveId" clId="{1100DB01-E323-42F5-A749-ADA3DB43FB72}" dt="2023-02-28T03:50:20.870" v="9177" actId="207"/>
        <pc:sldMkLst>
          <pc:docMk/>
          <pc:sldMk cId="2928148617" sldId="261"/>
        </pc:sldMkLst>
      </pc:sldChg>
      <pc:sldChg chg="addSp delSp modSp new del mod">
        <pc:chgData name="Heo Seonyeong" userId="2c618708adb57b46" providerId="LiveId" clId="{1100DB01-E323-42F5-A749-ADA3DB43FB72}" dt="2023-02-25T12:04:07.510" v="2202" actId="2696"/>
        <pc:sldMkLst>
          <pc:docMk/>
          <pc:sldMk cId="626221035" sldId="262"/>
        </pc:sldMkLst>
      </pc:sldChg>
      <pc:sldChg chg="delSp add del">
        <pc:chgData name="Heo Seonyeong" userId="2c618708adb57b46" providerId="LiveId" clId="{1100DB01-E323-42F5-A749-ADA3DB43FB72}" dt="2023-02-25T12:02:23.449" v="2148" actId="2696"/>
        <pc:sldMkLst>
          <pc:docMk/>
          <pc:sldMk cId="4082791859" sldId="263"/>
        </pc:sldMkLst>
      </pc:sldChg>
      <pc:sldChg chg="addSp modSp new mod">
        <pc:chgData name="Heo Seonyeong" userId="2c618708adb57b46" providerId="LiveId" clId="{1100DB01-E323-42F5-A749-ADA3DB43FB72}" dt="2023-02-28T03:52:18.026" v="9277" actId="207"/>
        <pc:sldMkLst>
          <pc:docMk/>
          <pc:sldMk cId="4002750832" sldId="264"/>
        </pc:sldMkLst>
      </pc:sldChg>
      <pc:sldChg chg="addSp delSp modSp add del mod">
        <pc:chgData name="Heo Seonyeong" userId="2c618708adb57b46" providerId="LiveId" clId="{1100DB01-E323-42F5-A749-ADA3DB43FB72}" dt="2023-02-25T12:59:20.777" v="3496" actId="2696"/>
        <pc:sldMkLst>
          <pc:docMk/>
          <pc:sldMk cId="2309659060" sldId="265"/>
        </pc:sldMkLst>
      </pc:sldChg>
      <pc:sldChg chg="addSp delSp modSp new mod">
        <pc:chgData name="Heo Seonyeong" userId="2c618708adb57b46" providerId="LiveId" clId="{1100DB01-E323-42F5-A749-ADA3DB43FB72}" dt="2023-02-25T13:12:37.564" v="3841" actId="208"/>
        <pc:sldMkLst>
          <pc:docMk/>
          <pc:sldMk cId="312226572" sldId="266"/>
        </pc:sldMkLst>
      </pc:sldChg>
      <pc:sldChg chg="addSp modSp new mod ord">
        <pc:chgData name="Heo Seonyeong" userId="2c618708adb57b46" providerId="LiveId" clId="{1100DB01-E323-42F5-A749-ADA3DB43FB72}" dt="2023-02-25T12:58:21.397" v="3464"/>
        <pc:sldMkLst>
          <pc:docMk/>
          <pc:sldMk cId="4260350603" sldId="267"/>
        </pc:sldMkLst>
      </pc:sldChg>
      <pc:sldChg chg="delSp modSp add del mod">
        <pc:chgData name="Heo Seonyeong" userId="2c618708adb57b46" providerId="LiveId" clId="{1100DB01-E323-42F5-A749-ADA3DB43FB72}" dt="2023-02-25T13:01:12.530" v="3522" actId="2696"/>
        <pc:sldMkLst>
          <pc:docMk/>
          <pc:sldMk cId="3673111866" sldId="268"/>
        </pc:sldMkLst>
      </pc:sldChg>
      <pc:sldChg chg="delSp modSp add del mod">
        <pc:chgData name="Heo Seonyeong" userId="2c618708adb57b46" providerId="LiveId" clId="{1100DB01-E323-42F5-A749-ADA3DB43FB72}" dt="2023-02-27T06:12:43.700" v="4919" actId="2696"/>
        <pc:sldMkLst>
          <pc:docMk/>
          <pc:sldMk cId="704410152" sldId="269"/>
        </pc:sldMkLst>
      </pc:sldChg>
      <pc:sldChg chg="modSp new del mod">
        <pc:chgData name="Heo Seonyeong" userId="2c618708adb57b46" providerId="LiveId" clId="{1100DB01-E323-42F5-A749-ADA3DB43FB72}" dt="2023-02-27T04:42:25.636" v="4006" actId="2696"/>
        <pc:sldMkLst>
          <pc:docMk/>
          <pc:sldMk cId="352983242" sldId="270"/>
        </pc:sldMkLst>
      </pc:sldChg>
      <pc:sldChg chg="modSp new del mod">
        <pc:chgData name="Heo Seonyeong" userId="2c618708adb57b46" providerId="LiveId" clId="{1100DB01-E323-42F5-A749-ADA3DB43FB72}" dt="2023-02-27T04:42:38.358" v="4010" actId="47"/>
        <pc:sldMkLst>
          <pc:docMk/>
          <pc:sldMk cId="2780346731" sldId="270"/>
        </pc:sldMkLst>
      </pc:sldChg>
      <pc:sldChg chg="add del">
        <pc:chgData name="Heo Seonyeong" userId="2c618708adb57b46" providerId="LiveId" clId="{1100DB01-E323-42F5-A749-ADA3DB43FB72}" dt="2023-02-25T13:01:28.719" v="3525" actId="2696"/>
        <pc:sldMkLst>
          <pc:docMk/>
          <pc:sldMk cId="3279981740" sldId="270"/>
        </pc:sldMkLst>
      </pc:sldChg>
      <pc:sldChg chg="modSp new del mod">
        <pc:chgData name="Heo Seonyeong" userId="2c618708adb57b46" providerId="LiveId" clId="{1100DB01-E323-42F5-A749-ADA3DB43FB72}" dt="2023-02-25T13:09:54.289" v="3837" actId="2696"/>
        <pc:sldMkLst>
          <pc:docMk/>
          <pc:sldMk cId="663409143" sldId="271"/>
        </pc:sldMkLst>
      </pc:sldChg>
      <pc:sldChg chg="delSp add del mod">
        <pc:chgData name="Heo Seonyeong" userId="2c618708adb57b46" providerId="LiveId" clId="{1100DB01-E323-42F5-A749-ADA3DB43FB72}" dt="2023-02-27T04:48:55.867" v="4334" actId="2696"/>
        <pc:sldMkLst>
          <pc:docMk/>
          <pc:sldMk cId="2210418621" sldId="271"/>
        </pc:sldMkLst>
      </pc:sldChg>
      <pc:sldChg chg="delSp add del mod">
        <pc:chgData name="Heo Seonyeong" userId="2c618708adb57b46" providerId="LiveId" clId="{1100DB01-E323-42F5-A749-ADA3DB43FB72}" dt="2023-02-27T04:48:55.867" v="4334" actId="2696"/>
        <pc:sldMkLst>
          <pc:docMk/>
          <pc:sldMk cId="3325346950" sldId="272"/>
        </pc:sldMkLst>
      </pc:sldChg>
      <pc:sldChg chg="addSp modSp add del mod">
        <pc:chgData name="Heo Seonyeong" userId="2c618708adb57b46" providerId="LiveId" clId="{1100DB01-E323-42F5-A749-ADA3DB43FB72}" dt="2023-02-27T06:27:53.951" v="5110" actId="47"/>
        <pc:sldMkLst>
          <pc:docMk/>
          <pc:sldMk cId="258938929" sldId="273"/>
        </pc:sldMkLst>
      </pc:sldChg>
      <pc:sldChg chg="addSp delSp modSp add del mod">
        <pc:chgData name="Heo Seonyeong" userId="2c618708adb57b46" providerId="LiveId" clId="{1100DB01-E323-42F5-A749-ADA3DB43FB72}" dt="2023-02-27T06:06:09.062" v="4515" actId="2696"/>
        <pc:sldMkLst>
          <pc:docMk/>
          <pc:sldMk cId="33651763" sldId="274"/>
        </pc:sldMkLst>
      </pc:sldChg>
      <pc:sldChg chg="addSp delSp modSp add del mod">
        <pc:chgData name="Heo Seonyeong" userId="2c618708adb57b46" providerId="LiveId" clId="{1100DB01-E323-42F5-A749-ADA3DB43FB72}" dt="2023-02-27T04:50:16.620" v="4340" actId="2696"/>
        <pc:sldMkLst>
          <pc:docMk/>
          <pc:sldMk cId="446025059" sldId="274"/>
        </pc:sldMkLst>
      </pc:sldChg>
      <pc:sldChg chg="addSp delSp modSp add mod ord modAnim">
        <pc:chgData name="Heo Seonyeong" userId="2c618708adb57b46" providerId="LiveId" clId="{1100DB01-E323-42F5-A749-ADA3DB43FB72}" dt="2023-02-28T03:50:47.768" v="9193" actId="207"/>
        <pc:sldMkLst>
          <pc:docMk/>
          <pc:sldMk cId="3757630266" sldId="275"/>
        </pc:sldMkLst>
      </pc:sldChg>
      <pc:sldChg chg="delSp modSp add del mod">
        <pc:chgData name="Heo Seonyeong" userId="2c618708adb57b46" providerId="LiveId" clId="{1100DB01-E323-42F5-A749-ADA3DB43FB72}" dt="2023-02-27T04:52:11.180" v="4414" actId="47"/>
        <pc:sldMkLst>
          <pc:docMk/>
          <pc:sldMk cId="3773114551" sldId="275"/>
        </pc:sldMkLst>
      </pc:sldChg>
      <pc:sldChg chg="addSp delSp modSp add mod modAnim">
        <pc:chgData name="Heo Seonyeong" userId="2c618708adb57b46" providerId="LiveId" clId="{1100DB01-E323-42F5-A749-ADA3DB43FB72}" dt="2023-02-28T03:50:55.829" v="9194" actId="207"/>
        <pc:sldMkLst>
          <pc:docMk/>
          <pc:sldMk cId="684204372" sldId="276"/>
        </pc:sldMkLst>
      </pc:sldChg>
      <pc:sldChg chg="addSp delSp modSp add mod modAnim">
        <pc:chgData name="Heo Seonyeong" userId="2c618708adb57b46" providerId="LiveId" clId="{1100DB01-E323-42F5-A749-ADA3DB43FB72}" dt="2023-02-28T03:51:00.598" v="9195" actId="207"/>
        <pc:sldMkLst>
          <pc:docMk/>
          <pc:sldMk cId="2400251955" sldId="277"/>
        </pc:sldMkLst>
      </pc:sldChg>
      <pc:sldChg chg="addSp delSp modSp new mod">
        <pc:chgData name="Heo Seonyeong" userId="2c618708adb57b46" providerId="LiveId" clId="{1100DB01-E323-42F5-A749-ADA3DB43FB72}" dt="2023-02-28T04:02:52.699" v="9746" actId="12788"/>
        <pc:sldMkLst>
          <pc:docMk/>
          <pc:sldMk cId="109552099" sldId="278"/>
        </pc:sldMkLst>
      </pc:sldChg>
      <pc:sldChg chg="addSp delSp modSp add mod ord">
        <pc:chgData name="Heo Seonyeong" userId="2c618708adb57b46" providerId="LiveId" clId="{1100DB01-E323-42F5-A749-ADA3DB43FB72}" dt="2023-02-28T03:40:58.139" v="8725" actId="20577"/>
        <pc:sldMkLst>
          <pc:docMk/>
          <pc:sldMk cId="1916995371" sldId="279"/>
        </pc:sldMkLst>
      </pc:sldChg>
      <pc:sldChg chg="addSp delSp modSp new mod ord">
        <pc:chgData name="Heo Seonyeong" userId="2c618708adb57b46" providerId="LiveId" clId="{1100DB01-E323-42F5-A749-ADA3DB43FB72}" dt="2023-02-28T03:43:31.083" v="8841" actId="1076"/>
        <pc:sldMkLst>
          <pc:docMk/>
          <pc:sldMk cId="3774172036" sldId="280"/>
        </pc:sldMkLst>
      </pc:sldChg>
      <pc:sldChg chg="modSp add del mod ord">
        <pc:chgData name="Heo Seonyeong" userId="2c618708adb57b46" providerId="LiveId" clId="{1100DB01-E323-42F5-A749-ADA3DB43FB72}" dt="2023-02-27T06:20:04.692" v="4956" actId="2696"/>
        <pc:sldMkLst>
          <pc:docMk/>
          <pc:sldMk cId="72253522" sldId="281"/>
        </pc:sldMkLst>
      </pc:sldChg>
      <pc:sldChg chg="delSp modSp add del mod ord">
        <pc:chgData name="Heo Seonyeong" userId="2c618708adb57b46" providerId="LiveId" clId="{1100DB01-E323-42F5-A749-ADA3DB43FB72}" dt="2023-02-28T02:43:20.943" v="7249" actId="47"/>
        <pc:sldMkLst>
          <pc:docMk/>
          <pc:sldMk cId="1369937097" sldId="281"/>
        </pc:sldMkLst>
      </pc:sldChg>
      <pc:sldChg chg="addSp delSp modSp add del mod">
        <pc:chgData name="Heo Seonyeong" userId="2c618708adb57b46" providerId="LiveId" clId="{1100DB01-E323-42F5-A749-ADA3DB43FB72}" dt="2023-02-27T06:32:37.501" v="5187" actId="2696"/>
        <pc:sldMkLst>
          <pc:docMk/>
          <pc:sldMk cId="1836963686" sldId="282"/>
        </pc:sldMkLst>
      </pc:sldChg>
      <pc:sldChg chg="addSp delSp modSp add del mod ord delAnim modAnim">
        <pc:chgData name="Heo Seonyeong" userId="2c618708adb57b46" providerId="LiveId" clId="{1100DB01-E323-42F5-A749-ADA3DB43FB72}" dt="2023-03-04T13:34:15.685" v="9772" actId="207"/>
        <pc:sldMkLst>
          <pc:docMk/>
          <pc:sldMk cId="181842838" sldId="283"/>
        </pc:sldMkLst>
      </pc:sldChg>
      <pc:sldChg chg="addSp modSp add del mod">
        <pc:chgData name="Heo Seonyeong" userId="2c618708adb57b46" providerId="LiveId" clId="{1100DB01-E323-42F5-A749-ADA3DB43FB72}" dt="2023-02-27T06:28:39.202" v="5120" actId="2696"/>
        <pc:sldMkLst>
          <pc:docMk/>
          <pc:sldMk cId="2818896913" sldId="283"/>
        </pc:sldMkLst>
      </pc:sldChg>
      <pc:sldChg chg="addSp modSp add mod ord">
        <pc:chgData name="Heo Seonyeong" userId="2c618708adb57b46" providerId="LiveId" clId="{1100DB01-E323-42F5-A749-ADA3DB43FB72}" dt="2023-02-28T03:41:03.844" v="8728" actId="20577"/>
        <pc:sldMkLst>
          <pc:docMk/>
          <pc:sldMk cId="1179672820" sldId="284"/>
        </pc:sldMkLst>
      </pc:sldChg>
      <pc:sldChg chg="add del modAnim">
        <pc:chgData name="Heo Seonyeong" userId="2c618708adb57b46" providerId="LiveId" clId="{1100DB01-E323-42F5-A749-ADA3DB43FB72}" dt="2023-02-27T06:32:15.777" v="5173" actId="2890"/>
        <pc:sldMkLst>
          <pc:docMk/>
          <pc:sldMk cId="3955670341" sldId="284"/>
        </pc:sldMkLst>
      </pc:sldChg>
      <pc:sldChg chg="modSp new mod">
        <pc:chgData name="Heo Seonyeong" userId="2c618708adb57b46" providerId="LiveId" clId="{1100DB01-E323-42F5-A749-ADA3DB43FB72}" dt="2023-02-28T02:41:41.440" v="7108" actId="20577"/>
        <pc:sldMkLst>
          <pc:docMk/>
          <pc:sldMk cId="3816358824" sldId="285"/>
        </pc:sldMkLst>
      </pc:sldChg>
      <pc:sldChg chg="modSp add mod ord">
        <pc:chgData name="Heo Seonyeong" userId="2c618708adb57b46" providerId="LiveId" clId="{1100DB01-E323-42F5-A749-ADA3DB43FB72}" dt="2023-02-28T02:37:54.262" v="6688"/>
        <pc:sldMkLst>
          <pc:docMk/>
          <pc:sldMk cId="245544693" sldId="286"/>
        </pc:sldMkLst>
      </pc:sldChg>
      <pc:sldChg chg="modSp new mod">
        <pc:chgData name="Heo Seonyeong" userId="2c618708adb57b46" providerId="LiveId" clId="{1100DB01-E323-42F5-A749-ADA3DB43FB72}" dt="2023-02-28T03:57:40.850" v="9614" actId="20577"/>
        <pc:sldMkLst>
          <pc:docMk/>
          <pc:sldMk cId="287984894" sldId="287"/>
        </pc:sldMkLst>
      </pc:sldChg>
      <pc:sldChg chg="addSp delSp modSp new mod modClrScheme chgLayout">
        <pc:chgData name="Heo Seonyeong" userId="2c618708adb57b46" providerId="LiveId" clId="{1100DB01-E323-42F5-A749-ADA3DB43FB72}" dt="2023-02-28T02:43:00.718" v="7248" actId="20577"/>
        <pc:sldMkLst>
          <pc:docMk/>
          <pc:sldMk cId="3074050129" sldId="288"/>
        </pc:sldMkLst>
      </pc:sldChg>
      <pc:sldChg chg="addSp modSp new mod">
        <pc:chgData name="Heo Seonyeong" userId="2c618708adb57b46" providerId="LiveId" clId="{1100DB01-E323-42F5-A749-ADA3DB43FB72}" dt="2023-02-28T04:00:41.010" v="9730" actId="1076"/>
        <pc:sldMkLst>
          <pc:docMk/>
          <pc:sldMk cId="2603587738" sldId="289"/>
        </pc:sldMkLst>
      </pc:sldChg>
      <pc:sldChg chg="delSp modSp add del mod ord">
        <pc:chgData name="Heo Seonyeong" userId="2c618708adb57b46" providerId="LiveId" clId="{1100DB01-E323-42F5-A749-ADA3DB43FB72}" dt="2023-02-28T02:45:31.814" v="7323" actId="47"/>
        <pc:sldMkLst>
          <pc:docMk/>
          <pc:sldMk cId="1561122193" sldId="290"/>
        </pc:sldMkLst>
      </pc:sldChg>
      <pc:sldChg chg="addSp modSp new mod">
        <pc:chgData name="Heo Seonyeong" userId="2c618708adb57b46" providerId="LiveId" clId="{1100DB01-E323-42F5-A749-ADA3DB43FB72}" dt="2023-02-28T03:41:49.458" v="8762" actId="1076"/>
        <pc:sldMkLst>
          <pc:docMk/>
          <pc:sldMk cId="2809595642" sldId="290"/>
        </pc:sldMkLst>
      </pc:sldChg>
      <pc:sldChg chg="addSp modSp add mod ord">
        <pc:chgData name="Heo Seonyeong" userId="2c618708adb57b46" providerId="LiveId" clId="{1100DB01-E323-42F5-A749-ADA3DB43FB72}" dt="2023-02-28T03:03:42.700" v="7787" actId="1076"/>
        <pc:sldMkLst>
          <pc:docMk/>
          <pc:sldMk cId="633691356" sldId="291"/>
        </pc:sldMkLst>
      </pc:sldChg>
      <pc:sldChg chg="modSp new mod ord">
        <pc:chgData name="Heo Seonyeong" userId="2c618708adb57b46" providerId="LiveId" clId="{1100DB01-E323-42F5-A749-ADA3DB43FB72}" dt="2023-02-28T03:58:47.207" v="9726" actId="20577"/>
        <pc:sldMkLst>
          <pc:docMk/>
          <pc:sldMk cId="1716695964" sldId="292"/>
        </pc:sldMkLst>
      </pc:sldChg>
      <pc:sldChg chg="modSp add del mod">
        <pc:chgData name="Heo Seonyeong" userId="2c618708adb57b46" providerId="LiveId" clId="{1100DB01-E323-42F5-A749-ADA3DB43FB72}" dt="2023-02-28T03:17:18.500" v="8247"/>
        <pc:sldMkLst>
          <pc:docMk/>
          <pc:sldMk cId="0" sldId="424"/>
        </pc:sldMkLst>
      </pc:sldChg>
      <pc:sldMasterChg chg="addSp delSp modSp mod modSldLayout">
        <pc:chgData name="Heo Seonyeong" userId="2c618708adb57b46" providerId="LiveId" clId="{1100DB01-E323-42F5-A749-ADA3DB43FB72}" dt="2023-03-01T11:37:20.342" v="9760"/>
        <pc:sldMasterMkLst>
          <pc:docMk/>
          <pc:sldMasterMk cId="2909255818" sldId="2147483648"/>
        </pc:sldMasterMkLst>
        <pc:sldLayoutChg chg="addSp delSp modSp mod">
          <pc:chgData name="Heo Seonyeong" userId="2c618708adb57b46" providerId="LiveId" clId="{1100DB01-E323-42F5-A749-ADA3DB43FB72}" dt="2023-03-01T11:37:20.342" v="9760"/>
          <pc:sldLayoutMkLst>
            <pc:docMk/>
            <pc:sldMasterMk cId="2909255818" sldId="2147483648"/>
            <pc:sldLayoutMk cId="1712558428" sldId="2147483649"/>
          </pc:sldLayoutMkLst>
        </pc:sldLayoutChg>
        <pc:sldLayoutChg chg="delSp mod">
          <pc:chgData name="Heo Seonyeong" userId="2c618708adb57b46" providerId="LiveId" clId="{1100DB01-E323-42F5-A749-ADA3DB43FB72}" dt="2023-02-24T15:57:19.787" v="1" actId="478"/>
          <pc:sldLayoutMkLst>
            <pc:docMk/>
            <pc:sldMasterMk cId="2909255818" sldId="2147483648"/>
            <pc:sldLayoutMk cId="4004331890" sldId="2147483650"/>
          </pc:sldLayoutMkLst>
        </pc:sldLayoutChg>
        <pc:sldLayoutChg chg="delSp mod">
          <pc:chgData name="Heo Seonyeong" userId="2c618708adb57b46" providerId="LiveId" clId="{1100DB01-E323-42F5-A749-ADA3DB43FB72}" dt="2023-02-24T15:57:21.899" v="3" actId="478"/>
          <pc:sldLayoutMkLst>
            <pc:docMk/>
            <pc:sldMasterMk cId="2909255818" sldId="2147483648"/>
            <pc:sldLayoutMk cId="3006098217" sldId="2147483651"/>
          </pc:sldLayoutMkLst>
        </pc:sldLayoutChg>
        <pc:sldLayoutChg chg="delSp mod">
          <pc:chgData name="Heo Seonyeong" userId="2c618708adb57b46" providerId="LiveId" clId="{1100DB01-E323-42F5-A749-ADA3DB43FB72}" dt="2023-02-24T15:57:24.358" v="5" actId="478"/>
          <pc:sldLayoutMkLst>
            <pc:docMk/>
            <pc:sldMasterMk cId="2909255818" sldId="2147483648"/>
            <pc:sldLayoutMk cId="2034346239" sldId="2147483652"/>
          </pc:sldLayoutMkLst>
        </pc:sldLayoutChg>
        <pc:sldLayoutChg chg="delSp mod">
          <pc:chgData name="Heo Seonyeong" userId="2c618708adb57b46" providerId="LiveId" clId="{1100DB01-E323-42F5-A749-ADA3DB43FB72}" dt="2023-02-24T15:57:32.290" v="9" actId="478"/>
          <pc:sldLayoutMkLst>
            <pc:docMk/>
            <pc:sldMasterMk cId="2909255818" sldId="2147483648"/>
            <pc:sldLayoutMk cId="1205546789" sldId="2147483654"/>
          </pc:sldLayoutMkLst>
        </pc:sldLayoutChg>
        <pc:sldLayoutChg chg="delSp mod">
          <pc:chgData name="Heo Seonyeong" userId="2c618708adb57b46" providerId="LiveId" clId="{1100DB01-E323-42F5-A749-ADA3DB43FB72}" dt="2023-02-24T15:57:36.401" v="11" actId="478"/>
          <pc:sldLayoutMkLst>
            <pc:docMk/>
            <pc:sldMasterMk cId="2909255818" sldId="2147483648"/>
            <pc:sldLayoutMk cId="3789508794" sldId="2147483655"/>
          </pc:sldLayoutMkLst>
        </pc:sldLayoutChg>
        <pc:sldLayoutChg chg="delSp mod">
          <pc:chgData name="Heo Seonyeong" userId="2c618708adb57b46" providerId="LiveId" clId="{1100DB01-E323-42F5-A749-ADA3DB43FB72}" dt="2023-02-24T15:57:39.077" v="13" actId="478"/>
          <pc:sldLayoutMkLst>
            <pc:docMk/>
            <pc:sldMasterMk cId="2909255818" sldId="2147483648"/>
            <pc:sldLayoutMk cId="402709767" sldId="2147483656"/>
          </pc:sldLayoutMkLst>
        </pc:sldLayoutChg>
        <pc:sldLayoutChg chg="delSp mod">
          <pc:chgData name="Heo Seonyeong" userId="2c618708adb57b46" providerId="LiveId" clId="{1100DB01-E323-42F5-A749-ADA3DB43FB72}" dt="2023-02-24T15:57:42.367" v="15" actId="478"/>
          <pc:sldLayoutMkLst>
            <pc:docMk/>
            <pc:sldMasterMk cId="2909255818" sldId="2147483648"/>
            <pc:sldLayoutMk cId="4281962884" sldId="2147483657"/>
          </pc:sldLayoutMkLst>
        </pc:sldLayoutChg>
        <pc:sldLayoutChg chg="delSp mod">
          <pc:chgData name="Heo Seonyeong" userId="2c618708adb57b46" providerId="LiveId" clId="{1100DB01-E323-42F5-A749-ADA3DB43FB72}" dt="2023-02-24T15:57:44.590" v="17" actId="478"/>
          <pc:sldLayoutMkLst>
            <pc:docMk/>
            <pc:sldMasterMk cId="2909255818" sldId="2147483648"/>
            <pc:sldLayoutMk cId="2381755908" sldId="2147483658"/>
          </pc:sldLayoutMkLst>
        </pc:sldLayoutChg>
        <pc:sldLayoutChg chg="delSp mod">
          <pc:chgData name="Heo Seonyeong" userId="2c618708adb57b46" providerId="LiveId" clId="{1100DB01-E323-42F5-A749-ADA3DB43FB72}" dt="2023-02-24T15:57:26.895" v="7" actId="478"/>
          <pc:sldLayoutMkLst>
            <pc:docMk/>
            <pc:sldMasterMk cId="2909255818" sldId="2147483648"/>
            <pc:sldLayoutMk cId="2029779650" sldId="2147483660"/>
          </pc:sldLayoutMkLst>
        </pc:sldLayoutChg>
      </pc:sldMasterChg>
    </pc:docChg>
  </pc:docChgLst>
  <pc:docChgLst>
    <pc:chgData name="Heo Seonyeong" userId="2c618708adb57b46" providerId="LiveId" clId="{24BB731D-E48C-49D8-B18B-B4865188F256}"/>
    <pc:docChg chg="undo custSel addSld delSld modSld sldOrd">
      <pc:chgData name="Heo Seonyeong" userId="2c618708adb57b46" providerId="LiveId" clId="{24BB731D-E48C-49D8-B18B-B4865188F256}" dt="2023-03-06T00:49:33.204" v="15766" actId="20577"/>
      <pc:docMkLst>
        <pc:docMk/>
      </pc:docMkLst>
      <pc:sldChg chg="modSp mod">
        <pc:chgData name="Heo Seonyeong" userId="2c618708adb57b46" providerId="LiveId" clId="{24BB731D-E48C-49D8-B18B-B4865188F256}" dt="2023-03-04T13:36:59.052" v="50" actId="20577"/>
        <pc:sldMkLst>
          <pc:docMk/>
          <pc:sldMk cId="3135891794" sldId="256"/>
        </pc:sldMkLst>
      </pc:sldChg>
      <pc:sldChg chg="del">
        <pc:chgData name="Heo Seonyeong" userId="2c618708adb57b46" providerId="LiveId" clId="{24BB731D-E48C-49D8-B18B-B4865188F256}" dt="2023-03-04T13:35:53.704" v="0" actId="47"/>
        <pc:sldMkLst>
          <pc:docMk/>
          <pc:sldMk cId="875861404" sldId="257"/>
        </pc:sldMkLst>
      </pc:sldChg>
      <pc:sldChg chg="del">
        <pc:chgData name="Heo Seonyeong" userId="2c618708adb57b46" providerId="LiveId" clId="{24BB731D-E48C-49D8-B18B-B4865188F256}" dt="2023-03-04T13:35:53.704" v="0" actId="47"/>
        <pc:sldMkLst>
          <pc:docMk/>
          <pc:sldMk cId="3405359898" sldId="258"/>
        </pc:sldMkLst>
      </pc:sldChg>
      <pc:sldChg chg="del">
        <pc:chgData name="Heo Seonyeong" userId="2c618708adb57b46" providerId="LiveId" clId="{24BB731D-E48C-49D8-B18B-B4865188F256}" dt="2023-03-04T13:35:53.704" v="0" actId="47"/>
        <pc:sldMkLst>
          <pc:docMk/>
          <pc:sldMk cId="2177980980" sldId="259"/>
        </pc:sldMkLst>
      </pc:sldChg>
      <pc:sldChg chg="del">
        <pc:chgData name="Heo Seonyeong" userId="2c618708adb57b46" providerId="LiveId" clId="{24BB731D-E48C-49D8-B18B-B4865188F256}" dt="2023-03-04T13:35:53.704" v="0" actId="47"/>
        <pc:sldMkLst>
          <pc:docMk/>
          <pc:sldMk cId="1713869292" sldId="260"/>
        </pc:sldMkLst>
      </pc:sldChg>
      <pc:sldChg chg="del">
        <pc:chgData name="Heo Seonyeong" userId="2c618708adb57b46" providerId="LiveId" clId="{24BB731D-E48C-49D8-B18B-B4865188F256}" dt="2023-03-04T13:35:53.704" v="0" actId="47"/>
        <pc:sldMkLst>
          <pc:docMk/>
          <pc:sldMk cId="2928148617" sldId="261"/>
        </pc:sldMkLst>
      </pc:sldChg>
      <pc:sldChg chg="del">
        <pc:chgData name="Heo Seonyeong" userId="2c618708adb57b46" providerId="LiveId" clId="{24BB731D-E48C-49D8-B18B-B4865188F256}" dt="2023-03-04T13:35:53.704" v="0" actId="47"/>
        <pc:sldMkLst>
          <pc:docMk/>
          <pc:sldMk cId="4002750832" sldId="264"/>
        </pc:sldMkLst>
      </pc:sldChg>
      <pc:sldChg chg="del">
        <pc:chgData name="Heo Seonyeong" userId="2c618708adb57b46" providerId="LiveId" clId="{24BB731D-E48C-49D8-B18B-B4865188F256}" dt="2023-03-04T13:35:53.704" v="0" actId="47"/>
        <pc:sldMkLst>
          <pc:docMk/>
          <pc:sldMk cId="312226572" sldId="266"/>
        </pc:sldMkLst>
      </pc:sldChg>
      <pc:sldChg chg="del">
        <pc:chgData name="Heo Seonyeong" userId="2c618708adb57b46" providerId="LiveId" clId="{24BB731D-E48C-49D8-B18B-B4865188F256}" dt="2023-03-04T13:35:53.704" v="0" actId="47"/>
        <pc:sldMkLst>
          <pc:docMk/>
          <pc:sldMk cId="4260350603" sldId="267"/>
        </pc:sldMkLst>
      </pc:sldChg>
      <pc:sldChg chg="del">
        <pc:chgData name="Heo Seonyeong" userId="2c618708adb57b46" providerId="LiveId" clId="{24BB731D-E48C-49D8-B18B-B4865188F256}" dt="2023-03-04T13:35:53.704" v="0" actId="47"/>
        <pc:sldMkLst>
          <pc:docMk/>
          <pc:sldMk cId="3757630266" sldId="275"/>
        </pc:sldMkLst>
      </pc:sldChg>
      <pc:sldChg chg="del">
        <pc:chgData name="Heo Seonyeong" userId="2c618708adb57b46" providerId="LiveId" clId="{24BB731D-E48C-49D8-B18B-B4865188F256}" dt="2023-03-04T13:35:53.704" v="0" actId="47"/>
        <pc:sldMkLst>
          <pc:docMk/>
          <pc:sldMk cId="684204372" sldId="276"/>
        </pc:sldMkLst>
      </pc:sldChg>
      <pc:sldChg chg="del">
        <pc:chgData name="Heo Seonyeong" userId="2c618708adb57b46" providerId="LiveId" clId="{24BB731D-E48C-49D8-B18B-B4865188F256}" dt="2023-03-04T13:35:53.704" v="0" actId="47"/>
        <pc:sldMkLst>
          <pc:docMk/>
          <pc:sldMk cId="2400251955" sldId="277"/>
        </pc:sldMkLst>
      </pc:sldChg>
      <pc:sldChg chg="del">
        <pc:chgData name="Heo Seonyeong" userId="2c618708adb57b46" providerId="LiveId" clId="{24BB731D-E48C-49D8-B18B-B4865188F256}" dt="2023-03-04T13:35:53.704" v="0" actId="47"/>
        <pc:sldMkLst>
          <pc:docMk/>
          <pc:sldMk cId="109552099" sldId="278"/>
        </pc:sldMkLst>
      </pc:sldChg>
      <pc:sldChg chg="addSp delSp modSp add mod chgLayout modNotesTx">
        <pc:chgData name="Heo Seonyeong" userId="2c618708adb57b46" providerId="LiveId" clId="{24BB731D-E48C-49D8-B18B-B4865188F256}" dt="2023-03-06T00:27:15.206" v="13411" actId="20577"/>
        <pc:sldMkLst>
          <pc:docMk/>
          <pc:sldMk cId="0" sldId="279"/>
        </pc:sldMkLst>
      </pc:sldChg>
      <pc:sldChg chg="del">
        <pc:chgData name="Heo Seonyeong" userId="2c618708adb57b46" providerId="LiveId" clId="{24BB731D-E48C-49D8-B18B-B4865188F256}" dt="2023-03-04T13:35:53.704" v="0" actId="47"/>
        <pc:sldMkLst>
          <pc:docMk/>
          <pc:sldMk cId="1916995371" sldId="279"/>
        </pc:sldMkLst>
      </pc:sldChg>
      <pc:sldChg chg="addSp modSp add mod chgLayout">
        <pc:chgData name="Heo Seonyeong" userId="2c618708adb57b46" providerId="LiveId" clId="{24BB731D-E48C-49D8-B18B-B4865188F256}" dt="2023-03-05T09:22:43.823" v="1714" actId="1076"/>
        <pc:sldMkLst>
          <pc:docMk/>
          <pc:sldMk cId="0" sldId="280"/>
        </pc:sldMkLst>
      </pc:sldChg>
      <pc:sldChg chg="del">
        <pc:chgData name="Heo Seonyeong" userId="2c618708adb57b46" providerId="LiveId" clId="{24BB731D-E48C-49D8-B18B-B4865188F256}" dt="2023-03-04T13:35:53.704" v="0" actId="47"/>
        <pc:sldMkLst>
          <pc:docMk/>
          <pc:sldMk cId="3774172036" sldId="280"/>
        </pc:sldMkLst>
      </pc:sldChg>
      <pc:sldChg chg="delSp modSp add del mod ord delAnim modNotesTx">
        <pc:chgData name="Heo Seonyeong" userId="2c618708adb57b46" providerId="LiveId" clId="{24BB731D-E48C-49D8-B18B-B4865188F256}" dt="2023-03-06T00:10:15.190" v="12003" actId="20577"/>
        <pc:sldMkLst>
          <pc:docMk/>
          <pc:sldMk cId="181842838" sldId="283"/>
        </pc:sldMkLst>
      </pc:sldChg>
      <pc:sldChg chg="del">
        <pc:chgData name="Heo Seonyeong" userId="2c618708adb57b46" providerId="LiveId" clId="{24BB731D-E48C-49D8-B18B-B4865188F256}" dt="2023-03-04T13:35:53.704" v="0" actId="47"/>
        <pc:sldMkLst>
          <pc:docMk/>
          <pc:sldMk cId="1179672820" sldId="284"/>
        </pc:sldMkLst>
      </pc:sldChg>
      <pc:sldChg chg="del">
        <pc:chgData name="Heo Seonyeong" userId="2c618708adb57b46" providerId="LiveId" clId="{24BB731D-E48C-49D8-B18B-B4865188F256}" dt="2023-03-04T13:35:53.704" v="0" actId="47"/>
        <pc:sldMkLst>
          <pc:docMk/>
          <pc:sldMk cId="3816358824" sldId="285"/>
        </pc:sldMkLst>
      </pc:sldChg>
      <pc:sldChg chg="del">
        <pc:chgData name="Heo Seonyeong" userId="2c618708adb57b46" providerId="LiveId" clId="{24BB731D-E48C-49D8-B18B-B4865188F256}" dt="2023-03-04T13:35:53.704" v="0" actId="47"/>
        <pc:sldMkLst>
          <pc:docMk/>
          <pc:sldMk cId="245544693" sldId="286"/>
        </pc:sldMkLst>
      </pc:sldChg>
      <pc:sldChg chg="del">
        <pc:chgData name="Heo Seonyeong" userId="2c618708adb57b46" providerId="LiveId" clId="{24BB731D-E48C-49D8-B18B-B4865188F256}" dt="2023-03-04T13:35:53.704" v="0" actId="47"/>
        <pc:sldMkLst>
          <pc:docMk/>
          <pc:sldMk cId="287984894" sldId="287"/>
        </pc:sldMkLst>
      </pc:sldChg>
      <pc:sldChg chg="addSp delSp modSp new mod modNotesTx">
        <pc:chgData name="Heo Seonyeong" userId="2c618708adb57b46" providerId="LiveId" clId="{24BB731D-E48C-49D8-B18B-B4865188F256}" dt="2023-03-06T00:14:56.187" v="12244" actId="20577"/>
        <pc:sldMkLst>
          <pc:docMk/>
          <pc:sldMk cId="1977295939" sldId="289"/>
        </pc:sldMkLst>
      </pc:sldChg>
      <pc:sldChg chg="del">
        <pc:chgData name="Heo Seonyeong" userId="2c618708adb57b46" providerId="LiveId" clId="{24BB731D-E48C-49D8-B18B-B4865188F256}" dt="2023-03-04T13:35:53.704" v="0" actId="47"/>
        <pc:sldMkLst>
          <pc:docMk/>
          <pc:sldMk cId="2603587738" sldId="289"/>
        </pc:sldMkLst>
      </pc:sldChg>
      <pc:sldChg chg="addSp modSp new mod modNotesTx">
        <pc:chgData name="Heo Seonyeong" userId="2c618708adb57b46" providerId="LiveId" clId="{24BB731D-E48C-49D8-B18B-B4865188F256}" dt="2023-03-06T00:21:08.493" v="13078" actId="20577"/>
        <pc:sldMkLst>
          <pc:docMk/>
          <pc:sldMk cId="1374554217" sldId="290"/>
        </pc:sldMkLst>
      </pc:sldChg>
      <pc:sldChg chg="del">
        <pc:chgData name="Heo Seonyeong" userId="2c618708adb57b46" providerId="LiveId" clId="{24BB731D-E48C-49D8-B18B-B4865188F256}" dt="2023-03-04T13:35:53.704" v="0" actId="47"/>
        <pc:sldMkLst>
          <pc:docMk/>
          <pc:sldMk cId="2809595642" sldId="290"/>
        </pc:sldMkLst>
      </pc:sldChg>
      <pc:sldChg chg="del">
        <pc:chgData name="Heo Seonyeong" userId="2c618708adb57b46" providerId="LiveId" clId="{24BB731D-E48C-49D8-B18B-B4865188F256}" dt="2023-03-04T13:35:53.704" v="0" actId="47"/>
        <pc:sldMkLst>
          <pc:docMk/>
          <pc:sldMk cId="633691356" sldId="291"/>
        </pc:sldMkLst>
      </pc:sldChg>
      <pc:sldChg chg="addSp modSp add mod modNotesTx">
        <pc:chgData name="Heo Seonyeong" userId="2c618708adb57b46" providerId="LiveId" clId="{24BB731D-E48C-49D8-B18B-B4865188F256}" dt="2023-03-06T00:11:10.315" v="12055" actId="20577"/>
        <pc:sldMkLst>
          <pc:docMk/>
          <pc:sldMk cId="2980037091" sldId="291"/>
        </pc:sldMkLst>
      </pc:sldChg>
      <pc:sldChg chg="del">
        <pc:chgData name="Heo Seonyeong" userId="2c618708adb57b46" providerId="LiveId" clId="{24BB731D-E48C-49D8-B18B-B4865188F256}" dt="2023-03-04T13:35:53.704" v="0" actId="47"/>
        <pc:sldMkLst>
          <pc:docMk/>
          <pc:sldMk cId="1716695964" sldId="292"/>
        </pc:sldMkLst>
      </pc:sldChg>
      <pc:sldChg chg="addSp delSp modSp new mod modClrScheme chgLayout modNotesTx">
        <pc:chgData name="Heo Seonyeong" userId="2c618708adb57b46" providerId="LiveId" clId="{24BB731D-E48C-49D8-B18B-B4865188F256}" dt="2023-03-06T00:22:07.757" v="13138" actId="20577"/>
        <pc:sldMkLst>
          <pc:docMk/>
          <pc:sldMk cId="3064477441" sldId="292"/>
        </pc:sldMkLst>
      </pc:sldChg>
      <pc:sldChg chg="addSp delSp modSp add del mod chgLayout">
        <pc:chgData name="Heo Seonyeong" userId="2c618708adb57b46" providerId="LiveId" clId="{24BB731D-E48C-49D8-B18B-B4865188F256}" dt="2023-03-05T08:57:43.263" v="978" actId="2696"/>
        <pc:sldMkLst>
          <pc:docMk/>
          <pc:sldMk cId="0" sldId="293"/>
        </pc:sldMkLst>
      </pc:sldChg>
      <pc:sldChg chg="addSp modSp add mod chgLayout modNotesTx">
        <pc:chgData name="Heo Seonyeong" userId="2c618708adb57b46" providerId="LiveId" clId="{24BB731D-E48C-49D8-B18B-B4865188F256}" dt="2023-03-06T00:46:14.663" v="15318" actId="20577"/>
        <pc:sldMkLst>
          <pc:docMk/>
          <pc:sldMk cId="0" sldId="294"/>
        </pc:sldMkLst>
      </pc:sldChg>
      <pc:sldChg chg="modSp add mod chgLayout">
        <pc:chgData name="Heo Seonyeong" userId="2c618708adb57b46" providerId="LiveId" clId="{24BB731D-E48C-49D8-B18B-B4865188F256}" dt="2023-03-05T09:17:33.245" v="1578" actId="115"/>
        <pc:sldMkLst>
          <pc:docMk/>
          <pc:sldMk cId="0" sldId="295"/>
        </pc:sldMkLst>
      </pc:sldChg>
      <pc:sldChg chg="addSp modSp add mod modClrScheme chgLayout">
        <pc:chgData name="Heo Seonyeong" userId="2c618708adb57b46" providerId="LiveId" clId="{24BB731D-E48C-49D8-B18B-B4865188F256}" dt="2023-03-05T09:18:07.883" v="1631" actId="12788"/>
        <pc:sldMkLst>
          <pc:docMk/>
          <pc:sldMk cId="0" sldId="296"/>
        </pc:sldMkLst>
      </pc:sldChg>
      <pc:sldChg chg="modSp add mod chgLayout">
        <pc:chgData name="Heo Seonyeong" userId="2c618708adb57b46" providerId="LiveId" clId="{24BB731D-E48C-49D8-B18B-B4865188F256}" dt="2023-03-05T09:29:35.165" v="1934" actId="20577"/>
        <pc:sldMkLst>
          <pc:docMk/>
          <pc:sldMk cId="0" sldId="305"/>
        </pc:sldMkLst>
      </pc:sldChg>
      <pc:sldChg chg="addSp delSp modSp add mod modClrScheme chgLayout">
        <pc:chgData name="Heo Seonyeong" userId="2c618708adb57b46" providerId="LiveId" clId="{24BB731D-E48C-49D8-B18B-B4865188F256}" dt="2023-03-05T09:59:13.618" v="3492" actId="1076"/>
        <pc:sldMkLst>
          <pc:docMk/>
          <pc:sldMk cId="0" sldId="306"/>
        </pc:sldMkLst>
      </pc:sldChg>
      <pc:sldChg chg="addSp delSp modSp add mod chgLayout">
        <pc:chgData name="Heo Seonyeong" userId="2c618708adb57b46" providerId="LiveId" clId="{24BB731D-E48C-49D8-B18B-B4865188F256}" dt="2023-03-05T09:28:27.412" v="1922" actId="1076"/>
        <pc:sldMkLst>
          <pc:docMk/>
          <pc:sldMk cId="0" sldId="307"/>
        </pc:sldMkLst>
      </pc:sldChg>
      <pc:sldChg chg="modSp add mod chgLayout">
        <pc:chgData name="Heo Seonyeong" userId="2c618708adb57b46" providerId="LiveId" clId="{24BB731D-E48C-49D8-B18B-B4865188F256}" dt="2023-03-05T09:30:46.150" v="1936" actId="207"/>
        <pc:sldMkLst>
          <pc:docMk/>
          <pc:sldMk cId="0" sldId="310"/>
        </pc:sldMkLst>
      </pc:sldChg>
      <pc:sldChg chg="addSp delSp modSp add mod ord chgLayout modNotesTx">
        <pc:chgData name="Heo Seonyeong" userId="2c618708adb57b46" providerId="LiveId" clId="{24BB731D-E48C-49D8-B18B-B4865188F256}" dt="2023-03-06T00:41:51.493" v="14713" actId="20577"/>
        <pc:sldMkLst>
          <pc:docMk/>
          <pc:sldMk cId="0" sldId="335"/>
        </pc:sldMkLst>
      </pc:sldChg>
      <pc:sldChg chg="addSp modSp add del mod chgLayout">
        <pc:chgData name="Heo Seonyeong" userId="2c618708adb57b46" providerId="LiveId" clId="{24BB731D-E48C-49D8-B18B-B4865188F256}" dt="2023-03-05T09:20:57.882" v="1674" actId="2696"/>
        <pc:sldMkLst>
          <pc:docMk/>
          <pc:sldMk cId="0" sldId="339"/>
        </pc:sldMkLst>
      </pc:sldChg>
      <pc:sldChg chg="addSp modSp add mod chgLayout">
        <pc:chgData name="Heo Seonyeong" userId="2c618708adb57b46" providerId="LiveId" clId="{24BB731D-E48C-49D8-B18B-B4865188F256}" dt="2023-03-05T09:23:01.617" v="1718" actId="1076"/>
        <pc:sldMkLst>
          <pc:docMk/>
          <pc:sldMk cId="0" sldId="343"/>
        </pc:sldMkLst>
      </pc:sldChg>
      <pc:sldChg chg="addSp modSp add mod chgLayout">
        <pc:chgData name="Heo Seonyeong" userId="2c618708adb57b46" providerId="LiveId" clId="{24BB731D-E48C-49D8-B18B-B4865188F256}" dt="2023-03-05T09:22:51.339" v="1716" actId="1076"/>
        <pc:sldMkLst>
          <pc:docMk/>
          <pc:sldMk cId="0" sldId="349"/>
        </pc:sldMkLst>
      </pc:sldChg>
      <pc:sldChg chg="addSp modSp add mod chgLayout">
        <pc:chgData name="Heo Seonyeong" userId="2c618708adb57b46" providerId="LiveId" clId="{24BB731D-E48C-49D8-B18B-B4865188F256}" dt="2023-03-05T09:23:16.219" v="1720" actId="1076"/>
        <pc:sldMkLst>
          <pc:docMk/>
          <pc:sldMk cId="0" sldId="350"/>
        </pc:sldMkLst>
      </pc:sldChg>
      <pc:sldChg chg="modSp add mod chgLayout">
        <pc:chgData name="Heo Seonyeong" userId="2c618708adb57b46" providerId="LiveId" clId="{24BB731D-E48C-49D8-B18B-B4865188F256}" dt="2023-03-05T08:41:01.186" v="624" actId="27636"/>
        <pc:sldMkLst>
          <pc:docMk/>
          <pc:sldMk cId="0" sldId="353"/>
        </pc:sldMkLst>
      </pc:sldChg>
      <pc:sldChg chg="addSp modSp add mod chgLayout">
        <pc:chgData name="Heo Seonyeong" userId="2c618708adb57b46" providerId="LiveId" clId="{24BB731D-E48C-49D8-B18B-B4865188F256}" dt="2023-03-05T09:28:56.653" v="1923" actId="1076"/>
        <pc:sldMkLst>
          <pc:docMk/>
          <pc:sldMk cId="0" sldId="354"/>
        </pc:sldMkLst>
      </pc:sldChg>
      <pc:sldChg chg="addSp delSp modSp add del mod chgLayout">
        <pc:chgData name="Heo Seonyeong" userId="2c618708adb57b46" providerId="LiveId" clId="{24BB731D-E48C-49D8-B18B-B4865188F256}" dt="2023-03-05T08:59:10.809" v="1079" actId="47"/>
        <pc:sldMkLst>
          <pc:docMk/>
          <pc:sldMk cId="0" sldId="367"/>
        </pc:sldMkLst>
      </pc:sldChg>
      <pc:sldChg chg="addSp modSp add mod modClrScheme chgLayout modNotesTx">
        <pc:chgData name="Heo Seonyeong" userId="2c618708adb57b46" providerId="LiveId" clId="{24BB731D-E48C-49D8-B18B-B4865188F256}" dt="2023-03-06T00:49:33.204" v="15766" actId="20577"/>
        <pc:sldMkLst>
          <pc:docMk/>
          <pc:sldMk cId="0" sldId="368"/>
        </pc:sldMkLst>
      </pc:sldChg>
      <pc:sldChg chg="modSp add mod modNotesTx">
        <pc:chgData name="Heo Seonyeong" userId="2c618708adb57b46" providerId="LiveId" clId="{24BB731D-E48C-49D8-B18B-B4865188F256}" dt="2023-03-05T13:01:06.301" v="11933" actId="1076"/>
        <pc:sldMkLst>
          <pc:docMk/>
          <pc:sldMk cId="3490677456" sldId="369"/>
        </pc:sldMkLst>
      </pc:sldChg>
      <pc:sldChg chg="addSp delSp modSp add del mod modClrScheme chgLayout">
        <pc:chgData name="Heo Seonyeong" userId="2c618708adb57b46" providerId="LiveId" clId="{24BB731D-E48C-49D8-B18B-B4865188F256}" dt="2023-03-05T09:25:24.602" v="1832" actId="47"/>
        <pc:sldMkLst>
          <pc:docMk/>
          <pc:sldMk cId="0" sldId="371"/>
        </pc:sldMkLst>
      </pc:sldChg>
      <pc:sldChg chg="addSp delSp modSp add mod modNotesTx">
        <pc:chgData name="Heo Seonyeong" userId="2c618708adb57b46" providerId="LiveId" clId="{24BB731D-E48C-49D8-B18B-B4865188F256}" dt="2023-03-06T00:33:31.872" v="13752" actId="21"/>
        <pc:sldMkLst>
          <pc:docMk/>
          <pc:sldMk cId="498266139" sldId="372"/>
        </pc:sldMkLst>
      </pc:sldChg>
      <pc:sldChg chg="addSp delSp modSp new del mod modClrScheme chgLayout">
        <pc:chgData name="Heo Seonyeong" userId="2c618708adb57b46" providerId="LiveId" clId="{24BB731D-E48C-49D8-B18B-B4865188F256}" dt="2023-03-05T08:52:51.759" v="860" actId="2696"/>
        <pc:sldMkLst>
          <pc:docMk/>
          <pc:sldMk cId="829305183" sldId="372"/>
        </pc:sldMkLst>
      </pc:sldChg>
      <pc:sldChg chg="new del">
        <pc:chgData name="Heo Seonyeong" userId="2c618708adb57b46" providerId="LiveId" clId="{24BB731D-E48C-49D8-B18B-B4865188F256}" dt="2023-03-05T08:59:08.448" v="1078" actId="47"/>
        <pc:sldMkLst>
          <pc:docMk/>
          <pc:sldMk cId="39903448" sldId="373"/>
        </pc:sldMkLst>
      </pc:sldChg>
      <pc:sldChg chg="addSp delSp modSp new mod ord modNotesTx">
        <pc:chgData name="Heo Seonyeong" userId="2c618708adb57b46" providerId="LiveId" clId="{24BB731D-E48C-49D8-B18B-B4865188F256}" dt="2023-03-06T00:41:30.018" v="14672" actId="20577"/>
        <pc:sldMkLst>
          <pc:docMk/>
          <pc:sldMk cId="3359326580" sldId="373"/>
        </pc:sldMkLst>
      </pc:sldChg>
      <pc:sldChg chg="addSp delSp modSp new mod modClrScheme chgLayout modNotesTx">
        <pc:chgData name="Heo Seonyeong" userId="2c618708adb57b46" providerId="LiveId" clId="{24BB731D-E48C-49D8-B18B-B4865188F256}" dt="2023-03-06T00:23:58.295" v="13197" actId="20577"/>
        <pc:sldMkLst>
          <pc:docMk/>
          <pc:sldMk cId="377929795" sldId="374"/>
        </pc:sldMkLst>
      </pc:sldChg>
    </pc:docChg>
  </pc:docChgLst>
</pc:chgInfo>
</file>

<file path=ppt/handoutMasters/_rels/handoutMaster1.xml.rels><?xml version="1.0" encoding="UTF-8"?>
<Relationships xmlns="http://schemas.openxmlformats.org/package/2006/relationships"><Relationship Id="rId1" Type="http://schemas.openxmlformats.org/officeDocument/2006/relationships/theme" Target="../theme/theme9.xml"></Relationship></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C1B38E-D27D-9903-8A28-38C7CD23E5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oppins"/>
                <a:ea typeface="NanumGothic"/>
                <a:cs typeface="Poppins"/>
              </a:defRPr>
            </a:lvl1pPr>
          </a:lstStyle>
          <a:p>
            <a:endParaRPr lang="en-US">
              <a:latin typeface="Poppins"/>
              <a:ea typeface="NanumGothic"/>
              <a:cs typeface="Poppins"/>
            </a:endParaRPr>
          </a:p>
        </p:txBody>
      </p:sp>
      <p:sp>
        <p:nvSpPr>
          <p:cNvPr id="3" name="Date Placeholder 2">
            <a:extLst>
              <a:ext uri="{FF2B5EF4-FFF2-40B4-BE49-F238E27FC236}">
                <a16:creationId xmlns:a16="http://schemas.microsoft.com/office/drawing/2014/main" id="{463A4305-442F-BFDF-ECB5-25A3B56791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Poppins"/>
                <a:ea typeface="NanumGothic"/>
                <a:cs typeface="Poppins"/>
              </a:defRPr>
            </a:lvl1pPr>
          </a:lstStyle>
          <a:p>
            <a:fld id="{F17779C0-E5DE-4141-AD3A-2CCFCC0096D9}" type="datetimeFigureOut">
              <a:rPr lang="en-US" smtClean="0">
                <a:latin typeface="Poppins"/>
                <a:ea typeface="NanumGothic"/>
                <a:cs typeface="Poppins"/>
              </a:rPr>
              <a:t>12/22/25</a:t>
            </a:fld>
            <a:endParaRPr lang="en-US">
              <a:latin typeface="Poppins"/>
              <a:ea typeface="NanumGothic"/>
              <a:cs typeface="Poppins"/>
            </a:endParaRPr>
          </a:p>
        </p:txBody>
      </p:sp>
      <p:sp>
        <p:nvSpPr>
          <p:cNvPr id="4" name="Footer Placeholder 3">
            <a:extLst>
              <a:ext uri="{FF2B5EF4-FFF2-40B4-BE49-F238E27FC236}">
                <a16:creationId xmlns:a16="http://schemas.microsoft.com/office/drawing/2014/main" id="{EBC0B239-4A53-8F44-78C1-0F0993EB21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Poppins"/>
                <a:ea typeface="NanumGothic"/>
                <a:cs typeface="Poppins"/>
              </a:defRPr>
            </a:lvl1pPr>
          </a:lstStyle>
          <a:p>
            <a:endParaRPr lang="en-US">
              <a:latin typeface="Poppins"/>
              <a:ea typeface="NanumGothic"/>
              <a:cs typeface="Poppins"/>
            </a:endParaRPr>
          </a:p>
        </p:txBody>
      </p:sp>
      <p:sp>
        <p:nvSpPr>
          <p:cNvPr id="5" name="Slide Number Placeholder 4">
            <a:extLst>
              <a:ext uri="{FF2B5EF4-FFF2-40B4-BE49-F238E27FC236}">
                <a16:creationId xmlns:a16="http://schemas.microsoft.com/office/drawing/2014/main" id="{C05B95EF-E3C6-9560-F6FD-B08D710DCA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atin typeface="Poppins"/>
                <a:ea typeface="NanumGothic"/>
                <a:cs typeface="Poppins"/>
              </a:defRPr>
            </a:lvl1pPr>
          </a:lstStyle>
          <a:p>
            <a:fld id="{FBAB0814-8204-4E2F-B635-C704A999A755}"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412158281"/>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Relationship Id="rId1" Type="http://schemas.openxmlformats.org/officeDocument/2006/relationships/theme" Target="../theme/theme10.xml"></Relationship></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oppins"/>
                <a:ea typeface="NanumGothic"/>
                <a:cs typeface="Poppins"/>
              </a:defRPr>
            </a:lvl1pPr>
          </a:lstStyle>
          <a:p>
            <a:endParaRPr lang="en-US">
              <a:latin typeface="Poppins"/>
              <a:ea typeface="NanumGothic"/>
              <a:cs typeface="Poppin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oppins"/>
                <a:ea typeface="NanumGothic"/>
                <a:cs typeface="Poppins"/>
              </a:defRPr>
            </a:lvl1pPr>
          </a:lstStyle>
          <a:p>
            <a:fld id="{2C9A05A2-7884-4664-B96B-83ADC08329B9}" type="datetimeFigureOut">
              <a:rPr lang="en-US" smtClean="0">
                <a:latin typeface="Poppins"/>
                <a:ea typeface="NanumGothic"/>
                <a:cs typeface="Poppins"/>
              </a:rPr>
              <a:t>12/22/25</a:t>
            </a:fld>
            <a:endParaRPr lang="en-US">
              <a:latin typeface="Poppins"/>
              <a:ea typeface="NanumGothic"/>
              <a:cs typeface="Poppin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latin typeface="Poppins"/>
              <a:ea typeface="NanumGothic"/>
              <a:cs typeface="Poppin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oppins"/>
                <a:ea typeface="NanumGothic"/>
                <a:cs typeface="Poppins"/>
              </a:defRPr>
            </a:lvl1pPr>
          </a:lstStyle>
          <a:p>
            <a:endParaRPr lang="en-US">
              <a:latin typeface="Poppins"/>
              <a:ea typeface="NanumGothic"/>
              <a:cs typeface="Poppins"/>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oppins"/>
                <a:ea typeface="NanumGothic"/>
                <a:cs typeface="Poppins"/>
              </a:defRPr>
            </a:lvl1pPr>
          </a:lstStyle>
          <a:p>
            <a:fld id="{4BE5139F-8323-40BF-90AA-3C2C4182C20E}"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1940466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oppins"/>
        <a:ea typeface="NanumGothic"/>
        <a:cs typeface="Poppins"/>
      </a:defRPr>
    </a:lvl1pPr>
    <a:lvl2pPr marL="457200" algn="l" defTabSz="914400" rtl="0" eaLnBrk="1" latinLnBrk="0" hangingPunct="1">
      <a:defRPr sz="1200" kern="1200">
        <a:solidFill>
          <a:schemeClr val="tx1"/>
        </a:solidFill>
        <a:latin typeface="Poppins"/>
        <a:ea typeface="NanumGothic"/>
        <a:cs typeface="Poppins"/>
      </a:defRPr>
    </a:lvl2pPr>
    <a:lvl3pPr marL="914400" algn="l" defTabSz="914400" rtl="0" eaLnBrk="1" latinLnBrk="0" hangingPunct="1">
      <a:defRPr sz="1200" kern="1200">
        <a:solidFill>
          <a:schemeClr val="tx1"/>
        </a:solidFill>
        <a:latin typeface="Poppins"/>
        <a:ea typeface="NanumGothic"/>
        <a:cs typeface="Poppins"/>
      </a:defRPr>
    </a:lvl3pPr>
    <a:lvl4pPr marL="1371600" algn="l" defTabSz="914400" rtl="0" eaLnBrk="1" latinLnBrk="0" hangingPunct="1">
      <a:defRPr sz="1200" kern="1200">
        <a:solidFill>
          <a:schemeClr val="tx1"/>
        </a:solidFill>
        <a:latin typeface="Poppins"/>
        <a:ea typeface="NanumGothic"/>
        <a:cs typeface="Poppins"/>
      </a:defRPr>
    </a:lvl4pPr>
    <a:lvl5pPr marL="1828800" algn="l" defTabSz="914400" rtl="0" eaLnBrk="1" latinLnBrk="0" hangingPunct="1">
      <a:defRPr sz="1200" kern="1200">
        <a:solidFill>
          <a:schemeClr val="tx1"/>
        </a:solidFill>
        <a:latin typeface="Poppins"/>
        <a:ea typeface="NanumGothic"/>
        <a:cs typeface="Poppins"/>
      </a:defRPr>
    </a:lvl5pPr>
    <a:lvl6pPr marL="2286000" algn="l" defTabSz="914400" rtl="0" eaLnBrk="1" latinLnBrk="0" hangingPunct="1">
      <a:defRPr sz="1200" kern="1200">
        <a:solidFill>
          <a:schemeClr val="tx1"/>
        </a:solidFill>
        <a:latin typeface="Poppins"/>
        <a:ea typeface="NanumGothic"/>
        <a:cs typeface="Poppins"/>
      </a:defRPr>
    </a:lvl6pPr>
    <a:lvl7pPr marL="2743200" algn="l" defTabSz="914400" rtl="0" eaLnBrk="1" latinLnBrk="0" hangingPunct="1">
      <a:defRPr sz="1200" kern="1200">
        <a:solidFill>
          <a:schemeClr val="tx1"/>
        </a:solidFill>
        <a:latin typeface="Poppins"/>
        <a:ea typeface="NanumGothic"/>
        <a:cs typeface="Poppins"/>
      </a:defRPr>
    </a:lvl7pPr>
    <a:lvl8pPr marL="3200400" algn="l" defTabSz="914400" rtl="0" eaLnBrk="1" latinLnBrk="0" hangingPunct="1">
      <a:defRPr sz="1200" kern="1200">
        <a:solidFill>
          <a:schemeClr val="tx1"/>
        </a:solidFill>
        <a:latin typeface="Poppins"/>
        <a:ea typeface="NanumGothic"/>
        <a:cs typeface="Poppins"/>
      </a:defRPr>
    </a:lvl8pPr>
    <a:lvl9pPr marL="3657600" algn="l" defTabSz="914400" rtl="0" eaLnBrk="1" latinLnBrk="0" hangingPunct="1">
      <a:defRPr sz="1200" kern="1200">
        <a:solidFill>
          <a:schemeClr val="tx1"/>
        </a:solidFill>
        <a:latin typeface="Poppins"/>
        <a:ea typeface="NanumGothic"/>
        <a:cs typeface="Poppin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xml"></Relationship></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6.xml"></Relationship></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1.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5.xml"></Relationship></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6.xml"></Relationship></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7.xml"></Relationship></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8.xml"></Relationship></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0.xml"></Relationship></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1.xml"></Relationship></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2.xml"></Relationship></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3.xml"></Relationship></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4.xml"></Relationship></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5.xml"></Relationship></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7.xml"></Relationship></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8.xml"></Relationship></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latin typeface="Poppins"/>
                <a:ea typeface="Poppins"/>
                <a:cs typeface="Poppins"/>
              </a:rPr>
              <a:t xml:space="preserve">Corstone Family </a:t>
            </a:r>
            <a:r>
              <a:rPr lang="ko-KR">
                <a:latin typeface="NanumGothic"/>
                <a:ea typeface="NanumGothic"/>
                <a:cs typeface="NanumGothic"/>
              </a:rPr>
              <a:t>실행</a:t>
            </a:r>
            <a:r>
              <a:rPr lang="en-US">
                <a:latin typeface="Poppins"/>
                <a:ea typeface="Poppins"/>
                <a:cs typeface="Poppins"/>
              </a:rPr>
              <a:t xml:space="preserve"> </a:t>
            </a:r>
            <a:r>
              <a:rPr lang="ko-KR">
                <a:latin typeface="NanumGothic"/>
                <a:ea typeface="NanumGothic"/>
                <a:cs typeface="NanumGothic"/>
              </a:rPr>
              <a:t>특성</a:t>
            </a:r>
            <a:r>
              <a:rPr lang="en-US">
                <a:latin typeface="Poppins"/>
                <a:ea typeface="Poppins"/>
                <a:cs typeface="Poppins"/>
              </a:rPr>
              <a:t xml:space="preserve"> </a:t>
            </a:r>
            <a:r>
              <a:rPr lang="ko-KR">
                <a:latin typeface="NanumGothic"/>
                <a:ea typeface="NanumGothic"/>
                <a:cs typeface="NanumGothic"/>
              </a:rPr>
              <a:t>측정</a:t>
            </a:r>
            <a:r>
              <a:rPr lang="en-US">
                <a:latin typeface="Poppins"/>
                <a:ea typeface="Poppins"/>
                <a:cs typeface="Poppins"/>
              </a:rPr>
              <a:t xml:space="preserve"> </a:t>
            </a:r>
            <a:r>
              <a:rPr lang="ko-KR">
                <a:latin typeface="NanumGothic"/>
                <a:ea typeface="NanumGothic"/>
                <a:cs typeface="NanumGothic"/>
              </a:rPr>
              <a:t>발표</a:t>
            </a:r>
            <a:r>
              <a:rPr lang="en-US">
                <a:latin typeface="Poppins"/>
                <a:ea typeface="Poppins"/>
                <a:cs typeface="Poppins"/>
              </a:rPr>
              <a:t xml:space="preserve">. </a:t>
            </a:r>
            <a:r>
              <a:rPr lang="ko-KR">
                <a:latin typeface="NanumGothic"/>
                <a:ea typeface="NanumGothic"/>
                <a:cs typeface="NanumGothic"/>
              </a:rPr>
              <a:t>실험</a:t>
            </a:r>
            <a:r>
              <a:rPr lang="en-US">
                <a:latin typeface="Poppins"/>
                <a:ea typeface="Poppins"/>
                <a:cs typeface="Poppins"/>
              </a:rPr>
              <a:t xml:space="preserve"> </a:t>
            </a:r>
            <a:r>
              <a:rPr lang="ko-KR">
                <a:latin typeface="NanumGothic"/>
                <a:ea typeface="NanumGothic"/>
                <a:cs typeface="NanumGothic"/>
              </a:rPr>
              <a:t>구현은</a:t>
            </a:r>
            <a:r>
              <a:rPr lang="en-US">
                <a:latin typeface="Poppins"/>
                <a:ea typeface="Poppins"/>
                <a:cs typeface="Poppins"/>
              </a:rPr>
              <a:t xml:space="preserve"> 5</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한</a:t>
            </a:r>
            <a:r>
              <a:rPr lang="en-US">
                <a:latin typeface="Poppins"/>
                <a:ea typeface="Poppins"/>
                <a:cs typeface="Poppins"/>
              </a:rPr>
              <a:t xml:space="preserve"> </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아키텍처</a:t>
            </a:r>
            <a:r>
              <a:rPr lang="en-US">
                <a:latin typeface="Poppins"/>
                <a:ea typeface="Poppins"/>
                <a:cs typeface="Poppins"/>
              </a:rPr>
              <a:t xml:space="preserve"> </a:t>
            </a:r>
            <a:r>
              <a:rPr lang="ko-KR">
                <a:latin typeface="NanumGothic"/>
                <a:ea typeface="NanumGothic"/>
                <a:cs typeface="NanumGothic"/>
              </a:rPr>
              <a:t>소개는</a:t>
            </a:r>
            <a:r>
              <a:rPr lang="en-US">
                <a:latin typeface="Poppins"/>
                <a:ea typeface="Poppins"/>
                <a:cs typeface="Poppins"/>
              </a:rPr>
              <a:t xml:space="preserve"> 3</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한</a:t>
            </a:r>
            <a:r>
              <a:rPr lang="en-US">
                <a:latin typeface="Poppins"/>
                <a:ea typeface="Poppins"/>
                <a:cs typeface="Poppins"/>
              </a:rPr>
              <a:t xml:space="preserve"> </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사용자의</a:t>
            </a:r>
            <a:r>
              <a:rPr lang="en-US">
                <a:latin typeface="Poppins"/>
                <a:ea typeface="Poppins"/>
                <a:cs typeface="Poppins"/>
              </a:rPr>
              <a:t xml:space="preserve"> </a:t>
            </a:r>
            <a:r>
              <a:rPr lang="ko-KR">
                <a:latin typeface="NanumGothic"/>
                <a:ea typeface="NanumGothic"/>
                <a:cs typeface="NanumGothic"/>
              </a:rPr>
              <a:t>요청에</a:t>
            </a:r>
            <a:r>
              <a:rPr lang="en-US">
                <a:latin typeface="Poppins"/>
                <a:ea typeface="Poppins"/>
                <a:cs typeface="Poppins"/>
              </a:rPr>
              <a:t xml:space="preserve"> </a:t>
            </a:r>
            <a:r>
              <a:rPr lang="ko-KR">
                <a:latin typeface="NanumGothic"/>
                <a:ea typeface="NanumGothic"/>
                <a:cs typeface="NanumGothic"/>
              </a:rPr>
              <a:t>따라</a:t>
            </a:r>
            <a:r>
              <a:rPr lang="en-US">
                <a:latin typeface="Poppins"/>
                <a:ea typeface="Poppins"/>
                <a:cs typeface="Poppins"/>
              </a:rPr>
              <a:t xml:space="preserve"> </a:t>
            </a:r>
            <a:r>
              <a:rPr lang="ko-KR">
                <a:latin typeface="NanumGothic"/>
                <a:ea typeface="NanumGothic"/>
                <a:cs typeface="NanumGothic"/>
              </a:rPr>
              <a:t>물리</a:t>
            </a:r>
            <a:r>
              <a:rPr lang="en-US">
                <a:latin typeface="Poppins"/>
                <a:ea typeface="Poppins"/>
                <a:cs typeface="Poppins"/>
              </a:rPr>
              <a:t xml:space="preserve"> </a:t>
            </a:r>
            <a:r>
              <a:rPr lang="ko-KR">
                <a:latin typeface="NanumGothic"/>
                <a:ea typeface="NanumGothic"/>
                <a:cs typeface="NanumGothic"/>
              </a:rPr>
              <a:t>보드</a:t>
            </a:r>
            <a:r>
              <a:rPr lang="en-US">
                <a:latin typeface="Poppins"/>
                <a:ea typeface="Poppins"/>
                <a:cs typeface="Poppins"/>
              </a:rPr>
              <a:t xml:space="preserve"> </a:t>
            </a:r>
            <a:r>
              <a:rPr lang="ko-KR">
                <a:latin typeface="NanumGothic"/>
                <a:ea typeface="NanumGothic"/>
                <a:cs typeface="NanumGothic"/>
              </a:rPr>
              <a:t>실측</a:t>
            </a:r>
            <a:r>
              <a:rPr lang="en-US">
                <a:latin typeface="Poppins"/>
                <a:ea typeface="Poppins"/>
                <a:cs typeface="Poppins"/>
              </a:rPr>
              <a:t xml:space="preserve"> </a:t>
            </a:r>
            <a:r>
              <a:rPr lang="ko-KR">
                <a:latin typeface="NanumGothic"/>
                <a:ea typeface="NanumGothic"/>
                <a:cs typeface="NanumGothic"/>
              </a:rPr>
              <a:t>결과는</a:t>
            </a:r>
            <a:r>
              <a:rPr lang="en-US">
                <a:latin typeface="Poppins"/>
                <a:ea typeface="Poppins"/>
                <a:cs typeface="Poppins"/>
              </a:rPr>
              <a:t xml:space="preserve"> </a:t>
            </a:r>
            <a:r>
              <a:rPr lang="ko-KR">
                <a:latin typeface="NanumGothic"/>
                <a:ea typeface="NanumGothic"/>
                <a:cs typeface="NanumGothic"/>
              </a:rPr>
              <a:t>포함하지</a:t>
            </a:r>
            <a:r>
              <a:rPr lang="en-US">
                <a:latin typeface="Poppins"/>
                <a:ea typeface="Poppins"/>
                <a:cs typeface="Poppins"/>
              </a:rPr>
              <a:t xml:space="preserve"> </a:t>
            </a:r>
            <a:r>
              <a:rPr lang="ko-KR">
                <a:latin typeface="NanumGothic"/>
                <a:ea typeface="NanumGothic"/>
                <a:cs typeface="NanumGothic"/>
              </a:rPr>
              <a:t>않음</a:t>
            </a:r>
            <a:r>
              <a:rPr lang="en-US">
                <a:latin typeface="Poppins"/>
                <a:ea typeface="Poppins"/>
                <a:cs typeface="Poppins"/>
              </a:rPr>
              <a:t xml:space="preserve">. </a:t>
            </a:r>
            <a:r>
              <a:rPr lang="ko-KR">
                <a:latin typeface="NanumGothic"/>
                <a:ea typeface="NanumGothic"/>
                <a:cs typeface="NanumGothic"/>
              </a:rPr>
              <a:t>원본</a:t>
            </a:r>
            <a:r>
              <a:rPr lang="en-US">
                <a:latin typeface="Poppins"/>
                <a:ea typeface="Poppins"/>
                <a:cs typeface="Poppins"/>
              </a:rPr>
              <a:t xml:space="preserve"> PDF</a:t>
            </a:r>
            <a:r>
              <a:rPr lang="ko-KR">
                <a:latin typeface="NanumGothic"/>
                <a:ea typeface="NanumGothic"/>
                <a:cs typeface="NanumGothic"/>
              </a:rPr>
              <a:t>와</a:t>
            </a:r>
            <a:r>
              <a:rPr lang="en-US">
                <a:latin typeface="Poppins"/>
                <a:ea typeface="Poppins"/>
                <a:cs typeface="Poppins"/>
              </a:rPr>
              <a:t xml:space="preserve"> </a:t>
            </a:r>
            <a:r>
              <a:rPr lang="ko-KR">
                <a:latin typeface="NanumGothic"/>
                <a:ea typeface="NanumGothic"/>
                <a:cs typeface="NanumGothic"/>
              </a:rPr>
              <a:t>리뷰는</a:t>
            </a:r>
            <a:r>
              <a:rPr lang="en-US">
                <a:latin typeface="Poppins"/>
                <a:ea typeface="Poppins"/>
                <a:cs typeface="Poppins"/>
              </a:rPr>
              <a:t xml:space="preserve"> </a:t>
            </a:r>
            <a:r>
              <a:rPr lang="ko-KR">
                <a:latin typeface="NanumGothic"/>
                <a:ea typeface="NanumGothic"/>
                <a:cs typeface="NanumGothic"/>
              </a:rPr>
              <a:t>구조</a:t>
            </a:r>
            <a:r>
              <a:rPr lang="en-US">
                <a:latin typeface="Poppins"/>
                <a:ea typeface="Poppins"/>
                <a:cs typeface="Poppins"/>
              </a:rPr>
              <a:t xml:space="preserve"> </a:t>
            </a:r>
            <a:r>
              <a:rPr lang="ko-KR">
                <a:latin typeface="NanumGothic"/>
                <a:ea typeface="NanumGothic"/>
                <a:cs typeface="NanumGothic"/>
              </a:rPr>
              <a:t>참고</a:t>
            </a:r>
            <a:r>
              <a:rPr lang="en-US">
                <a:latin typeface="Poppins"/>
                <a:ea typeface="Poppins"/>
                <a:cs typeface="Poppins"/>
              </a:rPr>
              <a:t xml:space="preserve">, </a:t>
            </a:r>
            <a:r>
              <a:rPr lang="ko-KR">
                <a:latin typeface="NanumGothic"/>
                <a:ea typeface="NanumGothic"/>
                <a:cs typeface="NanumGothic"/>
              </a:rPr>
              <a:t>수치는</a:t>
            </a:r>
            <a:r>
              <a:rPr lang="en-US">
                <a:latin typeface="Poppins"/>
                <a:ea typeface="Poppins"/>
                <a:cs typeface="Poppins"/>
              </a:rPr>
              <a:t xml:space="preserve"> </a:t>
            </a:r>
            <a:r>
              <a:rPr lang="ko-KR">
                <a:latin typeface="NanumGothic"/>
                <a:ea typeface="NanumGothic"/>
                <a:cs typeface="NanumGothic"/>
              </a:rPr>
              <a:t>저장소</a:t>
            </a:r>
            <a:r>
              <a:rPr lang="en-US">
                <a:latin typeface="Poppins"/>
                <a:ea typeface="Poppins"/>
                <a:cs typeface="Poppins"/>
              </a:rPr>
              <a:t xml:space="preserve"> CSV</a:t>
            </a:r>
            <a:r>
              <a:rPr lang="ko-KR">
                <a:latin typeface="NanumGothic"/>
                <a:ea typeface="NanumGothic"/>
                <a:cs typeface="NanumGothic"/>
              </a:rPr>
              <a:t>에서</a:t>
            </a:r>
            <a:r>
              <a:rPr lang="en-US">
                <a:latin typeface="Poppins"/>
                <a:ea typeface="Poppins"/>
                <a:cs typeface="Poppins"/>
              </a:rPr>
              <a:t xml:space="preserve"> </a:t>
            </a:r>
            <a:r>
              <a:rPr lang="ko-KR">
                <a:latin typeface="NanumGothic"/>
                <a:ea typeface="NanumGothic"/>
                <a:cs typeface="NanumGothic"/>
              </a:rPr>
              <a:t>재집계</a:t>
            </a:r>
            <a:r>
              <a:rPr lang="en-US">
                <a:latin typeface="Poppins"/>
                <a:ea typeface="Poppins"/>
                <a:cs typeface="Poppins"/>
              </a:rP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REPORT.md §3.2–3.4. 제한 요인 7종(3_4_mechanism_evidence_matrix.csv)을 메모리 시스템 쪽 3종과 연산 구조·컴파일 쪽 4종으로 묶음 — 이 묶음은 발표용 분류. §4(Vela)는 부록 A1·A2. 물리 보드 결과 미포함.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2</a:t>
            </a:r>
          </a:p>
          <a:p>
            <a:pPr marL="0" indent="0">
              <a:buFontTx/>
              <a:buNone/>
            </a:pPr>
            <a:r>
              <a:rPr>
                <a:latin typeface="나눔고딕" charset="0"/>
                <a:ea typeface="나눔고딕" charset="0"/>
                <a:sym typeface="나눔고딕" charset="0"/>
              </a:rPr>
              <a:t>원본 ethos_u_talk_v4.pptx 2페이지를 사용자 요청으로 표지 바로 다음에 추가. 제품 사양·데이터 형식·적용 분야를 원본에서 옮김. 발표 범위 문구는 앞선 사용자 요청에 맞춰 Corstone Family로 조정하고 MPS4 검증 및 U85 단독 중심 문구는 제외. 최대 성능은 원본에 명시된 1 GHz 기준 벤더 수치이며 이번 실험의 실측값이 아님.</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4–5</a:t>
            </a:r>
          </a:p>
          <a:p>
            <a:pPr marL="0" indent="0">
              <a:buFontTx/>
              <a:buNone/>
            </a:pPr>
            <a:r>
              <a:rPr>
                <a:latin typeface="나눔고딕" charset="0"/>
                <a:ea typeface="나눔고딕" charset="0"/>
                <a:sym typeface="나눔고딕" charset="0"/>
              </a:rPr>
              <a:t>원본 Corstone-320 시스템 블록도와 Ethos-U85 내부 유닛을 한 장으로 통합. 단순화된 기능도이며 실제 배선·유닛 간 위상이나 CPU 직접 인터페이스를 모두 나타내지 않음. MAC 전환에는 포트, 시스템 프로파일 및 컴파일 결과 변화가 결합될 수 있음.</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atin typeface="NanumGothic"/>
                <a:ea typeface="NanumGothic"/>
                <a:cs typeface="NanumGothic"/>
              </a:rPr>
              <a:t>사용자</a:t>
            </a:r>
            <a:r>
              <a:rPr lang="en-US">
                <a:latin typeface="Poppins"/>
                <a:ea typeface="Poppins"/>
                <a:cs typeface="Poppins"/>
              </a:rPr>
              <a:t xml:space="preserve"> </a:t>
            </a:r>
            <a:r>
              <a:rPr lang="ko-KR">
                <a:latin typeface="NanumGothic"/>
                <a:ea typeface="NanumGothic"/>
                <a:cs typeface="NanumGothic"/>
              </a:rPr>
              <a:t>제공</a:t>
            </a:r>
            <a:r>
              <a:rPr lang="en-US">
                <a:latin typeface="Poppins"/>
                <a:ea typeface="Poppins"/>
                <a:cs typeface="Poppins"/>
              </a:rPr>
              <a:t xml:space="preserve"> ethos_corstone_slides.pptx:1–4</a:t>
            </a:r>
          </a:p>
          <a:p>
            <a:r>
              <a:rPr lang="en-US">
                <a:latin typeface="Poppins"/>
                <a:ea typeface="Poppins"/>
                <a:cs typeface="Poppins"/>
              </a:rPr>
              <a:t>docs/paper/context/SWEEP_METHOD_AND_COMMANDS.md:3</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latin typeface="Poppins"/>
                <a:ea typeface="Poppins"/>
                <a:cs typeface="Poppins"/>
              </a:rPr>
              <a:t>docs/paper/context/SWEEP_METHOD_AND_COMMANDS.md</a:t>
            </a:r>
          </a:p>
          <a:p>
            <a:r>
              <a:rPr lang="en-US">
                <a:latin typeface="Poppins"/>
                <a:ea typeface="Poppins"/>
                <a:cs typeface="Poppins"/>
              </a:rPr>
              <a:t>docs/paper/raw_data_report/SERVER_VERIFICATION.md</a:t>
            </a:r>
          </a:p>
          <a:p>
            <a:r>
              <a:rPr lang="en-US">
                <a:latin typeface="Poppins"/>
                <a:ea typeface="Poppins"/>
                <a:cs typeface="Poppins"/>
              </a:rPr>
              <a:t>docs/paper/raw_data_report/remeasure/R1_GATE_REPORT.md</a:t>
            </a:r>
          </a:p>
          <a:p/>
          <a:p>
            <a:r>
              <a:rPr lang="ko-KR">
                <a:latin typeface="NanumGothic"/>
                <a:ea typeface="NanumGothic"/>
                <a:cs typeface="NanumGothic"/>
              </a:rPr>
              <a:t>전체</a:t>
            </a:r>
            <a:r>
              <a:rPr lang="en-US">
                <a:latin typeface="Poppins"/>
                <a:ea typeface="Poppins"/>
                <a:cs typeface="Poppins"/>
              </a:rPr>
              <a:t xml:space="preserve"> sweep</a:t>
            </a:r>
            <a:r>
              <a:rPr lang="ko-KR">
                <a:latin typeface="NanumGothic"/>
                <a:ea typeface="NanumGothic"/>
                <a:cs typeface="NanumGothic"/>
              </a:rPr>
              <a:t>은</a:t>
            </a:r>
            <a:r>
              <a:rPr lang="en-US">
                <a:latin typeface="Poppins"/>
                <a:ea typeface="Poppins"/>
                <a:cs typeface="Poppins"/>
              </a:rPr>
              <a:t xml:space="preserve"> </a:t>
            </a:r>
            <a:r>
              <a:rPr lang="ko-KR">
                <a:latin typeface="NanumGothic"/>
                <a:ea typeface="NanumGothic"/>
                <a:cs typeface="NanumGothic"/>
              </a:rPr>
              <a:t>새</a:t>
            </a:r>
            <a:r>
              <a:rPr lang="en-US">
                <a:latin typeface="Poppins"/>
                <a:ea typeface="Poppins"/>
                <a:cs typeface="Poppins"/>
              </a:rPr>
              <a:t xml:space="preserve"> FVP </a:t>
            </a:r>
            <a:r>
              <a:rPr lang="ko-KR">
                <a:latin typeface="NanumGothic"/>
                <a:ea typeface="NanumGothic"/>
                <a:cs typeface="NanumGothic"/>
              </a:rPr>
              <a:t>프로세스</a:t>
            </a:r>
            <a:r>
              <a:rPr lang="en-US">
                <a:latin typeface="Poppins"/>
                <a:ea typeface="Poppins"/>
                <a:cs typeface="Poppins"/>
              </a:rPr>
              <a:t xml:space="preserve"> 3</a:t>
            </a:r>
            <a:r>
              <a:rPr lang="ko-KR">
                <a:latin typeface="NanumGothic"/>
                <a:ea typeface="NanumGothic"/>
                <a:cs typeface="NanumGothic"/>
              </a:rPr>
              <a:t>회</a:t>
            </a:r>
            <a:r>
              <a:rPr lang="en-US">
                <a:latin typeface="Poppins"/>
                <a:ea typeface="Poppins"/>
                <a:cs typeface="Poppins"/>
              </a:rPr>
              <a:t xml:space="preserve">; </a:t>
            </a:r>
            <a:r>
              <a:rPr lang="ko-KR">
                <a:latin typeface="NanumGothic"/>
                <a:ea typeface="NanumGothic"/>
                <a:cs typeface="NanumGothic"/>
              </a:rPr>
              <a:t>메모리</a:t>
            </a:r>
            <a:r>
              <a:rPr lang="en-US">
                <a:latin typeface="Poppins"/>
                <a:ea typeface="Poppins"/>
                <a:cs typeface="Poppins"/>
              </a:rPr>
              <a:t xml:space="preserve"> </a:t>
            </a:r>
            <a:r>
              <a:rPr lang="ko-KR">
                <a:latin typeface="NanumGothic"/>
                <a:ea typeface="NanumGothic"/>
                <a:cs typeface="NanumGothic"/>
              </a:rPr>
              <a:t>회수</a:t>
            </a:r>
            <a:r>
              <a:rPr lang="en-US">
                <a:latin typeface="Poppins"/>
                <a:ea typeface="Poppins"/>
                <a:cs typeface="Poppins"/>
              </a:rPr>
              <a:t xml:space="preserve"> R1</a:t>
            </a:r>
            <a:r>
              <a:rPr lang="ko-KR">
                <a:latin typeface="NanumGothic"/>
                <a:ea typeface="NanumGothic"/>
                <a:cs typeface="NanumGothic"/>
              </a:rPr>
              <a:t>은</a:t>
            </a:r>
            <a:r>
              <a:rPr lang="en-US">
                <a:latin typeface="Poppins"/>
                <a:ea typeface="Poppins"/>
                <a:cs typeface="Poppins"/>
              </a:rPr>
              <a:t xml:space="preserve"> </a:t>
            </a:r>
            <a:r>
              <a:rPr lang="ko-KR">
                <a:latin typeface="NanumGothic"/>
                <a:ea typeface="NanumGothic"/>
                <a:cs typeface="NanumGothic"/>
              </a:rPr>
              <a:t>별도</a:t>
            </a:r>
            <a:r>
              <a:rPr lang="en-US">
                <a:latin typeface="Poppins"/>
                <a:ea typeface="Poppins"/>
                <a:cs typeface="Poppins"/>
              </a:rPr>
              <a:t xml:space="preserve"> 2</a:t>
            </a:r>
            <a:r>
              <a:rPr lang="ko-KR">
                <a:latin typeface="NanumGothic"/>
                <a:ea typeface="NanumGothic"/>
                <a:cs typeface="NanumGothic"/>
              </a:rPr>
              <a:t>회이며</a:t>
            </a:r>
            <a:r>
              <a:rPr lang="en-US">
                <a:latin typeface="Poppins"/>
                <a:ea typeface="Poppins"/>
                <a:cs typeface="Poppins"/>
              </a:rPr>
              <a:t xml:space="preserve"> </a:t>
            </a:r>
            <a:r>
              <a:rPr lang="ko-KR">
                <a:latin typeface="NanumGothic"/>
                <a:ea typeface="NanumGothic"/>
                <a:cs typeface="NanumGothic"/>
              </a:rPr>
              <a:t>기존</a:t>
            </a:r>
            <a:r>
              <a:rPr lang="en-US">
                <a:latin typeface="Poppins"/>
                <a:ea typeface="Poppins"/>
                <a:cs typeface="Poppins"/>
              </a:rPr>
              <a:t xml:space="preserve"> </a:t>
            </a:r>
            <a:r>
              <a:rPr lang="ko-KR">
                <a:latin typeface="NanumGothic"/>
                <a:ea typeface="NanumGothic"/>
                <a:cs typeface="NanumGothic"/>
              </a:rPr>
              <a:t>산출물</a:t>
            </a:r>
            <a:r>
              <a:rPr lang="en-US">
                <a:latin typeface="Poppins"/>
                <a:ea typeface="Poppins"/>
                <a:cs typeface="Poppins"/>
              </a:rPr>
              <a:t xml:space="preserve">·TOTAL·ACTIVE </a:t>
            </a:r>
            <a:r>
              <a:rPr lang="ko-KR">
                <a:latin typeface="NanumGothic"/>
                <a:ea typeface="NanumGothic"/>
                <a:cs typeface="NanumGothic"/>
              </a:rPr>
              <a:t>일치</a:t>
            </a:r>
            <a:r>
              <a:rPr lang="en-US">
                <a:latin typeface="Poppins"/>
                <a:ea typeface="Poppins"/>
                <a:cs typeface="Poppins"/>
              </a:rPr>
              <a:t xml:space="preserve"> </a:t>
            </a:r>
            <a:r>
              <a:rPr lang="ko-KR">
                <a:latin typeface="NanumGothic"/>
                <a:ea typeface="NanumGothic"/>
                <a:cs typeface="NanumGothic"/>
              </a:rPr>
              <a:t>게이트</a:t>
            </a:r>
            <a:r>
              <a:rPr lang="en-US">
                <a:latin typeface="Poppins"/>
                <a:ea typeface="Poppins"/>
                <a:cs typeface="Poppins"/>
              </a:rPr>
              <a:t xml:space="preserve"> </a:t>
            </a:r>
            <a:r>
              <a:rPr lang="ko-KR">
                <a:latin typeface="NanumGothic"/>
                <a:ea typeface="NanumGothic"/>
                <a:cs typeface="NanumGothic"/>
              </a:rPr>
              <a:t>통과</a:t>
            </a:r>
            <a:r>
              <a:rPr lang="en-US">
                <a:latin typeface="Poppins"/>
                <a:ea typeface="Poppins"/>
                <a:cs typeface="Poppins"/>
              </a:rPr>
              <a:t xml:space="preserve">. </a:t>
            </a:r>
            <a:r>
              <a:rPr lang="ko-KR">
                <a:latin typeface="NanumGothic"/>
                <a:ea typeface="NanumGothic"/>
                <a:cs typeface="NanumGothic"/>
              </a:rPr>
              <a:t>연산</a:t>
            </a:r>
            <a:r>
              <a:rPr lang="en-US">
                <a:latin typeface="Poppins"/>
                <a:ea typeface="Poppins"/>
                <a:cs typeface="Poppins"/>
              </a:rPr>
              <a:t xml:space="preserve"> </a:t>
            </a:r>
            <a:r>
              <a:rPr lang="ko-KR">
                <a:latin typeface="NanumGothic"/>
                <a:ea typeface="NanumGothic"/>
                <a:cs typeface="NanumGothic"/>
              </a:rPr>
              <a:t>그룹</a:t>
            </a:r>
            <a:r>
              <a:rPr lang="en-US">
                <a:latin typeface="Poppins"/>
                <a:ea typeface="Poppins"/>
                <a:cs typeface="Poppins"/>
              </a:rPr>
              <a:t xml:space="preserve"> </a:t>
            </a:r>
            <a:r>
              <a:rPr lang="ko-KR">
                <a:latin typeface="NanumGothic"/>
                <a:ea typeface="NanumGothic"/>
                <a:cs typeface="NanumGothic"/>
              </a:rPr>
              <a:t>자료는</a:t>
            </a:r>
            <a:r>
              <a:rPr lang="en-US">
                <a:latin typeface="Poppins"/>
                <a:ea typeface="Poppins"/>
                <a:cs typeface="Poppins"/>
              </a:rPr>
              <a:t xml:space="preserve"> </a:t>
            </a:r>
            <a:r>
              <a:rPr lang="ko-KR">
                <a:latin typeface="NanumGothic"/>
                <a:ea typeface="NanumGothic"/>
                <a:cs typeface="NanumGothic"/>
              </a:rPr>
              <a:t>별도</a:t>
            </a:r>
            <a:r>
              <a:rPr lang="en-US">
                <a:latin typeface="Poppins"/>
                <a:ea typeface="Poppins"/>
                <a:cs typeface="Poppins"/>
              </a:rPr>
              <a:t xml:space="preserve"> </a:t>
            </a:r>
            <a:r>
              <a:rPr lang="ko-KR">
                <a:latin typeface="NanumGothic"/>
                <a:ea typeface="NanumGothic"/>
                <a:cs typeface="NanumGothic"/>
              </a:rPr>
              <a:t>계측</a:t>
            </a:r>
            <a:r>
              <a:rPr lang="en-US">
                <a:latin typeface="Poppins"/>
                <a:ea typeface="Poppins"/>
                <a:cs typeface="Poppins"/>
              </a:rPr>
              <a:t xml:space="preserve"> </a:t>
            </a:r>
            <a:r>
              <a:rPr lang="ko-KR">
                <a:latin typeface="NanumGothic"/>
                <a:ea typeface="NanumGothic"/>
                <a:cs typeface="NanumGothic"/>
              </a:rPr>
              <a:t>산출물로</a:t>
            </a:r>
            <a:r>
              <a:rPr lang="en-US">
                <a:latin typeface="Poppins"/>
                <a:ea typeface="Poppins"/>
                <a:cs typeface="Poppins"/>
              </a:rPr>
              <a:t xml:space="preserve"> </a:t>
            </a:r>
            <a:r>
              <a:rPr lang="ko-KR">
                <a:latin typeface="NanumGothic"/>
                <a:ea typeface="NanumGothic"/>
                <a:cs typeface="NanumGothic"/>
              </a:rPr>
              <a:t>전체</a:t>
            </a:r>
            <a:r>
              <a:rPr lang="en-US">
                <a:latin typeface="Poppins"/>
                <a:ea typeface="Poppins"/>
                <a:cs typeface="Poppins"/>
              </a:rPr>
              <a:t xml:space="preserve"> </a:t>
            </a:r>
            <a:r>
              <a:rPr lang="ko-KR">
                <a:latin typeface="NanumGothic"/>
                <a:ea typeface="NanumGothic"/>
                <a:cs typeface="NanumGothic"/>
              </a:rPr>
              <a:t>모델</a:t>
            </a:r>
            <a:r>
              <a:rPr lang="en-US">
                <a:latin typeface="Poppins"/>
                <a:ea typeface="Poppins"/>
                <a:cs typeface="Poppins"/>
              </a:rPr>
              <a:t xml:space="preserve"> </a:t>
            </a:r>
            <a:r>
              <a:rPr lang="ko-KR">
                <a:latin typeface="NanumGothic"/>
                <a:ea typeface="NanumGothic"/>
                <a:cs typeface="NanumGothic"/>
              </a:rPr>
              <a:t>결과와</a:t>
            </a:r>
            <a:r>
              <a:rPr lang="en-US">
                <a:latin typeface="Poppins"/>
                <a:ea typeface="Poppins"/>
                <a:cs typeface="Poppins"/>
              </a:rPr>
              <a:t xml:space="preserve"> </a:t>
            </a:r>
            <a:r>
              <a:rPr lang="ko-KR">
                <a:latin typeface="NanumGothic"/>
                <a:ea typeface="NanumGothic"/>
                <a:cs typeface="NanumGothic"/>
              </a:rPr>
              <a:t>혼합하지</a:t>
            </a:r>
            <a:r>
              <a:rPr lang="en-US">
                <a:latin typeface="Poppins"/>
                <a:ea typeface="Poppins"/>
                <a:cs typeface="Poppins"/>
              </a:rPr>
              <a:t xml:space="preserve"> </a:t>
            </a:r>
            <a:r>
              <a:rPr lang="ko-KR">
                <a:latin typeface="NanumGothic"/>
                <a:ea typeface="NanumGothic"/>
                <a:cs typeface="NanumGothic"/>
              </a:rPr>
              <a:t>않는다</a:t>
            </a:r>
            <a:r>
              <a:rPr lang="en-US">
                <a:latin typeface="Poppins"/>
                <a:ea typeface="Poppins"/>
                <a:cs typeface="Poppins"/>
              </a:rPr>
              <a:t xml:space="preserve">. Fusion/slicing </a:t>
            </a:r>
            <a:r>
              <a:rPr lang="ko-KR">
                <a:latin typeface="NanumGothic"/>
                <a:ea typeface="NanumGothic"/>
                <a:cs typeface="NanumGothic"/>
              </a:rPr>
              <a:t>때문에</a:t>
            </a:r>
            <a:r>
              <a:rPr lang="en-US">
                <a:latin typeface="Poppins"/>
                <a:ea typeface="Poppins"/>
                <a:cs typeface="Poppins"/>
              </a:rPr>
              <a:t xml:space="preserve"> </a:t>
            </a:r>
            <a:r>
              <a:rPr lang="ko-KR">
                <a:latin typeface="NanumGothic"/>
                <a:ea typeface="NanumGothic"/>
                <a:cs typeface="NanumGothic"/>
              </a:rPr>
              <a:t>원본</a:t>
            </a:r>
            <a:r>
              <a:rPr lang="en-US">
                <a:latin typeface="Poppins"/>
                <a:ea typeface="Poppins"/>
                <a:cs typeface="Poppins"/>
              </a:rPr>
              <a:t xml:space="preserve"> layer</a:t>
            </a:r>
            <a:r>
              <a:rPr lang="ko-KR">
                <a:latin typeface="NanumGothic"/>
                <a:ea typeface="NanumGothic"/>
                <a:cs typeface="NanumGothic"/>
              </a:rPr>
              <a:t>와</a:t>
            </a:r>
            <a:r>
              <a:rPr lang="en-US">
                <a:latin typeface="Poppins"/>
                <a:ea typeface="Poppins"/>
                <a:cs typeface="Poppins"/>
              </a:rPr>
              <a:t xml:space="preserve"> </a:t>
            </a:r>
            <a:r>
              <a:rPr lang="ko-KR">
                <a:latin typeface="NanumGothic"/>
                <a:ea typeface="NanumGothic"/>
                <a:cs typeface="NanumGothic"/>
              </a:rPr>
              <a:t>일대일</a:t>
            </a:r>
            <a:r>
              <a:rPr lang="en-US">
                <a:latin typeface="Poppins"/>
                <a:ea typeface="Poppins"/>
                <a:cs typeface="Poppins"/>
              </a:rPr>
              <a:t xml:space="preserve"> </a:t>
            </a:r>
            <a:r>
              <a:rPr lang="ko-KR">
                <a:latin typeface="NanumGothic"/>
                <a:ea typeface="NanumGothic"/>
                <a:cs typeface="NanumGothic"/>
              </a:rPr>
              <a:t>대응하지</a:t>
            </a:r>
            <a:r>
              <a:rPr lang="en-US">
                <a:latin typeface="Poppins"/>
                <a:ea typeface="Poppins"/>
                <a:cs typeface="Poppins"/>
              </a:rPr>
              <a:t xml:space="preserve"> </a:t>
            </a:r>
            <a:r>
              <a:rPr lang="ko-KR">
                <a:latin typeface="NanumGothic"/>
                <a:ea typeface="NanumGothic"/>
                <a:cs typeface="NanumGothic"/>
              </a:rPr>
              <a:t>않음</a:t>
            </a:r>
            <a:r>
              <a:rPr lang="en-US">
                <a:latin typeface="Poppins"/>
                <a:ea typeface="Poppins"/>
                <a:cs typeface="Poppins"/>
              </a:rP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기존 5 + 8</a:t>
            </a:r>
          </a:p>
          <a:p>
            <a:pPr marL="0" indent="0">
              <a:buFontTx/>
              <a:buNone/>
            </a:pPr>
            <a:r>
              <a:rPr>
                <a:latin typeface="나눔고딕" charset="0"/>
                <a:ea typeface="나눔고딕" charset="0"/>
                <a:sym typeface="나눔고딕" charset="0"/>
              </a:rPr>
              <a:t>기존 옵션과 측정 지표 페이지 통합. 명령행 파라미터 및 설정 경로는 생략. System configuration은 컴파일러 성능 모델의 클럭·메모리 가정이고, Memory timing은 MLEK timing adapter의 서비스 조건으로 구분. 재현성 및 실행 구현 설명은 실험 방법 페이지에 둠. 추가 파생 지표: 도메인별 cost/geomean(7 workloads), Spearman rho. Idle=Total−Active. Total은 48-bit NPU cycle counter. CPU 전체 지연시간이나 MAC 활용률과 구분. MAC 2배에서 incremental efficiency&lt;0.5는 cycle 증가를 뜻하므로 일반적 포화 기준으로 표현하지 않음.</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10</a:t>
            </a:r>
          </a:p>
          <a:p>
            <a:pPr marL="0" indent="0">
              <a:buFontTx/>
              <a:buNone/>
            </a:pPr>
            <a:r>
              <a:rPr>
                <a:latin typeface="나눔고딕" charset="0"/>
                <a:ea typeface="나눔고딕" charset="0"/>
                <a:sym typeface="나눔고딕" charset="0"/>
              </a:rPr>
              <a:t>원본 모델/작업/정성적 연산 특성 표를 유지. vww4의 MobileNet 계보는 실제 모델 식별 확인 필요해 확정하지 않음. Wav2Letter 연산량 최대라는 미확인 정량 주장은 생략. MLPerf Tiny 자체 실행이 아니라 유사 task를 포함하는 MLEK 모델 평가임.</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platform_sensitivity/X1_RESULTS.md,X3_METRIC_ROBUSTNESS.md,X1_LIMITATIONS.md,FVP_COMPARABILITY_MATRIX.md. ClassA U65 310↔315TAOFF 14/14canonical exact. ClassB platform+TA+FM동시변화NOT_SEPARATED. U85peer없음. TAON/ON쌍없어ClassA결과의TAON이전NOT_EVALUABLE.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raw_data_report/tables/3_3_cycles_by_mac.csv (normalized cost = C(w)/geomean), tables/3_2_whole_model_pmu.csv (ACTIVE/TOTAL, canonical_cells 74셀에서 재계산: U55 0.9908–1.0000, U65 0.9880–1.0000, U85 0.9756–1.0000). REPORT §3.2: ACTIVE ≠ compute utilization ≠ compute-bound. 막대는 패널 내부 상대 비용이며 세대 간 속도 비교가 아니다. v2 부록 A1 그림 재사용.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raw_data_report/tables/3_2_memory_traffic.csv, 3_2_whole_model_pmu.csv. U55/U65 분모 AXI0_RD+AXI0_WR+AXI1_RD (AXI1_WR 미수집). U85 분모 SRAM_RD+SRAM_WR+EXT_RD+EXT_WR (R1 재측정 회수). effective bandwidth는 beat 크기·클럭·TA 미확인으로 NOT_EVALUABLE. v2 부록 A2 그림 재사용.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원본15장그림. raw_data_report/tables/3_2_memory_traffic.csv 및3_3_cycles_by_mac.csv. U55/U65=AXI0_R+AXI0_W+AXI1_R(AXI1_W미수집);U85=SRAM_R/W+EXT_R/W,R1재측정값. NPU간항목정의다르므로직접비교금지. 전체memorytraffic 또는 bandwidth원인단정금지.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raw_data_report/tables/3_3_cycles_by_mac.csv. 원본11장 대체; 점은 동일. 점선=baseline_MAC/current_MAC 이론적 참고선, Vela 예측 아님. U55 Wav2Letter는256MAC단일점이라 곡선제외. U85 system config 및 TA 조건 차이는 REPORT §3.1/3.3.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raw_data_report/tables/3_3_scaling_transitions.csv. 원본12장의 heatmap 유지. RNNoise U85 128→256 plateau;256→512 +19000;512→1024 −6000;1024→2048 +5000. 결측3개U55Wav2Letter. 분류경계0.75/0.5는기존고정값,0.5미만은2배MAC에서역전.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tables/3_4_mechanism_evidence_matrix.csv. 판단 어휘 대응: 판정 불가=NOT_EVALUABLE, 근거 부족=NOT_ESTABLISHED, 부합=CONSISTENT_WITH, 연관성 관측=ASSOCIATED_WITH, 용량 제약 확인=STRUCTURAL_CONTEXT. 두 종류 묶음은 발표용 분류.</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수치 출처: 11장 traffic share 그림(RNNoise 외부 경로 94/95/97%), 12장 beats-vs-cycles 그림(U65 KWS beat 1.03·cycle 0.60, AD 1.01·0.64), executability.csv(6 cells). effective bandwidth는 beat 크기·클럭·TA 파라미터 미확인으로 계산하지 않음. link-time overflow는 빌드 결과이며 runtime streaming bottleneck과 별개.</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출처: 14장 heatmap(U55 RNNoise 0.51/0.51/0.50, U85 RNNoise 128→256 0.50), 16장→18장 연산 그룹 분석(14그룹 증가 10, ublock 41/43·63/65·14/16), 3_4 matrix(DWConv count NOT_COLLECTED).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MANUSCRIPT.md §7.3/7.4; mechanism/U85_GROUP_DIFFERENTIAL.csv B-frozen rnnoise14groups; group_sum19060 vs formal19000별도경로. UBLOCK변화41/43,63/65,14/16은5모델124개분리가능연산모집단(계측CSV),rnnoise14그룹만아님. P1B_CROSSMODE_GROUPS rnnoise29공통그룹=24SAME전모드+3REGRESS전모드+2SO동일SH/DS증가. 27/29일치,증가↔감소반전0. 모드마다artifact다름. 14와29는분할이다름.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platform_sensitivity/X1_LIMITATIONS.md;mechanism/U85_MECHANISM_LIMITATIONS.md;U85_P1B_RESULTS.md;raw_data_report/REPORT.md §§3.4/4.1. 하드웨어검증추가하지않음.</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REPORT.md §3.2–3.4 요약. Vela(§4)는 부록. U85 예외를 Family 일반 결론으로 확대하지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원본16장수치. analysis/vela_fvp_trend_agreement.csv;raw_data_report/tables/4_2_transition_prediction.csv;4_1_accuracy_metrics.csv. Spearman11개중10개1,1개0.964286.절대오차REFUSED_ABSOLUTE. legacy saturation19/20를현재포화정확도처럼사용하지않음.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원본17장그림. raw_data_report/tables/4_2_transition_prediction.csv. rnnoiseU85:128→256FVP동일Vela감소;256→512FVP증가Vela감소;512→1024FVP감소Vela증가;1024→2048둘다증가. 역전놓침은256→512에한정.</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fImage681856149273.png"/><Relationship Id="rId3" Type="http://schemas.openxmlformats.org/officeDocument/2006/relationships/image" Target="../media/fImage18856617686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fImage681857387929.png"/><Relationship Id="rId3" Type="http://schemas.openxmlformats.org/officeDocument/2006/relationships/image" Target="../media/fImage18856741960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fImage68185842887.png"/><Relationship Id="rId3" Type="http://schemas.openxmlformats.org/officeDocument/2006/relationships/image" Target="../media/fImage1885684525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fImage6818595084.png"/><Relationship Id="rId3" Type="http://schemas.openxmlformats.org/officeDocument/2006/relationships/image" Target="../media/fImage18856953207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6.xml"></Relationship><Relationship Id="rId2" Type="http://schemas.openxmlformats.org/officeDocument/2006/relationships/image" Target="../media/fImage68185891804.png"></Relationship><Relationship Id="rId3" Type="http://schemas.openxmlformats.org/officeDocument/2006/relationships/image" Target="../media/fImage188568946057.png"></Relationship></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Relationship></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7.xml"></Relationship><Relationship Id="rId2" Type="http://schemas.openxmlformats.org/officeDocument/2006/relationships/image" Target="../media/fImage6818510674547.png"></Relationship><Relationship Id="rId3" Type="http://schemas.openxmlformats.org/officeDocument/2006/relationships/image" Target="../media/fImage1885610709272.png"></Relationship></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Relationship></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8.xml"></Relationship><Relationship Id="rId2" Type="http://schemas.openxmlformats.org/officeDocument/2006/relationships/image" Target="../media/fImage6818515359780.png"></Relationship><Relationship Id="rId3" Type="http://schemas.openxmlformats.org/officeDocument/2006/relationships/image" Target="../media/fImage1885615388796.png"></Relationship></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Relationshi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3E4942-5F08-2FE9-F4D7-52AF0DC90FDC}"/>
              </a:ext>
            </a:extLst>
          </p:cNvPr>
          <p:cNvSpPr/>
          <p:nvPr userDrawn="1"/>
        </p:nvSpPr>
        <p:spPr>
          <a:xfrm>
            <a:off x="-15242" y="630352"/>
            <a:ext cx="12216384"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7" name="Rectangle 6">
            <a:extLst>
              <a:ext uri="{FF2B5EF4-FFF2-40B4-BE49-F238E27FC236}">
                <a16:creationId xmlns:a16="http://schemas.microsoft.com/office/drawing/2014/main" id="{F5F9F10B-B5E0-F830-194B-369C6870E23B}"/>
              </a:ext>
            </a:extLst>
          </p:cNvPr>
          <p:cNvSpPr/>
          <p:nvPr userDrawn="1"/>
        </p:nvSpPr>
        <p:spPr>
          <a:xfrm>
            <a:off x="-15242" y="-9728"/>
            <a:ext cx="12216384" cy="64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4" name="Rectangle 3">
            <a:extLst>
              <a:ext uri="{FF2B5EF4-FFF2-40B4-BE49-F238E27FC236}">
                <a16:creationId xmlns:a16="http://schemas.microsoft.com/office/drawing/2014/main" id="{E7A83347-B13C-057C-02F8-B723255A9CF8}"/>
              </a:ext>
            </a:extLst>
          </p:cNvPr>
          <p:cNvSpPr/>
          <p:nvPr userDrawn="1"/>
        </p:nvSpPr>
        <p:spPr>
          <a:xfrm>
            <a:off x="0" y="6138152"/>
            <a:ext cx="12192000" cy="73152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972AEF22-5175-803C-8D23-10B8BA20EA5E}"/>
              </a:ext>
            </a:extLst>
          </p:cNvPr>
          <p:cNvSpPr>
            <a:spLocks noGrp="1"/>
          </p:cNvSpPr>
          <p:nvPr>
            <p:ph type="ctrTitle"/>
          </p:nvPr>
        </p:nvSpPr>
        <p:spPr>
          <a:xfrm>
            <a:off x="1524000" y="1171599"/>
            <a:ext cx="9144000" cy="2387600"/>
          </a:xfrm>
        </p:spPr>
        <p:txBody>
          <a:bodyPr anchor="b">
            <a:normAutofit/>
          </a:bodyPr>
          <a:lstStyle>
            <a:lvl1pPr algn="ctr">
              <a:defRPr sz="4800">
                <a:solidFill>
                  <a:schemeClr val="tx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Subtitle 2">
            <a:extLst>
              <a:ext uri="{FF2B5EF4-FFF2-40B4-BE49-F238E27FC236}">
                <a16:creationId xmlns:a16="http://schemas.microsoft.com/office/drawing/2014/main" id="{98D392BF-4F2A-DC05-BA58-64EFEE5D57E0}"/>
              </a:ext>
            </a:extLst>
          </p:cNvPr>
          <p:cNvSpPr>
            <a:spLocks noGrp="1"/>
          </p:cNvSpPr>
          <p:nvPr>
            <p:ph type="subTitle" idx="1"/>
          </p:nvPr>
        </p:nvSpPr>
        <p:spPr>
          <a:xfrm>
            <a:off x="1524000" y="3876358"/>
            <a:ext cx="9144000" cy="1655762"/>
          </a:xfrm>
        </p:spPr>
        <p:txBody>
          <a:bodyPr/>
          <a:lstStyle>
            <a:lvl1pPr marL="0" indent="0" algn="ctr">
              <a:buNone/>
              <a:defRPr sz="2400">
                <a:solidFill>
                  <a:schemeClr val="tx1"/>
                </a:solidFill>
                <a:latin typeface="Poppins"/>
                <a:ea typeface="NanumGothic"/>
                <a:cs typeface="Poppins"/>
              </a:defRPr>
            </a:lvl1pPr>
            <a:lvl2pPr marL="457200" indent="0" algn="ctr">
              <a:buNone/>
              <a:defRPr sz="2000">
                <a:latin typeface="Poppins"/>
                <a:ea typeface="NanumGothic"/>
                <a:cs typeface="Poppins"/>
              </a:defRPr>
            </a:lvl2pPr>
            <a:lvl3pPr marL="914400" indent="0" algn="ctr">
              <a:buNone/>
              <a:defRPr sz="1800">
                <a:latin typeface="Poppins"/>
                <a:ea typeface="NanumGothic"/>
                <a:cs typeface="Poppins"/>
              </a:defRPr>
            </a:lvl3pPr>
            <a:lvl4pPr marL="1371600" indent="0" algn="ctr">
              <a:buNone/>
              <a:defRPr sz="1600">
                <a:latin typeface="Poppins"/>
                <a:ea typeface="NanumGothic"/>
                <a:cs typeface="Poppins"/>
              </a:defRPr>
            </a:lvl4pPr>
            <a:lvl5pPr marL="1828800" indent="0" algn="ctr">
              <a:buNone/>
              <a:defRPr sz="1600">
                <a:latin typeface="Poppins"/>
                <a:ea typeface="NanumGothic"/>
                <a:cs typeface="Poppins"/>
              </a:defRPr>
            </a:lvl5pPr>
            <a:lvl6pPr marL="2286000" indent="0" algn="ctr">
              <a:buNone/>
              <a:defRPr sz="1600">
                <a:latin typeface="Poppins"/>
                <a:ea typeface="NanumGothic"/>
                <a:cs typeface="Poppins"/>
              </a:defRPr>
            </a:lvl6pPr>
            <a:lvl7pPr marL="2743200" indent="0" algn="ctr">
              <a:buNone/>
              <a:defRPr sz="1600">
                <a:latin typeface="Poppins"/>
                <a:ea typeface="NanumGothic"/>
                <a:cs typeface="Poppins"/>
              </a:defRPr>
            </a:lvl7pPr>
            <a:lvl8pPr marL="3200400" indent="0" algn="ctr">
              <a:buNone/>
              <a:defRPr sz="1600">
                <a:latin typeface="Poppins"/>
                <a:ea typeface="NanumGothic"/>
                <a:cs typeface="Poppins"/>
              </a:defRPr>
            </a:lvl8pPr>
            <a:lvl9pPr marL="3657600" indent="0" algn="ctr">
              <a:buNone/>
              <a:defRPr sz="1600">
                <a:latin typeface="Poppins"/>
                <a:ea typeface="NanumGothic"/>
                <a:cs typeface="Poppins"/>
              </a:defRPr>
            </a:lvl9pPr>
          </a:lstStyle>
          <a:p>
            <a:r>
              <a:rPr lang="en-US" dirty="0">
                <a:latin typeface="Poppins"/>
                <a:ea typeface="Poppins"/>
                <a:cs typeface="Poppins"/>
              </a:rPr>
              <a:t>Click to edit Master subtitle style</a:t>
            </a:r>
          </a:p>
        </p:txBody>
      </p:sp>
      <p:sp>
        <p:nvSpPr>
          <p:cNvPr id="6" name="Slide Number Placeholder 5">
            <a:extLst>
              <a:ext uri="{FF2B5EF4-FFF2-40B4-BE49-F238E27FC236}">
                <a16:creationId xmlns:a16="http://schemas.microsoft.com/office/drawing/2014/main" id="{78B6FFF8-D8D2-EB2C-D2B4-1A08F806FF19}"/>
              </a:ext>
            </a:extLst>
          </p:cNvPr>
          <p:cNvSpPr>
            <a:spLocks noGrp="1"/>
          </p:cNvSpPr>
          <p:nvPr>
            <p:ph type="sldNum" sz="quarter" idx="12"/>
          </p:nvPr>
        </p:nvSpPr>
        <p:spPr>
          <a:xfrm>
            <a:off x="5730240" y="6341744"/>
            <a:ext cx="731520" cy="365125"/>
          </a:xfrm>
        </p:spPr>
        <p:txBody>
          <a:bodyPr/>
          <a:lstStyle>
            <a:lvl1pPr algn="ctr">
              <a:defRPr>
                <a:latin typeface="Poppins"/>
                <a:ea typeface="NanumGothic"/>
                <a:cs typeface="Poppins"/>
              </a:defRPr>
            </a:lvl1pPr>
          </a:lstStyle>
          <a:p>
            <a:fld id="{B0508F47-983B-411C-9695-335784CE33C0}" type="slidenum">
              <a:rPr lang="en-US" smtClean="0">
                <a:latin typeface="Poppins"/>
                <a:ea typeface="NanumGothic"/>
                <a:cs typeface="Poppins"/>
              </a:rPr>
              <a:pPr/>
              <a:t>‹#›</a:t>
            </a:fld>
            <a:endParaRPr lang="en-US" dirty="0">
              <a:latin typeface="Poppins"/>
              <a:ea typeface="NanumGothic"/>
              <a:cs typeface="Poppins"/>
            </a:endParaRPr>
          </a:p>
        </p:txBody>
      </p:sp>
      <p:pic>
        <p:nvPicPr>
          <p:cNvPr id="9" name="Picture 8" descr="Shape&#10;&#10;Description automatically generated with medium confidence">
            <a:extLst>
              <a:ext uri="{FF2B5EF4-FFF2-40B4-BE49-F238E27FC236}">
                <a16:creationId xmlns:a16="http://schemas.microsoft.com/office/drawing/2014/main" id="{9F241E57-D4F7-E922-8A39-D6A6D677D6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4241" b="13607"/>
          <a:stretch/>
        </p:blipFill>
        <p:spPr>
          <a:xfrm>
            <a:off x="10404665" y="6364666"/>
            <a:ext cx="1596835" cy="329184"/>
          </a:xfrm>
          <a:prstGeom prst="rect">
            <a:avLst/>
          </a:prstGeom>
        </p:spPr>
      </p:pic>
      <p:sp>
        <p:nvSpPr>
          <p:cNvPr id="10" name="Rectangle 9">
            <a:extLst>
              <a:ext uri="{FF2B5EF4-FFF2-40B4-BE49-F238E27FC236}">
                <a16:creationId xmlns:a16="http://schemas.microsoft.com/office/drawing/2014/main" id="{2A4FEB64-B714-0598-AEE1-EB9D00CCB0EA}"/>
              </a:ext>
            </a:extLst>
          </p:cNvPr>
          <p:cNvSpPr/>
          <p:nvPr userDrawn="1"/>
        </p:nvSpPr>
        <p:spPr>
          <a:xfrm>
            <a:off x="6655847"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chemeClr val="tx1"/>
                </a:solidFill>
                <a:latin typeface="Poppins"/>
                <a:ea typeface="Poppins"/>
                <a:cs typeface="Poppins"/>
              </a:rPr>
              <a:t>Compiler &amp; System Software Laboratory</a:t>
            </a:r>
          </a:p>
        </p:txBody>
      </p:sp>
      <p:sp>
        <p:nvSpPr>
          <p:cNvPr id="11" name="Rectangle 10">
            <a:extLst>
              <a:ext uri="{FF2B5EF4-FFF2-40B4-BE49-F238E27FC236}">
                <a16:creationId xmlns:a16="http://schemas.microsoft.com/office/drawing/2014/main" id="{75023385-772D-AA5A-6F2D-E42646453E86}"/>
              </a:ext>
            </a:extLst>
          </p:cNvPr>
          <p:cNvSpPr/>
          <p:nvPr userDrawn="1"/>
        </p:nvSpPr>
        <p:spPr>
          <a:xfrm>
            <a:off x="883920"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Poppins"/>
                <a:ea typeface="Poppins"/>
                <a:cs typeface="Poppins"/>
              </a:rPr>
              <a:t>School of Computing @ College of Software</a:t>
            </a:r>
          </a:p>
        </p:txBody>
      </p:sp>
      <p:pic>
        <p:nvPicPr>
          <p:cNvPr id="12" name="Picture 11" descr="Icon&#10;&#10;Description automatically generated">
            <a:extLst>
              <a:ext uri="{FF2B5EF4-FFF2-40B4-BE49-F238E27FC236}">
                <a16:creationId xmlns:a16="http://schemas.microsoft.com/office/drawing/2014/main" id="{056F9514-CF1D-C02B-61CF-99E5DFD4AF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0500" y="6366325"/>
            <a:ext cx="548640" cy="325865"/>
          </a:xfrm>
          <a:prstGeom prst="rect">
            <a:avLst/>
          </a:prstGeom>
        </p:spPr>
      </p:pic>
    </p:spTree>
    <p:extLst>
      <p:ext uri="{BB962C8B-B14F-4D97-AF65-F5344CB8AC3E}">
        <p14:creationId xmlns:p14="http://schemas.microsoft.com/office/powerpoint/2010/main" val="17125584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40FA6B-6759-1E4D-9BE0-62C4BBE781FC}"/>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49A39A9A-A2D7-B745-6002-D0C6671650B7}"/>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EB1BD285-6C29-67B9-1318-CCCA093F654F}"/>
              </a:ext>
            </a:extLst>
          </p:cNvPr>
          <p:cNvSpPr>
            <a:spLocks noGrp="1"/>
          </p:cNvSpPr>
          <p:nvPr>
            <p:ph idx="1"/>
          </p:nvPr>
        </p:nvSpPr>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Slide Number Placeholder 5">
            <a:extLst>
              <a:ext uri="{FF2B5EF4-FFF2-40B4-BE49-F238E27FC236}">
                <a16:creationId xmlns:a16="http://schemas.microsoft.com/office/drawing/2014/main" id="{D76B957A-0A08-6627-1DAF-238F17CD767B}"/>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004331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2AC1A-18C3-D381-2CEC-0AA63DD9FFE3}"/>
              </a:ext>
            </a:extLst>
          </p:cNvPr>
          <p:cNvSpPr>
            <a:spLocks noGrp="1"/>
          </p:cNvSpPr>
          <p:nvPr>
            <p:ph type="title"/>
          </p:nvPr>
        </p:nvSpPr>
        <p:spPr>
          <a:xfrm>
            <a:off x="831850" y="1709738"/>
            <a:ext cx="10515600" cy="2852737"/>
          </a:xfrm>
        </p:spPr>
        <p:txBody>
          <a:bodyPr anchor="b"/>
          <a:lstStyle>
            <a:lvl1pPr>
              <a:defRPr sz="6000">
                <a:latin typeface="Poppins"/>
                <a:ea typeface="NanumGothic"/>
                <a:cs typeface="Poppins"/>
              </a:defRPr>
            </a:lvl1pPr>
          </a:lstStyle>
          <a:p>
            <a:r>
              <a:rPr lang="en-US" dirty="0">
                <a:latin typeface="Poppins"/>
                <a:ea typeface="Poppins"/>
                <a:cs typeface="Poppins"/>
              </a:rPr>
              <a:t>Click to edit Master title style</a:t>
            </a:r>
          </a:p>
        </p:txBody>
      </p:sp>
      <p:sp>
        <p:nvSpPr>
          <p:cNvPr id="3" name="Text Placeholder 2">
            <a:extLst>
              <a:ext uri="{FF2B5EF4-FFF2-40B4-BE49-F238E27FC236}">
                <a16:creationId xmlns:a16="http://schemas.microsoft.com/office/drawing/2014/main" id="{80283954-0FE4-B62A-2C42-099F6A9309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Poppins"/>
                <a:ea typeface="NanumGothic"/>
                <a:cs typeface="Poppins"/>
              </a:defRPr>
            </a:lvl1pPr>
            <a:lvl2pPr marL="457200" indent="0">
              <a:buNone/>
              <a:defRPr sz="2000">
                <a:solidFill>
                  <a:schemeClr val="tx1">
                    <a:tint val="75000"/>
                  </a:schemeClr>
                </a:solidFill>
                <a:latin typeface="Poppins"/>
                <a:ea typeface="NanumGothic"/>
                <a:cs typeface="Poppins"/>
              </a:defRPr>
            </a:lvl2pPr>
            <a:lvl3pPr marL="914400" indent="0">
              <a:buNone/>
              <a:defRPr sz="1800">
                <a:solidFill>
                  <a:schemeClr val="tx1">
                    <a:tint val="75000"/>
                  </a:schemeClr>
                </a:solidFill>
                <a:latin typeface="Poppins"/>
                <a:ea typeface="NanumGothic"/>
                <a:cs typeface="Poppins"/>
              </a:defRPr>
            </a:lvl3pPr>
            <a:lvl4pPr marL="1371600" indent="0">
              <a:buNone/>
              <a:defRPr sz="1600">
                <a:solidFill>
                  <a:schemeClr val="tx1">
                    <a:tint val="75000"/>
                  </a:schemeClr>
                </a:solidFill>
                <a:latin typeface="Poppins"/>
                <a:ea typeface="NanumGothic"/>
                <a:cs typeface="Poppins"/>
              </a:defRPr>
            </a:lvl4pPr>
            <a:lvl5pPr marL="1828800" indent="0">
              <a:buNone/>
              <a:defRPr sz="1600">
                <a:solidFill>
                  <a:schemeClr val="tx1">
                    <a:tint val="75000"/>
                  </a:schemeClr>
                </a:solidFill>
                <a:latin typeface="Poppins"/>
                <a:ea typeface="NanumGothic"/>
                <a:cs typeface="Poppins"/>
              </a:defRPr>
            </a:lvl5pPr>
            <a:lvl6pPr marL="2286000" indent="0">
              <a:buNone/>
              <a:defRPr sz="1600">
                <a:solidFill>
                  <a:schemeClr val="tx1">
                    <a:tint val="75000"/>
                  </a:schemeClr>
                </a:solidFill>
                <a:latin typeface="Poppins"/>
                <a:ea typeface="NanumGothic"/>
                <a:cs typeface="Poppins"/>
              </a:defRPr>
            </a:lvl6pPr>
            <a:lvl7pPr marL="2743200" indent="0">
              <a:buNone/>
              <a:defRPr sz="1600">
                <a:solidFill>
                  <a:schemeClr val="tx1">
                    <a:tint val="75000"/>
                  </a:schemeClr>
                </a:solidFill>
                <a:latin typeface="Poppins"/>
                <a:ea typeface="NanumGothic"/>
                <a:cs typeface="Poppins"/>
              </a:defRPr>
            </a:lvl7pPr>
            <a:lvl8pPr marL="3200400" indent="0">
              <a:buNone/>
              <a:defRPr sz="1600">
                <a:solidFill>
                  <a:schemeClr val="tx1">
                    <a:tint val="75000"/>
                  </a:schemeClr>
                </a:solidFill>
                <a:latin typeface="Poppins"/>
                <a:ea typeface="NanumGothic"/>
                <a:cs typeface="Poppins"/>
              </a:defRPr>
            </a:lvl8pPr>
            <a:lvl9pPr marL="3657600" indent="0">
              <a:buNone/>
              <a:defRPr sz="1600">
                <a:solidFill>
                  <a:schemeClr val="tx1">
                    <a:tint val="75000"/>
                  </a:schemeClr>
                </a:solidFill>
                <a:latin typeface="Poppins"/>
                <a:ea typeface="NanumGothic"/>
                <a:cs typeface="Poppins"/>
              </a:defRPr>
            </a:lvl9pPr>
          </a:lstStyle>
          <a:p>
            <a:pPr lvl="0"/>
            <a:r>
              <a:rPr lang="en-US">
                <a:latin typeface="Poppins"/>
                <a:ea typeface="Poppins"/>
                <a:cs typeface="Poppins"/>
              </a:rPr>
              <a:t>Click to edit Master text styles</a:t>
            </a:r>
          </a:p>
        </p:txBody>
      </p:sp>
      <p:sp>
        <p:nvSpPr>
          <p:cNvPr id="6" name="Slide Number Placeholder 5">
            <a:extLst>
              <a:ext uri="{FF2B5EF4-FFF2-40B4-BE49-F238E27FC236}">
                <a16:creationId xmlns:a16="http://schemas.microsoft.com/office/drawing/2014/main" id="{E21FEACE-CCDF-4CD7-9E6F-FDD2925EB0C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3006098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34F0CA7-079E-395F-0E2D-110E475D4A08}"/>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B56D4F72-B284-475F-942D-4C48E04C57C6}"/>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B720B83F-A118-2B1E-B099-60DD540B9612}"/>
              </a:ext>
            </a:extLst>
          </p:cNvPr>
          <p:cNvSpPr>
            <a:spLocks noGrp="1"/>
          </p:cNvSpPr>
          <p:nvPr>
            <p:ph sz="half" idx="1"/>
          </p:nvPr>
        </p:nvSpPr>
        <p:spPr>
          <a:xfrm>
            <a:off x="190500" y="1825625"/>
            <a:ext cx="5829300" cy="4351338"/>
          </a:xfrm>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Content Placeholder 3">
            <a:extLst>
              <a:ext uri="{FF2B5EF4-FFF2-40B4-BE49-F238E27FC236}">
                <a16:creationId xmlns:a16="http://schemas.microsoft.com/office/drawing/2014/main" id="{B738BDED-DD5E-A699-39C0-98BB409D307E}"/>
              </a:ext>
            </a:extLst>
          </p:cNvPr>
          <p:cNvSpPr>
            <a:spLocks noGrp="1"/>
          </p:cNvSpPr>
          <p:nvPr>
            <p:ph sz="half" idx="2"/>
          </p:nvPr>
        </p:nvSpPr>
        <p:spPr>
          <a:xfrm>
            <a:off x="6172200" y="1825625"/>
            <a:ext cx="5810250" cy="4351338"/>
          </a:xfrm>
        </p:spPr>
        <p:txBody>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7" name="Slide Number Placeholder 6">
            <a:extLst>
              <a:ext uri="{FF2B5EF4-FFF2-40B4-BE49-F238E27FC236}">
                <a16:creationId xmlns:a16="http://schemas.microsoft.com/office/drawing/2014/main" id="{58F0A40F-57CD-7FCA-0F69-FC1E7D19606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034346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34F0CA7-079E-395F-0E2D-110E475D4A08}"/>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B56D4F72-B284-475F-942D-4C48E04C57C6}"/>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B720B83F-A118-2B1E-B099-60DD540B9612}"/>
              </a:ext>
            </a:extLst>
          </p:cNvPr>
          <p:cNvSpPr>
            <a:spLocks noGrp="1"/>
          </p:cNvSpPr>
          <p:nvPr>
            <p:ph sz="half" idx="1"/>
          </p:nvPr>
        </p:nvSpPr>
        <p:spPr>
          <a:xfrm>
            <a:off x="190500" y="1825625"/>
            <a:ext cx="5829300" cy="4351338"/>
          </a:xfrm>
        </p:spPr>
        <p:txBody>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4" name="Content Placeholder 3">
            <a:extLst>
              <a:ext uri="{FF2B5EF4-FFF2-40B4-BE49-F238E27FC236}">
                <a16:creationId xmlns:a16="http://schemas.microsoft.com/office/drawing/2014/main" id="{B738BDED-DD5E-A699-39C0-98BB409D307E}"/>
              </a:ext>
            </a:extLst>
          </p:cNvPr>
          <p:cNvSpPr>
            <a:spLocks noGrp="1"/>
          </p:cNvSpPr>
          <p:nvPr>
            <p:ph sz="half" idx="2"/>
          </p:nvPr>
        </p:nvSpPr>
        <p:spPr>
          <a:xfrm>
            <a:off x="6172200" y="1825625"/>
            <a:ext cx="5810250" cy="4351338"/>
          </a:xfrm>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7" name="Slide Number Placeholder 6">
            <a:extLst>
              <a:ext uri="{FF2B5EF4-FFF2-40B4-BE49-F238E27FC236}">
                <a16:creationId xmlns:a16="http://schemas.microsoft.com/office/drawing/2014/main" id="{58F0A40F-57CD-7FCA-0F69-FC1E7D19606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
        <p:nvSpPr>
          <p:cNvPr id="9" name="Text Placeholder 2">
            <a:extLst>
              <a:ext uri="{FF2B5EF4-FFF2-40B4-BE49-F238E27FC236}">
                <a16:creationId xmlns:a16="http://schemas.microsoft.com/office/drawing/2014/main" id="{02A9066E-3AF0-B734-F185-B2A67C6BC37B}"/>
              </a:ext>
            </a:extLst>
          </p:cNvPr>
          <p:cNvSpPr>
            <a:spLocks noGrp="1"/>
          </p:cNvSpPr>
          <p:nvPr>
            <p:ph type="body" idx="13"/>
          </p:nvPr>
        </p:nvSpPr>
        <p:spPr>
          <a:xfrm>
            <a:off x="190500" y="1208085"/>
            <a:ext cx="5807075" cy="458789"/>
          </a:xfrm>
        </p:spPr>
        <p:txBody>
          <a:bodyPr anchor="b"/>
          <a:lstStyle>
            <a:lvl1pPr marL="0" indent="0">
              <a:buNone/>
              <a:defRPr sz="2400" b="1">
                <a:latin typeface="Poppins"/>
                <a:ea typeface="NanumGothic"/>
                <a:cs typeface="Poppins"/>
              </a:defRPr>
            </a:lvl1pPr>
            <a:lvl2pPr marL="457200" indent="0">
              <a:buNone/>
              <a:defRPr sz="2000" b="1">
                <a:latin typeface="Poppins"/>
                <a:ea typeface="NanumGothic"/>
                <a:cs typeface="Poppins"/>
              </a:defRPr>
            </a:lvl2pPr>
            <a:lvl3pPr marL="914400" indent="0">
              <a:buNone/>
              <a:defRPr sz="1800" b="1">
                <a:latin typeface="Poppins"/>
                <a:ea typeface="NanumGothic"/>
                <a:cs typeface="Poppins"/>
              </a:defRPr>
            </a:lvl3pPr>
            <a:lvl4pPr marL="1371600" indent="0">
              <a:buNone/>
              <a:defRPr sz="1600" b="1">
                <a:latin typeface="Poppins"/>
                <a:ea typeface="NanumGothic"/>
                <a:cs typeface="Poppins"/>
              </a:defRPr>
            </a:lvl4pPr>
            <a:lvl5pPr marL="1828800" indent="0">
              <a:buNone/>
              <a:defRPr sz="1600" b="1">
                <a:latin typeface="Poppins"/>
                <a:ea typeface="NanumGothic"/>
                <a:cs typeface="Poppins"/>
              </a:defRPr>
            </a:lvl5pPr>
            <a:lvl6pPr marL="2286000" indent="0">
              <a:buNone/>
              <a:defRPr sz="1600" b="1">
                <a:latin typeface="Poppins"/>
                <a:ea typeface="NanumGothic"/>
                <a:cs typeface="Poppins"/>
              </a:defRPr>
            </a:lvl6pPr>
            <a:lvl7pPr marL="2743200" indent="0">
              <a:buNone/>
              <a:defRPr sz="1600" b="1">
                <a:latin typeface="Poppins"/>
                <a:ea typeface="NanumGothic"/>
                <a:cs typeface="Poppins"/>
              </a:defRPr>
            </a:lvl7pPr>
            <a:lvl8pPr marL="3200400" indent="0">
              <a:buNone/>
              <a:defRPr sz="1600" b="1">
                <a:latin typeface="Poppins"/>
                <a:ea typeface="NanumGothic"/>
                <a:cs typeface="Poppins"/>
              </a:defRPr>
            </a:lvl8pPr>
            <a:lvl9pPr marL="3657600" indent="0">
              <a:buNone/>
              <a:defRPr sz="1600" b="1">
                <a:latin typeface="Poppins"/>
                <a:ea typeface="NanumGothic"/>
                <a:cs typeface="Poppins"/>
              </a:defRPr>
            </a:lvl9pPr>
          </a:lstStyle>
          <a:p>
            <a:pPr lvl="0"/>
            <a:r>
              <a:rPr lang="en-US" dirty="0">
                <a:latin typeface="Poppins"/>
                <a:ea typeface="Poppins"/>
                <a:cs typeface="Poppins"/>
              </a:rPr>
              <a:t>Click to edit Master text styles</a:t>
            </a:r>
          </a:p>
        </p:txBody>
      </p:sp>
      <p:sp>
        <p:nvSpPr>
          <p:cNvPr id="10" name="Text Placeholder 4">
            <a:extLst>
              <a:ext uri="{FF2B5EF4-FFF2-40B4-BE49-F238E27FC236}">
                <a16:creationId xmlns:a16="http://schemas.microsoft.com/office/drawing/2014/main" id="{CA1CB56E-3E22-2024-9292-123E64A378F3}"/>
              </a:ext>
            </a:extLst>
          </p:cNvPr>
          <p:cNvSpPr>
            <a:spLocks noGrp="1"/>
          </p:cNvSpPr>
          <p:nvPr>
            <p:ph type="body" sz="quarter" idx="3"/>
          </p:nvPr>
        </p:nvSpPr>
        <p:spPr>
          <a:xfrm>
            <a:off x="6172199" y="1208085"/>
            <a:ext cx="5807075" cy="458789"/>
          </a:xfrm>
        </p:spPr>
        <p:txBody>
          <a:bodyPr anchor="b"/>
          <a:lstStyle>
            <a:lvl1pPr marL="0" indent="0">
              <a:buNone/>
              <a:defRPr sz="2400" b="1">
                <a:latin typeface="Poppins"/>
                <a:ea typeface="NanumGothic"/>
                <a:cs typeface="Poppins"/>
              </a:defRPr>
            </a:lvl1pPr>
            <a:lvl2pPr marL="457200" indent="0">
              <a:buNone/>
              <a:defRPr sz="2000" b="1">
                <a:latin typeface="Poppins"/>
                <a:ea typeface="NanumGothic"/>
                <a:cs typeface="Poppins"/>
              </a:defRPr>
            </a:lvl2pPr>
            <a:lvl3pPr marL="914400" indent="0">
              <a:buNone/>
              <a:defRPr sz="1800" b="1">
                <a:latin typeface="Poppins"/>
                <a:ea typeface="NanumGothic"/>
                <a:cs typeface="Poppins"/>
              </a:defRPr>
            </a:lvl3pPr>
            <a:lvl4pPr marL="1371600" indent="0">
              <a:buNone/>
              <a:defRPr sz="1600" b="1">
                <a:latin typeface="Poppins"/>
                <a:ea typeface="NanumGothic"/>
                <a:cs typeface="Poppins"/>
              </a:defRPr>
            </a:lvl4pPr>
            <a:lvl5pPr marL="1828800" indent="0">
              <a:buNone/>
              <a:defRPr sz="1600" b="1">
                <a:latin typeface="Poppins"/>
                <a:ea typeface="NanumGothic"/>
                <a:cs typeface="Poppins"/>
              </a:defRPr>
            </a:lvl5pPr>
            <a:lvl6pPr marL="2286000" indent="0">
              <a:buNone/>
              <a:defRPr sz="1600" b="1">
                <a:latin typeface="Poppins"/>
                <a:ea typeface="NanumGothic"/>
                <a:cs typeface="Poppins"/>
              </a:defRPr>
            </a:lvl6pPr>
            <a:lvl7pPr marL="2743200" indent="0">
              <a:buNone/>
              <a:defRPr sz="1600" b="1">
                <a:latin typeface="Poppins"/>
                <a:ea typeface="NanumGothic"/>
                <a:cs typeface="Poppins"/>
              </a:defRPr>
            </a:lvl7pPr>
            <a:lvl8pPr marL="3200400" indent="0">
              <a:buNone/>
              <a:defRPr sz="1600" b="1">
                <a:latin typeface="Poppins"/>
                <a:ea typeface="NanumGothic"/>
                <a:cs typeface="Poppins"/>
              </a:defRPr>
            </a:lvl8pPr>
            <a:lvl9pPr marL="3657600" indent="0">
              <a:buNone/>
              <a:defRPr sz="1600" b="1">
                <a:latin typeface="Poppins"/>
                <a:ea typeface="NanumGothic"/>
                <a:cs typeface="Poppins"/>
              </a:defRPr>
            </a:lvl9pPr>
          </a:lstStyle>
          <a:p>
            <a:pPr lvl="0"/>
            <a:r>
              <a:rPr lang="en-US">
                <a:latin typeface="Poppins"/>
                <a:ea typeface="Poppins"/>
                <a:cs typeface="Poppins"/>
              </a:rPr>
              <a:t>Click to edit Master text styles</a:t>
            </a:r>
          </a:p>
        </p:txBody>
      </p:sp>
    </p:spTree>
    <p:extLst>
      <p:ext uri="{BB962C8B-B14F-4D97-AF65-F5344CB8AC3E}">
        <p14:creationId xmlns:p14="http://schemas.microsoft.com/office/powerpoint/2010/main" val="202977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7D9314-3817-8675-1A86-F520DAC8A425}"/>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2EDBEFC9-F63F-B975-A5FF-12A7E530507F}"/>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5" name="Slide Number Placeholder 4">
            <a:extLst>
              <a:ext uri="{FF2B5EF4-FFF2-40B4-BE49-F238E27FC236}">
                <a16:creationId xmlns:a16="http://schemas.microsoft.com/office/drawing/2014/main" id="{0C4FCED7-CFB3-92AA-B485-4366EEFD7F34}"/>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1205546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938F07-3E45-50C5-053F-9B5513E60FC8}"/>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3789508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46BC-6931-3A94-3EA2-64004C36999D}"/>
              </a:ext>
            </a:extLst>
          </p:cNvPr>
          <p:cNvSpPr>
            <a:spLocks noGrp="1"/>
          </p:cNvSpPr>
          <p:nvPr>
            <p:ph type="title"/>
          </p:nvPr>
        </p:nvSpPr>
        <p:spPr>
          <a:xfrm>
            <a:off x="839788" y="457200"/>
            <a:ext cx="3932237" cy="1600200"/>
          </a:xfrm>
        </p:spPr>
        <p:txBody>
          <a:bodyPr anchor="b"/>
          <a:lstStyle>
            <a:lvl1pPr>
              <a:defRPr sz="3200">
                <a:latin typeface="Poppins"/>
                <a:ea typeface="NanumGothic"/>
                <a:cs typeface="Poppins"/>
              </a:defRPr>
            </a:lvl1pPr>
          </a:lstStyle>
          <a:p>
            <a:r>
              <a:rPr lang="en-US">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CF2F998C-19DB-0D1A-AB2B-BC04E61D01D7}"/>
              </a:ext>
            </a:extLst>
          </p:cNvPr>
          <p:cNvSpPr>
            <a:spLocks noGrp="1"/>
          </p:cNvSpPr>
          <p:nvPr>
            <p:ph idx="1"/>
          </p:nvPr>
        </p:nvSpPr>
        <p:spPr>
          <a:xfrm>
            <a:off x="5183188" y="987425"/>
            <a:ext cx="6172200" cy="4873625"/>
          </a:xfrm>
        </p:spPr>
        <p:txBody>
          <a:bodyPr/>
          <a:lstStyle>
            <a:lvl1pPr>
              <a:defRPr sz="3200">
                <a:latin typeface="Poppins"/>
                <a:ea typeface="NanumGothic"/>
                <a:cs typeface="Poppins"/>
              </a:defRPr>
            </a:lvl1pPr>
            <a:lvl2pPr>
              <a:defRPr sz="2800">
                <a:latin typeface="Poppins"/>
                <a:ea typeface="NanumGothic"/>
                <a:cs typeface="Poppins"/>
              </a:defRPr>
            </a:lvl2pPr>
            <a:lvl3pPr>
              <a:defRPr sz="2400">
                <a:latin typeface="Poppins"/>
                <a:ea typeface="NanumGothic"/>
                <a:cs typeface="Poppins"/>
              </a:defRPr>
            </a:lvl3pPr>
            <a:lvl4pPr>
              <a:defRPr sz="2000">
                <a:latin typeface="Poppins"/>
                <a:ea typeface="NanumGothic"/>
                <a:cs typeface="Poppins"/>
              </a:defRPr>
            </a:lvl4pPr>
            <a:lvl5pPr>
              <a:defRPr sz="2000">
                <a:latin typeface="Poppins"/>
                <a:ea typeface="NanumGothic"/>
                <a:cs typeface="Poppins"/>
              </a:defRPr>
            </a:lvl5pPr>
            <a:lvl6pPr>
              <a:defRPr sz="2000">
                <a:latin typeface="Poppins"/>
                <a:ea typeface="NanumGothic"/>
                <a:cs typeface="Poppins"/>
              </a:defRPr>
            </a:lvl6pPr>
            <a:lvl7pPr>
              <a:defRPr sz="2000">
                <a:latin typeface="Poppins"/>
                <a:ea typeface="NanumGothic"/>
                <a:cs typeface="Poppins"/>
              </a:defRPr>
            </a:lvl7pPr>
            <a:lvl8pPr>
              <a:defRPr sz="2000">
                <a:latin typeface="Poppins"/>
                <a:ea typeface="NanumGothic"/>
                <a:cs typeface="Poppins"/>
              </a:defRPr>
            </a:lvl8pPr>
            <a:lvl9pPr>
              <a:defRPr sz="2000">
                <a:latin typeface="Poppins"/>
                <a:ea typeface="NanumGothic"/>
                <a:cs typeface="Poppins"/>
              </a:defRPr>
            </a:lvl9p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Text Placeholder 3">
            <a:extLst>
              <a:ext uri="{FF2B5EF4-FFF2-40B4-BE49-F238E27FC236}">
                <a16:creationId xmlns:a16="http://schemas.microsoft.com/office/drawing/2014/main" id="{5983B8F0-E43A-937A-AB5B-541C6B1E8691}"/>
              </a:ext>
            </a:extLst>
          </p:cNvPr>
          <p:cNvSpPr>
            <a:spLocks noGrp="1"/>
          </p:cNvSpPr>
          <p:nvPr>
            <p:ph type="body" sz="half" idx="2"/>
          </p:nvPr>
        </p:nvSpPr>
        <p:spPr>
          <a:xfrm>
            <a:off x="839788" y="2057400"/>
            <a:ext cx="3932237" cy="3811588"/>
          </a:xfrm>
        </p:spPr>
        <p:txBody>
          <a:bodyPr/>
          <a:lstStyle>
            <a:lvl1pPr marL="0" indent="0">
              <a:buNone/>
              <a:defRPr sz="1600">
                <a:latin typeface="Poppins"/>
                <a:ea typeface="NanumGothic"/>
                <a:cs typeface="Poppins"/>
              </a:defRPr>
            </a:lvl1pPr>
            <a:lvl2pPr marL="457200" indent="0">
              <a:buNone/>
              <a:defRPr sz="1400">
                <a:latin typeface="Poppins"/>
                <a:ea typeface="NanumGothic"/>
                <a:cs typeface="Poppins"/>
              </a:defRPr>
            </a:lvl2pPr>
            <a:lvl3pPr marL="914400" indent="0">
              <a:buNone/>
              <a:defRPr sz="1200">
                <a:latin typeface="Poppins"/>
                <a:ea typeface="NanumGothic"/>
                <a:cs typeface="Poppins"/>
              </a:defRPr>
            </a:lvl3pPr>
            <a:lvl4pPr marL="1371600" indent="0">
              <a:buNone/>
              <a:defRPr sz="1000">
                <a:latin typeface="Poppins"/>
                <a:ea typeface="NanumGothic"/>
                <a:cs typeface="Poppins"/>
              </a:defRPr>
            </a:lvl4pPr>
            <a:lvl5pPr marL="1828800" indent="0">
              <a:buNone/>
              <a:defRPr sz="1000">
                <a:latin typeface="Poppins"/>
                <a:ea typeface="NanumGothic"/>
                <a:cs typeface="Poppins"/>
              </a:defRPr>
            </a:lvl5pPr>
            <a:lvl6pPr marL="2286000" indent="0">
              <a:buNone/>
              <a:defRPr sz="1000">
                <a:latin typeface="Poppins"/>
                <a:ea typeface="NanumGothic"/>
                <a:cs typeface="Poppins"/>
              </a:defRPr>
            </a:lvl6pPr>
            <a:lvl7pPr marL="2743200" indent="0">
              <a:buNone/>
              <a:defRPr sz="1000">
                <a:latin typeface="Poppins"/>
                <a:ea typeface="NanumGothic"/>
                <a:cs typeface="Poppins"/>
              </a:defRPr>
            </a:lvl7pPr>
            <a:lvl8pPr marL="3200400" indent="0">
              <a:buNone/>
              <a:defRPr sz="1000">
                <a:latin typeface="Poppins"/>
                <a:ea typeface="NanumGothic"/>
                <a:cs typeface="Poppins"/>
              </a:defRPr>
            </a:lvl8pPr>
            <a:lvl9pPr marL="3657600" indent="0">
              <a:buNone/>
              <a:defRPr sz="1000">
                <a:latin typeface="Poppins"/>
                <a:ea typeface="NanumGothic"/>
                <a:cs typeface="Poppins"/>
              </a:defRPr>
            </a:lvl9pPr>
          </a:lstStyle>
          <a:p>
            <a:pPr lvl="0"/>
            <a:r>
              <a:rPr lang="en-US">
                <a:latin typeface="Poppins"/>
                <a:ea typeface="Poppins"/>
                <a:cs typeface="Poppins"/>
              </a:rPr>
              <a:t>Click to edit Master text styles</a:t>
            </a:r>
          </a:p>
        </p:txBody>
      </p:sp>
      <p:sp>
        <p:nvSpPr>
          <p:cNvPr id="7" name="Slide Number Placeholder 6">
            <a:extLst>
              <a:ext uri="{FF2B5EF4-FFF2-40B4-BE49-F238E27FC236}">
                <a16:creationId xmlns:a16="http://schemas.microsoft.com/office/drawing/2014/main" id="{CC21C4AF-DFA2-78AB-EBCB-199E30DF5B56}"/>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0270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476A-AE2C-DD20-449A-02E5342CDDD8}"/>
              </a:ext>
            </a:extLst>
          </p:cNvPr>
          <p:cNvSpPr>
            <a:spLocks noGrp="1"/>
          </p:cNvSpPr>
          <p:nvPr>
            <p:ph type="title"/>
          </p:nvPr>
        </p:nvSpPr>
        <p:spPr>
          <a:xfrm>
            <a:off x="839788" y="457200"/>
            <a:ext cx="3932237" cy="1600200"/>
          </a:xfrm>
        </p:spPr>
        <p:txBody>
          <a:bodyPr anchor="b"/>
          <a:lstStyle>
            <a:lvl1pPr>
              <a:defRPr sz="3200">
                <a:latin typeface="Poppins"/>
                <a:ea typeface="NanumGothic"/>
                <a:cs typeface="Poppins"/>
              </a:defRPr>
            </a:lvl1pPr>
          </a:lstStyle>
          <a:p>
            <a:r>
              <a:rPr lang="en-US">
                <a:latin typeface="Poppins"/>
                <a:ea typeface="Poppins"/>
                <a:cs typeface="Poppins"/>
              </a:rPr>
              <a:t>Click to edit Master title style</a:t>
            </a:r>
          </a:p>
        </p:txBody>
      </p:sp>
      <p:sp>
        <p:nvSpPr>
          <p:cNvPr id="3" name="Picture Placeholder 2">
            <a:extLst>
              <a:ext uri="{FF2B5EF4-FFF2-40B4-BE49-F238E27FC236}">
                <a16:creationId xmlns:a16="http://schemas.microsoft.com/office/drawing/2014/main" id="{6F3C3CB1-7262-0CCD-F6E7-692CC7BD3445}"/>
              </a:ext>
            </a:extLst>
          </p:cNvPr>
          <p:cNvSpPr>
            <a:spLocks noGrp="1"/>
          </p:cNvSpPr>
          <p:nvPr>
            <p:ph type="pic" idx="1"/>
          </p:nvPr>
        </p:nvSpPr>
        <p:spPr>
          <a:xfrm>
            <a:off x="5183188" y="987425"/>
            <a:ext cx="6172200" cy="4873625"/>
          </a:xfrm>
        </p:spPr>
        <p:txBody>
          <a:bodyPr/>
          <a:lstStyle>
            <a:lvl1pPr marL="0" indent="0">
              <a:buNone/>
              <a:defRPr sz="3200">
                <a:latin typeface="Poppins"/>
                <a:ea typeface="NanumGothic"/>
                <a:cs typeface="Poppins"/>
              </a:defRPr>
            </a:lvl1pPr>
            <a:lvl2pPr marL="457200" indent="0">
              <a:buNone/>
              <a:defRPr sz="2800">
                <a:latin typeface="Poppins"/>
                <a:ea typeface="NanumGothic"/>
                <a:cs typeface="Poppins"/>
              </a:defRPr>
            </a:lvl2pPr>
            <a:lvl3pPr marL="914400" indent="0">
              <a:buNone/>
              <a:defRPr sz="2400">
                <a:latin typeface="Poppins"/>
                <a:ea typeface="NanumGothic"/>
                <a:cs typeface="Poppins"/>
              </a:defRPr>
            </a:lvl3pPr>
            <a:lvl4pPr marL="1371600" indent="0">
              <a:buNone/>
              <a:defRPr sz="2000">
                <a:latin typeface="Poppins"/>
                <a:ea typeface="NanumGothic"/>
                <a:cs typeface="Poppins"/>
              </a:defRPr>
            </a:lvl4pPr>
            <a:lvl5pPr marL="1828800" indent="0">
              <a:buNone/>
              <a:defRPr sz="2000">
                <a:latin typeface="Poppins"/>
                <a:ea typeface="NanumGothic"/>
                <a:cs typeface="Poppins"/>
              </a:defRPr>
            </a:lvl5pPr>
            <a:lvl6pPr marL="2286000" indent="0">
              <a:buNone/>
              <a:defRPr sz="2000">
                <a:latin typeface="Poppins"/>
                <a:ea typeface="NanumGothic"/>
                <a:cs typeface="Poppins"/>
              </a:defRPr>
            </a:lvl6pPr>
            <a:lvl7pPr marL="2743200" indent="0">
              <a:buNone/>
              <a:defRPr sz="2000">
                <a:latin typeface="Poppins"/>
                <a:ea typeface="NanumGothic"/>
                <a:cs typeface="Poppins"/>
              </a:defRPr>
            </a:lvl7pPr>
            <a:lvl8pPr marL="3200400" indent="0">
              <a:buNone/>
              <a:defRPr sz="2000">
                <a:latin typeface="Poppins"/>
                <a:ea typeface="NanumGothic"/>
                <a:cs typeface="Poppins"/>
              </a:defRPr>
            </a:lvl8pPr>
            <a:lvl9pPr marL="3657600" indent="0">
              <a:buNone/>
              <a:defRPr sz="2000">
                <a:latin typeface="Poppins"/>
                <a:ea typeface="NanumGothic"/>
                <a:cs typeface="Poppins"/>
              </a:defRPr>
            </a:lvl9pPr>
          </a:lstStyle>
          <a:p>
            <a:endParaRPr lang="en-US">
              <a:latin typeface="Poppins"/>
              <a:ea typeface="NanumGothic"/>
              <a:cs typeface="Poppins"/>
            </a:endParaRPr>
          </a:p>
        </p:txBody>
      </p:sp>
      <p:sp>
        <p:nvSpPr>
          <p:cNvPr id="4" name="Text Placeholder 3">
            <a:extLst>
              <a:ext uri="{FF2B5EF4-FFF2-40B4-BE49-F238E27FC236}">
                <a16:creationId xmlns:a16="http://schemas.microsoft.com/office/drawing/2014/main" id="{231407B3-ED36-0B45-AAE8-F7992F4429FA}"/>
              </a:ext>
            </a:extLst>
          </p:cNvPr>
          <p:cNvSpPr>
            <a:spLocks noGrp="1"/>
          </p:cNvSpPr>
          <p:nvPr>
            <p:ph type="body" sz="half" idx="2"/>
          </p:nvPr>
        </p:nvSpPr>
        <p:spPr>
          <a:xfrm>
            <a:off x="839788" y="2057400"/>
            <a:ext cx="3932237" cy="3811588"/>
          </a:xfrm>
        </p:spPr>
        <p:txBody>
          <a:bodyPr/>
          <a:lstStyle>
            <a:lvl1pPr marL="0" indent="0">
              <a:buNone/>
              <a:defRPr sz="1600">
                <a:latin typeface="Poppins"/>
                <a:ea typeface="NanumGothic"/>
                <a:cs typeface="Poppins"/>
              </a:defRPr>
            </a:lvl1pPr>
            <a:lvl2pPr marL="457200" indent="0">
              <a:buNone/>
              <a:defRPr sz="1400">
                <a:latin typeface="Poppins"/>
                <a:ea typeface="NanumGothic"/>
                <a:cs typeface="Poppins"/>
              </a:defRPr>
            </a:lvl2pPr>
            <a:lvl3pPr marL="914400" indent="0">
              <a:buNone/>
              <a:defRPr sz="1200">
                <a:latin typeface="Poppins"/>
                <a:ea typeface="NanumGothic"/>
                <a:cs typeface="Poppins"/>
              </a:defRPr>
            </a:lvl3pPr>
            <a:lvl4pPr marL="1371600" indent="0">
              <a:buNone/>
              <a:defRPr sz="1000">
                <a:latin typeface="Poppins"/>
                <a:ea typeface="NanumGothic"/>
                <a:cs typeface="Poppins"/>
              </a:defRPr>
            </a:lvl4pPr>
            <a:lvl5pPr marL="1828800" indent="0">
              <a:buNone/>
              <a:defRPr sz="1000">
                <a:latin typeface="Poppins"/>
                <a:ea typeface="NanumGothic"/>
                <a:cs typeface="Poppins"/>
              </a:defRPr>
            </a:lvl5pPr>
            <a:lvl6pPr marL="2286000" indent="0">
              <a:buNone/>
              <a:defRPr sz="1000">
                <a:latin typeface="Poppins"/>
                <a:ea typeface="NanumGothic"/>
                <a:cs typeface="Poppins"/>
              </a:defRPr>
            </a:lvl6pPr>
            <a:lvl7pPr marL="2743200" indent="0">
              <a:buNone/>
              <a:defRPr sz="1000">
                <a:latin typeface="Poppins"/>
                <a:ea typeface="NanumGothic"/>
                <a:cs typeface="Poppins"/>
              </a:defRPr>
            </a:lvl7pPr>
            <a:lvl8pPr marL="3200400" indent="0">
              <a:buNone/>
              <a:defRPr sz="1000">
                <a:latin typeface="Poppins"/>
                <a:ea typeface="NanumGothic"/>
                <a:cs typeface="Poppins"/>
              </a:defRPr>
            </a:lvl8pPr>
            <a:lvl9pPr marL="3657600" indent="0">
              <a:buNone/>
              <a:defRPr sz="1000">
                <a:latin typeface="Poppins"/>
                <a:ea typeface="NanumGothic"/>
                <a:cs typeface="Poppins"/>
              </a:defRPr>
            </a:lvl9pPr>
          </a:lstStyle>
          <a:p>
            <a:pPr lvl="0"/>
            <a:r>
              <a:rPr lang="en-US">
                <a:latin typeface="Poppins"/>
                <a:ea typeface="Poppins"/>
                <a:cs typeface="Poppins"/>
              </a:rPr>
              <a:t>Click to edit Master text styles</a:t>
            </a:r>
          </a:p>
        </p:txBody>
      </p:sp>
      <p:sp>
        <p:nvSpPr>
          <p:cNvPr id="7" name="Slide Number Placeholder 6">
            <a:extLst>
              <a:ext uri="{FF2B5EF4-FFF2-40B4-BE49-F238E27FC236}">
                <a16:creationId xmlns:a16="http://schemas.microsoft.com/office/drawing/2014/main" id="{92958B64-9F52-15F2-2E1D-FDA0B277FE3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28196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902F3-2EA8-26EA-1542-A836CB7EF407}"/>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9AD8A0C6-F8AA-6546-D6BE-53A468C40E8B}"/>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Vertical Text Placeholder 2">
            <a:extLst>
              <a:ext uri="{FF2B5EF4-FFF2-40B4-BE49-F238E27FC236}">
                <a16:creationId xmlns:a16="http://schemas.microsoft.com/office/drawing/2014/main" id="{130D6059-9439-4912-A94C-7AFC4A53BB28}"/>
              </a:ext>
            </a:extLst>
          </p:cNvPr>
          <p:cNvSpPr>
            <a:spLocks noGrp="1"/>
          </p:cNvSpPr>
          <p:nvPr>
            <p:ph type="body" orient="vert" idx="1"/>
          </p:nvPr>
        </p:nvSpPr>
        <p:spPr/>
        <p:txBody>
          <a:bodyPr vert="eaVert"/>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Slide Number Placeholder 5">
            <a:extLst>
              <a:ext uri="{FF2B5EF4-FFF2-40B4-BE49-F238E27FC236}">
                <a16:creationId xmlns:a16="http://schemas.microsoft.com/office/drawing/2014/main" id="{1935FE17-6E0A-9425-12A3-C08F88295BD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38175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471CA6-DE67-8CF8-4D01-FECE9433ADBA}"/>
              </a:ext>
            </a:extLst>
          </p:cNvPr>
          <p:cNvSpPr>
            <a:spLocks noGrp="1"/>
          </p:cNvSpPr>
          <p:nvPr>
            <p:ph type="title" orient="vert"/>
          </p:nvPr>
        </p:nvSpPr>
        <p:spPr>
          <a:xfrm>
            <a:off x="8724900" y="365125"/>
            <a:ext cx="2628900" cy="5811838"/>
          </a:xfrm>
        </p:spPr>
        <p:txBody>
          <a:bodyPr vert="eaVert"/>
          <a:lstStyle/>
          <a:p>
            <a:r>
              <a:rPr lang="en-US">
                <a:latin typeface="Poppins"/>
                <a:ea typeface="Poppins"/>
                <a:cs typeface="Poppins"/>
              </a:rPr>
              <a:t>Click to edit Master title style</a:t>
            </a:r>
          </a:p>
        </p:txBody>
      </p:sp>
      <p:sp>
        <p:nvSpPr>
          <p:cNvPr id="3" name="Vertical Text Placeholder 2">
            <a:extLst>
              <a:ext uri="{FF2B5EF4-FFF2-40B4-BE49-F238E27FC236}">
                <a16:creationId xmlns:a16="http://schemas.microsoft.com/office/drawing/2014/main" id="{3E823F59-E97F-7C99-293B-7C56C7730F0E}"/>
              </a:ext>
            </a:extLst>
          </p:cNvPr>
          <p:cNvSpPr>
            <a:spLocks noGrp="1"/>
          </p:cNvSpPr>
          <p:nvPr>
            <p:ph type="body" orient="vert" idx="1"/>
          </p:nvPr>
        </p:nvSpPr>
        <p:spPr>
          <a:xfrm>
            <a:off x="838200" y="365125"/>
            <a:ext cx="7734300" cy="5811838"/>
          </a:xfrm>
        </p:spPr>
        <p:txBody>
          <a:bodyPr vert="eaVert"/>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Date Placeholder 3">
            <a:extLst>
              <a:ext uri="{FF2B5EF4-FFF2-40B4-BE49-F238E27FC236}">
                <a16:creationId xmlns:a16="http://schemas.microsoft.com/office/drawing/2014/main" id="{57B170DE-80CE-C359-35B0-7A1D9A8D47EC}"/>
              </a:ext>
            </a:extLst>
          </p:cNvPr>
          <p:cNvSpPr>
            <a:spLocks noGrp="1"/>
          </p:cNvSpPr>
          <p:nvPr>
            <p:ph type="dt" sz="half" idx="10"/>
          </p:nvPr>
        </p:nvSpPr>
        <p:spPr>
          <a:xfrm>
            <a:off x="838200" y="6356350"/>
            <a:ext cx="2743200" cy="365125"/>
          </a:xfrm>
          <a:prstGeom prst="rect">
            <a:avLst/>
          </a:prstGeom>
        </p:spPr>
        <p:txBody>
          <a:bodyPr/>
          <a:lstStyle/>
          <a:p>
            <a:fld id="{E3B31D19-45C9-464C-ACD9-79E5CF9DC0E6}" type="datetimeFigureOut">
              <a:rPr lang="en-US" smtClean="0">
                <a:latin typeface="Poppins"/>
                <a:ea typeface="NanumGothic"/>
                <a:cs typeface="Poppins"/>
              </a:rPr>
              <a:t>12/22/25</a:t>
            </a:fld>
            <a:endParaRPr lang="en-US">
              <a:latin typeface="Poppins"/>
              <a:ea typeface="NanumGothic"/>
              <a:cs typeface="Poppins"/>
            </a:endParaRPr>
          </a:p>
        </p:txBody>
      </p:sp>
      <p:sp>
        <p:nvSpPr>
          <p:cNvPr id="5" name="Footer Placeholder 4">
            <a:extLst>
              <a:ext uri="{FF2B5EF4-FFF2-40B4-BE49-F238E27FC236}">
                <a16:creationId xmlns:a16="http://schemas.microsoft.com/office/drawing/2014/main" id="{5FCA7359-0EC4-E041-CA59-77967CF94039}"/>
              </a:ext>
            </a:extLst>
          </p:cNvPr>
          <p:cNvSpPr>
            <a:spLocks noGrp="1"/>
          </p:cNvSpPr>
          <p:nvPr>
            <p:ph type="ftr" sz="quarter" idx="11"/>
          </p:nvPr>
        </p:nvSpPr>
        <p:spPr>
          <a:xfrm>
            <a:off x="4038600" y="6356350"/>
            <a:ext cx="4114800" cy="365125"/>
          </a:xfrm>
          <a:prstGeom prst="rect">
            <a:avLst/>
          </a:prstGeom>
        </p:spPr>
        <p:txBody>
          <a:bodyPr/>
          <a:lstStyle/>
          <a:p>
            <a:endParaRPr lang="en-US">
              <a:latin typeface="Poppins"/>
              <a:ea typeface="NanumGothic"/>
              <a:cs typeface="Poppins"/>
            </a:endParaRPr>
          </a:p>
        </p:txBody>
      </p:sp>
      <p:sp>
        <p:nvSpPr>
          <p:cNvPr id="6" name="Slide Number Placeholder 5">
            <a:extLst>
              <a:ext uri="{FF2B5EF4-FFF2-40B4-BE49-F238E27FC236}">
                <a16:creationId xmlns:a16="http://schemas.microsoft.com/office/drawing/2014/main" id="{D450D85F-BA22-8E30-1006-F71E975F2FA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69339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6149273.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6176864.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7387929.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7419605.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842887.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8452511.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95084.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9532072.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15451/fImage68185891804.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p>
        </p:txBody>
      </p:sp>
      <p:pic>
        <p:nvPicPr>
          <p:cNvPr id="12" name="Picture " descr="/Users/gihwan/Library/Group Containers/L48J367XN4.com.infraware.PolarisOffice/EngineTemp/15451/fImage188568946057.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42368/fImage6818510674547.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endParaRPr lang="ko-KR" altLang="en-US" sz="1200">
              <a:solidFill>
                <a:schemeClr val="tx1"/>
              </a:solidFill>
              <a:latin typeface="Poppins" charset="0"/>
              <a:ea typeface="나눔고딕" charset="0"/>
              <a:sym typeface="나눔고딕" charset="0"/>
            </a:endParaRP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42368/fImage1885610709272.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42368/fImage6818515359780.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p>
        </p:txBody>
      </p:sp>
      <p:pic>
        <p:nvPicPr>
          <p:cNvPr id="12" name="Picture " descr="/Users/gihwan/Library/Group Containers/L48J367XN4.com.infraware.PolarisOffice/EngineTemp/42368/fImage1885615388796.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fImage681856038945.png"/><Relationship Id="rId13" Type="http://schemas.openxmlformats.org/officeDocument/2006/relationships/image" Target="../media/fImage188566064119.png"/><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image" Target="../media/fImage681857279052.png"/><Relationship Id="rId13" Type="http://schemas.openxmlformats.org/officeDocument/2006/relationships/image" Target="../media/fImage188567304870.png"/><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image" Target="../media/fImage681858314623.png"/><Relationship Id="rId13" Type="http://schemas.openxmlformats.org/officeDocument/2006/relationships/image" Target="../media/fImage188568345753.png"/><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image" Target="../media/fImage681859394423.png"/><Relationship Id="rId13" Type="http://schemas.openxmlformats.org/officeDocument/2006/relationships/image" Target="../media/fImage188569427128.png"/><Relationship Id="rId14" Type="http://schemas.openxmlformats.org/officeDocument/2006/relationships/theme" Target="../theme/theme5.xml"/></Relationships>
</file>

<file path=ppt/slideMasters/_rels/slideMaster6.xml.rels><?xml version="1.0" encoding="UTF-8"?>
<Relationships xmlns="http://schemas.openxmlformats.org/package/2006/relationships"><Relationship Id="rId1" Type="http://schemas.openxmlformats.org/officeDocument/2006/relationships/slideLayout" Target="../slideLayouts/slideLayout56.xml"></Relationship><Relationship Id="rId2" Type="http://schemas.openxmlformats.org/officeDocument/2006/relationships/slideLayout" Target="../slideLayouts/slideLayout57.xml"></Relationship><Relationship Id="rId3" Type="http://schemas.openxmlformats.org/officeDocument/2006/relationships/slideLayout" Target="../slideLayouts/slideLayout58.xml"></Relationship><Relationship Id="rId4" Type="http://schemas.openxmlformats.org/officeDocument/2006/relationships/slideLayout" Target="../slideLayouts/slideLayout59.xml"></Relationship><Relationship Id="rId5" Type="http://schemas.openxmlformats.org/officeDocument/2006/relationships/slideLayout" Target="../slideLayouts/slideLayout60.xml"></Relationship><Relationship Id="rId6" Type="http://schemas.openxmlformats.org/officeDocument/2006/relationships/slideLayout" Target="../slideLayouts/slideLayout61.xml"></Relationship><Relationship Id="rId7" Type="http://schemas.openxmlformats.org/officeDocument/2006/relationships/slideLayout" Target="../slideLayouts/slideLayout62.xml"></Relationship><Relationship Id="rId8" Type="http://schemas.openxmlformats.org/officeDocument/2006/relationships/slideLayout" Target="../slideLayouts/slideLayout63.xml"></Relationship><Relationship Id="rId9" Type="http://schemas.openxmlformats.org/officeDocument/2006/relationships/slideLayout" Target="../slideLayouts/slideLayout64.xml"></Relationship><Relationship Id="rId10" Type="http://schemas.openxmlformats.org/officeDocument/2006/relationships/slideLayout" Target="../slideLayouts/slideLayout65.xml"></Relationship><Relationship Id="rId11" Type="http://schemas.openxmlformats.org/officeDocument/2006/relationships/slideLayout" Target="../slideLayouts/slideLayout66.xml"></Relationship><Relationship Id="rId12" Type="http://schemas.openxmlformats.org/officeDocument/2006/relationships/image" Target="../media/fImage681858804405.png"></Relationship><Relationship Id="rId13" Type="http://schemas.openxmlformats.org/officeDocument/2006/relationships/image" Target="../media/fImage18856883907.png"></Relationship><Relationship Id="rId14" Type="http://schemas.openxmlformats.org/officeDocument/2006/relationships/theme" Target="../theme/theme6.xml"></Relationship></Relationships>
</file>

<file path=ppt/slideMasters/_rels/slideMaster7.xml.rels><?xml version="1.0" encoding="UTF-8"?>
<Relationships xmlns="http://schemas.openxmlformats.org/package/2006/relationships"><Relationship Id="rId1" Type="http://schemas.openxmlformats.org/officeDocument/2006/relationships/slideLayout" Target="../slideLayouts/slideLayout67.xml"></Relationship><Relationship Id="rId2" Type="http://schemas.openxmlformats.org/officeDocument/2006/relationships/slideLayout" Target="../slideLayouts/slideLayout68.xml"></Relationship><Relationship Id="rId3" Type="http://schemas.openxmlformats.org/officeDocument/2006/relationships/slideLayout" Target="../slideLayouts/slideLayout69.xml"></Relationship><Relationship Id="rId4" Type="http://schemas.openxmlformats.org/officeDocument/2006/relationships/slideLayout" Target="../slideLayouts/slideLayout70.xml"></Relationship><Relationship Id="rId5" Type="http://schemas.openxmlformats.org/officeDocument/2006/relationships/slideLayout" Target="../slideLayouts/slideLayout71.xml"></Relationship><Relationship Id="rId6" Type="http://schemas.openxmlformats.org/officeDocument/2006/relationships/slideLayout" Target="../slideLayouts/slideLayout72.xml"></Relationship><Relationship Id="rId7" Type="http://schemas.openxmlformats.org/officeDocument/2006/relationships/slideLayout" Target="../slideLayouts/slideLayout73.xml"></Relationship><Relationship Id="rId8" Type="http://schemas.openxmlformats.org/officeDocument/2006/relationships/slideLayout" Target="../slideLayouts/slideLayout74.xml"></Relationship><Relationship Id="rId9" Type="http://schemas.openxmlformats.org/officeDocument/2006/relationships/slideLayout" Target="../slideLayouts/slideLayout75.xml"></Relationship><Relationship Id="rId10" Type="http://schemas.openxmlformats.org/officeDocument/2006/relationships/slideLayout" Target="../slideLayouts/slideLayout76.xml"></Relationship><Relationship Id="rId11" Type="http://schemas.openxmlformats.org/officeDocument/2006/relationships/slideLayout" Target="../slideLayouts/slideLayout77.xml"></Relationship><Relationship Id="rId12" Type="http://schemas.openxmlformats.org/officeDocument/2006/relationships/image" Target="../media/fImage6818510561697.png"></Relationship><Relationship Id="rId13" Type="http://schemas.openxmlformats.org/officeDocument/2006/relationships/image" Target="../media/fImage188561059246.png"></Relationship><Relationship Id="rId14" Type="http://schemas.openxmlformats.org/officeDocument/2006/relationships/theme" Target="../theme/theme7.xml"></Relationship></Relationships>
</file>

<file path=ppt/slideMasters/_rels/slideMaster8.xml.rels><?xml version="1.0" encoding="UTF-8"?>
<Relationships xmlns="http://schemas.openxmlformats.org/package/2006/relationships"><Relationship Id="rId1" Type="http://schemas.openxmlformats.org/officeDocument/2006/relationships/slideLayout" Target="../slideLayouts/slideLayout78.xml"></Relationship><Relationship Id="rId2" Type="http://schemas.openxmlformats.org/officeDocument/2006/relationships/slideLayout" Target="../slideLayouts/slideLayout79.xml"></Relationship><Relationship Id="rId3" Type="http://schemas.openxmlformats.org/officeDocument/2006/relationships/slideLayout" Target="../slideLayouts/slideLayout80.xml"></Relationship><Relationship Id="rId4" Type="http://schemas.openxmlformats.org/officeDocument/2006/relationships/slideLayout" Target="../slideLayouts/slideLayout81.xml"></Relationship><Relationship Id="rId5" Type="http://schemas.openxmlformats.org/officeDocument/2006/relationships/slideLayout" Target="../slideLayouts/slideLayout82.xml"></Relationship><Relationship Id="rId6" Type="http://schemas.openxmlformats.org/officeDocument/2006/relationships/slideLayout" Target="../slideLayouts/slideLayout83.xml"></Relationship><Relationship Id="rId7" Type="http://schemas.openxmlformats.org/officeDocument/2006/relationships/slideLayout" Target="../slideLayouts/slideLayout84.xml"></Relationship><Relationship Id="rId8" Type="http://schemas.openxmlformats.org/officeDocument/2006/relationships/slideLayout" Target="../slideLayouts/slideLayout85.xml"></Relationship><Relationship Id="rId9" Type="http://schemas.openxmlformats.org/officeDocument/2006/relationships/slideLayout" Target="../slideLayouts/slideLayout86.xml"></Relationship><Relationship Id="rId10" Type="http://schemas.openxmlformats.org/officeDocument/2006/relationships/slideLayout" Target="../slideLayouts/slideLayout87.xml"></Relationship><Relationship Id="rId11" Type="http://schemas.openxmlformats.org/officeDocument/2006/relationships/slideLayout" Target="../slideLayouts/slideLayout88.xml"></Relationship><Relationship Id="rId12" Type="http://schemas.openxmlformats.org/officeDocument/2006/relationships/image" Target="../media/fImage6818515243540.png"></Relationship><Relationship Id="rId13" Type="http://schemas.openxmlformats.org/officeDocument/2006/relationships/image" Target="../media/fImage188561527106.png"></Relationship><Relationship Id="rId14" Type="http://schemas.openxmlformats.org/officeDocument/2006/relationships/theme" Target="../theme/theme8.xml"></Relationshi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F68F20-94C3-435C-709E-899173F5385F}"/>
              </a:ext>
            </a:extLst>
          </p:cNvPr>
          <p:cNvSpPr>
            <a:spLocks noGrp="1"/>
          </p:cNvSpPr>
          <p:nvPr>
            <p:ph type="title"/>
          </p:nvPr>
        </p:nvSpPr>
        <p:spPr>
          <a:xfrm>
            <a:off x="190500" y="0"/>
            <a:ext cx="11791950" cy="1028699"/>
          </a:xfrm>
          <a:prstGeom prst="rect">
            <a:avLst/>
          </a:prstGeom>
        </p:spPr>
        <p:txBody>
          <a:bodyPr vert="horz" lIns="91440" tIns="45720" rIns="91440" bIns="45720" rtlCol="0" anchor="ctr">
            <a:normAutofit/>
          </a:bodyPr>
          <a:lstStyle/>
          <a:p>
            <a:r>
              <a:rPr lang="en-US" dirty="0">
                <a:latin typeface="Poppins"/>
                <a:ea typeface="Poppins"/>
                <a:cs typeface="Poppins"/>
              </a:rPr>
              <a:t>Click to edit Master title style</a:t>
            </a:r>
          </a:p>
        </p:txBody>
      </p:sp>
      <p:sp>
        <p:nvSpPr>
          <p:cNvPr id="3" name="Text Placeholder 2">
            <a:extLst>
              <a:ext uri="{FF2B5EF4-FFF2-40B4-BE49-F238E27FC236}">
                <a16:creationId xmlns:a16="http://schemas.microsoft.com/office/drawing/2014/main" id="{F9540100-FC4E-533D-15FF-E0442813BBEA}"/>
              </a:ext>
            </a:extLst>
          </p:cNvPr>
          <p:cNvSpPr>
            <a:spLocks noGrp="1"/>
          </p:cNvSpPr>
          <p:nvPr>
            <p:ph type="body" idx="1"/>
          </p:nvPr>
        </p:nvSpPr>
        <p:spPr>
          <a:xfrm>
            <a:off x="190500" y="1247775"/>
            <a:ext cx="11791950" cy="4929188"/>
          </a:xfrm>
          <a:prstGeom prst="rect">
            <a:avLst/>
          </a:prstGeom>
        </p:spPr>
        <p:txBody>
          <a:bodyPr vert="horz" lIns="91440" tIns="45720" rIns="91440" bIns="45720" rtlCol="0">
            <a:normAutofit/>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6" name="Slide Number Placeholder 5">
            <a:extLst>
              <a:ext uri="{FF2B5EF4-FFF2-40B4-BE49-F238E27FC236}">
                <a16:creationId xmlns:a16="http://schemas.microsoft.com/office/drawing/2014/main" id="{72DB1B2A-C16B-F864-0C80-80D22B28BC95}"/>
              </a:ext>
            </a:extLst>
          </p:cNvPr>
          <p:cNvSpPr>
            <a:spLocks noGrp="1"/>
          </p:cNvSpPr>
          <p:nvPr>
            <p:ph type="sldNum" sz="quarter" idx="4"/>
          </p:nvPr>
        </p:nvSpPr>
        <p:spPr>
          <a:xfrm>
            <a:off x="5730240" y="6346696"/>
            <a:ext cx="731520" cy="365125"/>
          </a:xfrm>
          <a:prstGeom prst="rect">
            <a:avLst/>
          </a:prstGeom>
        </p:spPr>
        <p:txBody>
          <a:bodyPr vert="horz" lIns="91440" tIns="45720" rIns="91440" bIns="45720" rtlCol="0" anchor="ctr"/>
          <a:lstStyle>
            <a:lvl1pPr algn="ctr">
              <a:defRPr sz="1200">
                <a:solidFill>
                  <a:schemeClr val="tx1">
                    <a:tint val="75000"/>
                  </a:schemeClr>
                </a:solidFill>
                <a:latin typeface="Poppins"/>
                <a:ea typeface="NanumGothic"/>
                <a:cs typeface="Poppins"/>
              </a:defRPr>
            </a:lvl1pPr>
          </a:lstStyle>
          <a:p>
            <a:fld id="{B0508F47-983B-411C-9695-335784CE33C0}" type="slidenum">
              <a:rPr lang="en-US" smtClean="0">
                <a:latin typeface="Poppins"/>
                <a:ea typeface="NanumGothic"/>
                <a:cs typeface="Poppins"/>
              </a:rPr>
              <a:pPr/>
              <a:t>‹#›</a:t>
            </a:fld>
            <a:endParaRPr lang="en-US" dirty="0">
              <a:latin typeface="Poppins"/>
              <a:ea typeface="NanumGothic"/>
              <a:cs typeface="Poppins"/>
            </a:endParaRPr>
          </a:p>
        </p:txBody>
      </p:sp>
      <p:pic>
        <p:nvPicPr>
          <p:cNvPr id="11" name="Picture 10" descr="Shape&#10;&#10;Description automatically generated with medium confidence">
            <a:extLst>
              <a:ext uri="{FF2B5EF4-FFF2-40B4-BE49-F238E27FC236}">
                <a16:creationId xmlns:a16="http://schemas.microsoft.com/office/drawing/2014/main" id="{590446D3-6005-80F3-DF47-76BECD402C6B}"/>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t="14241" b="13607"/>
          <a:stretch/>
        </p:blipFill>
        <p:spPr>
          <a:xfrm>
            <a:off x="10404665" y="6364666"/>
            <a:ext cx="1596835" cy="329184"/>
          </a:xfrm>
          <a:prstGeom prst="rect">
            <a:avLst/>
          </a:prstGeom>
        </p:spPr>
      </p:pic>
      <p:sp>
        <p:nvSpPr>
          <p:cNvPr id="12" name="Rectangle 11">
            <a:extLst>
              <a:ext uri="{FF2B5EF4-FFF2-40B4-BE49-F238E27FC236}">
                <a16:creationId xmlns:a16="http://schemas.microsoft.com/office/drawing/2014/main" id="{CF3D675A-DFCC-55F7-4697-45FC8F6AE159}"/>
              </a:ext>
            </a:extLst>
          </p:cNvPr>
          <p:cNvSpPr/>
          <p:nvPr userDrawn="1"/>
        </p:nvSpPr>
        <p:spPr>
          <a:xfrm>
            <a:off x="6655847"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chemeClr val="accent4"/>
                </a:solidFill>
                <a:latin typeface="Poppins"/>
                <a:ea typeface="Poppins"/>
                <a:cs typeface="Poppins"/>
              </a:rPr>
              <a:t>Compiler &amp; System Software Laboratory</a:t>
            </a:r>
          </a:p>
        </p:txBody>
      </p:sp>
      <p:sp>
        <p:nvSpPr>
          <p:cNvPr id="13" name="Rectangle 12">
            <a:extLst>
              <a:ext uri="{FF2B5EF4-FFF2-40B4-BE49-F238E27FC236}">
                <a16:creationId xmlns:a16="http://schemas.microsoft.com/office/drawing/2014/main" id="{6796CF6F-40B4-DB91-6E20-E6D0040B60E5}"/>
              </a:ext>
            </a:extLst>
          </p:cNvPr>
          <p:cNvSpPr/>
          <p:nvPr userDrawn="1"/>
        </p:nvSpPr>
        <p:spPr>
          <a:xfrm>
            <a:off x="883920"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accent4"/>
                </a:solidFill>
                <a:latin typeface="Poppins"/>
                <a:ea typeface="Poppins"/>
                <a:cs typeface="Poppins"/>
              </a:rPr>
              <a:t>School of Computing @ College of Software</a:t>
            </a:r>
          </a:p>
        </p:txBody>
      </p:sp>
      <p:pic>
        <p:nvPicPr>
          <p:cNvPr id="5" name="Picture 4" descr="Icon&#10;&#10;Description automatically generated">
            <a:extLst>
              <a:ext uri="{FF2B5EF4-FFF2-40B4-BE49-F238E27FC236}">
                <a16:creationId xmlns:a16="http://schemas.microsoft.com/office/drawing/2014/main" id="{ACBD6A1C-7FD4-B60E-3FAD-92FB0C2CE7A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90500" y="6366325"/>
            <a:ext cx="548640" cy="325865"/>
          </a:xfrm>
          <a:prstGeom prst="rect">
            <a:avLst/>
          </a:prstGeom>
        </p:spPr>
      </p:pic>
    </p:spTree>
    <p:extLst>
      <p:ext uri="{BB962C8B-B14F-4D97-AF65-F5344CB8AC3E}">
        <p14:creationId xmlns:p14="http://schemas.microsoft.com/office/powerpoint/2010/main" val="2909255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1" kern="1200">
          <a:solidFill>
            <a:schemeClr val="tx1"/>
          </a:solidFill>
          <a:latin typeface="Poppins"/>
          <a:ea typeface="NanumGothic"/>
          <a:cs typeface="Poppins"/>
        </a:defRPr>
      </a:lvl1pPr>
    </p:titleStyle>
    <p:bodyStyle>
      <a:lvl1pPr marL="228600" indent="-228600" algn="l" defTabSz="914400" rtl="0" eaLnBrk="1" latinLnBrk="0" hangingPunct="1">
        <a:lnSpc>
          <a:spcPct val="90000"/>
        </a:lnSpc>
        <a:spcBef>
          <a:spcPts val="1000"/>
        </a:spcBef>
        <a:buFont typeface="Poppins" panose="05000000000000000000" pitchFamily="2" charset="2"/>
        <a:buChar char="§"/>
        <a:defRPr sz="2400" kern="1200">
          <a:solidFill>
            <a:schemeClr val="tx1"/>
          </a:solidFill>
          <a:latin typeface="Poppins"/>
          <a:ea typeface="NanumGothic"/>
          <a:cs typeface="Poppins"/>
        </a:defRPr>
      </a:lvl1pPr>
      <a:lvl2pPr marL="685800" indent="-228600" algn="l" defTabSz="914400" rtl="0" eaLnBrk="1" latinLnBrk="0" hangingPunct="1">
        <a:lnSpc>
          <a:spcPct val="90000"/>
        </a:lnSpc>
        <a:spcBef>
          <a:spcPts val="500"/>
        </a:spcBef>
        <a:buFont typeface="Poppins" panose="05000000000000000000" pitchFamily="2" charset="2"/>
        <a:buChar char="§"/>
        <a:defRPr sz="2000" kern="1200">
          <a:solidFill>
            <a:schemeClr val="tx1"/>
          </a:solidFill>
          <a:latin typeface="Poppins"/>
          <a:ea typeface="NanumGothic"/>
          <a:cs typeface="Poppins"/>
        </a:defRPr>
      </a:lvl2pPr>
      <a:lvl3pPr marL="1143000" indent="-228600" algn="l" defTabSz="914400" rtl="0" eaLnBrk="1" latinLnBrk="0" hangingPunct="1">
        <a:lnSpc>
          <a:spcPct val="90000"/>
        </a:lnSpc>
        <a:spcBef>
          <a:spcPts val="500"/>
        </a:spcBef>
        <a:buFont typeface="Poppins" panose="05000000000000000000" pitchFamily="2" charset="2"/>
        <a:buChar char="§"/>
        <a:defRPr sz="1800" kern="1200">
          <a:solidFill>
            <a:schemeClr val="tx1"/>
          </a:solidFill>
          <a:latin typeface="Poppins"/>
          <a:ea typeface="NanumGothic"/>
          <a:cs typeface="Poppins"/>
        </a:defRPr>
      </a:lvl3pPr>
      <a:lvl4pPr marL="1600200" indent="-228600" algn="l" defTabSz="914400" rtl="0" eaLnBrk="1" latinLnBrk="0" hangingPunct="1">
        <a:lnSpc>
          <a:spcPct val="90000"/>
        </a:lnSpc>
        <a:spcBef>
          <a:spcPts val="500"/>
        </a:spcBef>
        <a:buFont typeface="Poppins" panose="05000000000000000000" pitchFamily="2" charset="2"/>
        <a:buChar char="§"/>
        <a:defRPr sz="1600" kern="1200">
          <a:solidFill>
            <a:schemeClr val="tx1"/>
          </a:solidFill>
          <a:latin typeface="Poppins"/>
          <a:ea typeface="NanumGothic"/>
          <a:cs typeface="Poppins"/>
        </a:defRPr>
      </a:lvl4pPr>
      <a:lvl5pPr marL="2057400" indent="-228600" algn="l" defTabSz="914400" rtl="0" eaLnBrk="1" latinLnBrk="0" hangingPunct="1">
        <a:lnSpc>
          <a:spcPct val="90000"/>
        </a:lnSpc>
        <a:spcBef>
          <a:spcPts val="500"/>
        </a:spcBef>
        <a:buFont typeface="Poppins" panose="05000000000000000000" pitchFamily="2" charset="2"/>
        <a:buChar char="§"/>
        <a:defRPr sz="1600" kern="1200">
          <a:solidFill>
            <a:schemeClr val="tx1"/>
          </a:solidFill>
          <a:latin typeface="Poppins"/>
          <a:ea typeface="NanumGothic"/>
          <a:cs typeface="Poppins"/>
        </a:defRPr>
      </a:lvl5pPr>
      <a:lvl6pPr marL="25146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6pPr>
      <a:lvl7pPr marL="29718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7pPr>
      <a:lvl8pPr marL="34290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8pPr>
      <a:lvl9pPr marL="38862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9pPr>
    </p:bodyStyle>
    <p:otherStyle>
      <a:defPPr>
        <a:defRPr lang="en-US">
          <a:latin typeface="Poppins"/>
          <a:ea typeface="NanumGothic"/>
          <a:cs typeface="Poppins"/>
        </a:defRPr>
      </a:defPPr>
      <a:lvl1pPr marL="0" algn="l" defTabSz="914400" rtl="0" eaLnBrk="1" latinLnBrk="0" hangingPunct="1">
        <a:defRPr sz="1800" kern="1200">
          <a:solidFill>
            <a:schemeClr val="tx1"/>
          </a:solidFill>
          <a:latin typeface="Poppins"/>
          <a:ea typeface="NanumGothic"/>
          <a:cs typeface="Poppins"/>
        </a:defRPr>
      </a:lvl1pPr>
      <a:lvl2pPr marL="457200" algn="l" defTabSz="914400" rtl="0" eaLnBrk="1" latinLnBrk="0" hangingPunct="1">
        <a:defRPr sz="1800" kern="1200">
          <a:solidFill>
            <a:schemeClr val="tx1"/>
          </a:solidFill>
          <a:latin typeface="Poppins"/>
          <a:ea typeface="NanumGothic"/>
          <a:cs typeface="Poppins"/>
        </a:defRPr>
      </a:lvl2pPr>
      <a:lvl3pPr marL="914400" algn="l" defTabSz="914400" rtl="0" eaLnBrk="1" latinLnBrk="0" hangingPunct="1">
        <a:defRPr sz="1800" kern="1200">
          <a:solidFill>
            <a:schemeClr val="tx1"/>
          </a:solidFill>
          <a:latin typeface="Poppins"/>
          <a:ea typeface="NanumGothic"/>
          <a:cs typeface="Poppins"/>
        </a:defRPr>
      </a:lvl3pPr>
      <a:lvl4pPr marL="1371600" algn="l" defTabSz="914400" rtl="0" eaLnBrk="1" latinLnBrk="0" hangingPunct="1">
        <a:defRPr sz="1800" kern="1200">
          <a:solidFill>
            <a:schemeClr val="tx1"/>
          </a:solidFill>
          <a:latin typeface="Poppins"/>
          <a:ea typeface="NanumGothic"/>
          <a:cs typeface="Poppins"/>
        </a:defRPr>
      </a:lvl4pPr>
      <a:lvl5pPr marL="1828800" algn="l" defTabSz="914400" rtl="0" eaLnBrk="1" latinLnBrk="0" hangingPunct="1">
        <a:defRPr sz="1800" kern="1200">
          <a:solidFill>
            <a:schemeClr val="tx1"/>
          </a:solidFill>
          <a:latin typeface="Poppins"/>
          <a:ea typeface="NanumGothic"/>
          <a:cs typeface="Poppins"/>
        </a:defRPr>
      </a:lvl5pPr>
      <a:lvl6pPr marL="2286000" algn="l" defTabSz="914400" rtl="0" eaLnBrk="1" latinLnBrk="0" hangingPunct="1">
        <a:defRPr sz="1800" kern="1200">
          <a:solidFill>
            <a:schemeClr val="tx1"/>
          </a:solidFill>
          <a:latin typeface="Poppins"/>
          <a:ea typeface="NanumGothic"/>
          <a:cs typeface="Poppins"/>
        </a:defRPr>
      </a:lvl6pPr>
      <a:lvl7pPr marL="2743200" algn="l" defTabSz="914400" rtl="0" eaLnBrk="1" latinLnBrk="0" hangingPunct="1">
        <a:defRPr sz="1800" kern="1200">
          <a:solidFill>
            <a:schemeClr val="tx1"/>
          </a:solidFill>
          <a:latin typeface="Poppins"/>
          <a:ea typeface="NanumGothic"/>
          <a:cs typeface="Poppins"/>
        </a:defRPr>
      </a:lvl7pPr>
      <a:lvl8pPr marL="3200400" algn="l" defTabSz="914400" rtl="0" eaLnBrk="1" latinLnBrk="0" hangingPunct="1">
        <a:defRPr sz="1800" kern="1200">
          <a:solidFill>
            <a:schemeClr val="tx1"/>
          </a:solidFill>
          <a:latin typeface="Poppins"/>
          <a:ea typeface="NanumGothic"/>
          <a:cs typeface="Poppins"/>
        </a:defRPr>
      </a:lvl8pPr>
      <a:lvl9pPr marL="3657600" algn="l" defTabSz="914400" rtl="0" eaLnBrk="1" latinLnBrk="0" hangingPunct="1">
        <a:defRPr sz="1800" kern="1200">
          <a:solidFill>
            <a:schemeClr val="tx1"/>
          </a:solidFill>
          <a:latin typeface="Poppins"/>
          <a:ea typeface="NanumGothic"/>
          <a:cs typeface="Poppin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6038945.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6064119.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7279052.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7304870.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8314623.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8345753.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9394423.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9427128.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15451/fImage681858804405.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15451/fImage18856883907.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4799" r:id="rId1"/>
    <p:sldLayoutId id="2147484800" r:id="rId2"/>
    <p:sldLayoutId id="2147484801" r:id="rId3"/>
    <p:sldLayoutId id="2147484802" r:id="rId4"/>
    <p:sldLayoutId id="2147484803" r:id="rId5"/>
    <p:sldLayoutId id="2147484804" r:id="rId6"/>
    <p:sldLayoutId id="2147484805" r:id="rId7"/>
    <p:sldLayoutId id="2147484806" r:id="rId8"/>
    <p:sldLayoutId id="2147484807" r:id="rId9"/>
    <p:sldLayoutId id="2147484808" r:id="rId10"/>
    <p:sldLayoutId id="2147484809"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42368/fImage6818510561697.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42368/fImage188561059246.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5656" r:id="rId1"/>
    <p:sldLayoutId id="2147485657" r:id="rId2"/>
    <p:sldLayoutId id="2147485658" r:id="rId3"/>
    <p:sldLayoutId id="2147485659" r:id="rId4"/>
    <p:sldLayoutId id="2147485660" r:id="rId5"/>
    <p:sldLayoutId id="2147485661" r:id="rId6"/>
    <p:sldLayoutId id="2147485662" r:id="rId7"/>
    <p:sldLayoutId id="2147485663" r:id="rId8"/>
    <p:sldLayoutId id="2147485664" r:id="rId9"/>
    <p:sldLayoutId id="2147485665" r:id="rId10"/>
    <p:sldLayoutId id="2147485666"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42368/fImage6818515243540.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42368/fImage188561527106.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5667" r:id="rId1"/>
    <p:sldLayoutId id="2147485668" r:id="rId2"/>
    <p:sldLayoutId id="2147485669" r:id="rId3"/>
    <p:sldLayoutId id="2147485670" r:id="rId4"/>
    <p:sldLayoutId id="2147485671" r:id="rId5"/>
    <p:sldLayoutId id="2147485672" r:id="rId6"/>
    <p:sldLayoutId id="2147485673" r:id="rId7"/>
    <p:sldLayoutId id="2147485674" r:id="rId8"/>
    <p:sldLayoutId id="2147485675" r:id="rId9"/>
    <p:sldLayoutId id="2147485676" r:id="rId10"/>
    <p:sldLayoutId id="2147485677"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s/_rels/slide1.xml.rels><?xml version="1.0" encoding="UTF-8"?>
<Relationships xmlns="http://schemas.openxmlformats.org/package/2006/relationships"><Relationship Id="rId2" Type="http://schemas.openxmlformats.org/officeDocument/2006/relationships/notesSlide" Target="../notesSlides/notesSlide1.xml"></Relationship><Relationship Id="rId3" Type="http://schemas.openxmlformats.org/officeDocument/2006/relationships/slideLayout" Target="../slideLayouts/slideLayout1.xml"></Relationship></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Relationships>
</file>

<file path=ppt/slides/_rels/slide3.xml.rels><?xml version="1.0" encoding="UTF-8"?>
<Relationships xmlns="http://schemas.openxmlformats.org/package/2006/relationships"><Relationship Id="rId2" Type="http://schemas.openxmlformats.org/officeDocument/2006/relationships/notesSlide" Target="../notesSlides/notesSlide3.xml"></Relationship><Relationship Id="rId3" Type="http://schemas.openxmlformats.org/officeDocument/2006/relationships/slideLayout" Target="../slideLayouts/slideLayout35.xml"></Relationship></Relationships>
</file>

<file path=ppt/slides/_rels/slide4.xml.rels><?xml version="1.0" encoding="UTF-8"?>
<Relationships xmlns="http://schemas.openxmlformats.org/package/2006/relationships"><Relationship Id="rId2" Type="http://schemas.openxmlformats.org/officeDocument/2006/relationships/notesSlide" Target="../notesSlides/notesSlide4.xml"></Relationship><Relationship Id="rId3" Type="http://schemas.openxmlformats.org/officeDocument/2006/relationships/slideLayout" Target="../slideLayouts/slideLayout13.xml"></Relationship></Relationships>
</file>

<file path=ppt/slides/_rels/slide5.xml.rels><?xml version="1.0" encoding="UTF-8"?>
<Relationships xmlns="http://schemas.openxmlformats.org/package/2006/relationships"><Relationship Id="rId2" Type="http://schemas.openxmlformats.org/officeDocument/2006/relationships/notesSlide" Target="../notesSlides/notesSlide5.xml"></Relationship><Relationship Id="rId3" Type="http://schemas.openxmlformats.org/officeDocument/2006/relationships/slideLayout" Target="../slideLayouts/slideLayout24.xml"></Relationship></Relationships>
</file>

<file path=ppt/slides/_rels/slide6.xml.rels><?xml version="1.0" encoding="UTF-8"?>
<Relationships xmlns="http://schemas.openxmlformats.org/package/2006/relationships"><Relationship Id="rId2" Type="http://schemas.openxmlformats.org/officeDocument/2006/relationships/notesSlide" Target="../notesSlides/notesSlide6.xml"></Relationship><Relationship Id="rId3" Type="http://schemas.openxmlformats.org/officeDocument/2006/relationships/slideLayout" Target="../slideLayouts/slideLayout2.xml"></Relationship></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Relationships>
</file>

<file path=ppt/slides/_rels/slide8.xml.rels><?xml version="1.0" encoding="UTF-8"?>
<Relationships xmlns="http://schemas.openxmlformats.org/package/2006/relationships"><Relationship Id="rId2" Type="http://schemas.openxmlformats.org/officeDocument/2006/relationships/notesSlide" Target="../notesSlides/notesSlide8.xml"></Relationship><Relationship Id="rId3" Type="http://schemas.openxmlformats.org/officeDocument/2006/relationships/slideLayout" Target="../slideLayouts/slideLayout2.xml"></Relationship></Relationships>
</file>

<file path=ppt/slides/_rels/slide9.xml.rels><?xml version="1.0" encoding="UTF-8"?>
<Relationships xmlns="http://schemas.openxmlformats.org/package/2006/relationships"><Relationship Id="rId2" Type="http://schemas.openxmlformats.org/officeDocument/2006/relationships/notesSlide" Target="../notesSlides/notesSlide9.xml"></Relationship><Relationship Id="rId3" Type="http://schemas.openxmlformats.org/officeDocument/2006/relationships/slideLayout" Target="../slideLayouts/slideLayout35.xml"></Relationship></Relationships>
</file>

<file path=ppt/slides/_rels/slide10.xml.rels><?xml version="1.0" encoding="UTF-8"?>
<Relationships xmlns="http://schemas.openxmlformats.org/package/2006/relationships"><Relationship Id="rId2" Type="http://schemas.openxmlformats.org/officeDocument/2006/relationships/notesSlide" Target="../notesSlides/notesSlide10.xml"></Relationship><Relationship Id="rId3" Type="http://schemas.openxmlformats.org/officeDocument/2006/relationships/slideLayout" Target="../slideLayouts/slideLayout46.xml"></Relationship></Relationships>
</file>

<file path=ppt/slides/_rels/slide11.xml.rels><?xml version="1.0" encoding="UTF-8"?>
<Relationships xmlns="http://schemas.openxmlformats.org/package/2006/relationships"><Relationship Id="rId2" Type="http://schemas.openxmlformats.org/officeDocument/2006/relationships/notesSlide" Target="../notesSlides/notesSlide11.xml"></Relationship><Relationship Id="rId3" Type="http://schemas.openxmlformats.org/officeDocument/2006/relationships/slideLayout" Target="../slideLayouts/slideLayout35.xml"></Relationship></Relationships>
</file>

<file path=ppt/slides/_rels/slide12.xml.rels><?xml version="1.0" encoding="UTF-8"?>
<Relationships xmlns="http://schemas.openxmlformats.org/package/2006/relationships"><Relationship Id="rId1" Type="http://schemas.openxmlformats.org/officeDocument/2006/relationships/slideLayout" Target="../slideLayouts/slideLayout57.xml"></Relationship></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Relationships>
</file>

<file path=ppt/slides/_rels/slide14.xml.rels><?xml version="1.0" encoding="UTF-8"?>
<Relationships xmlns="http://schemas.openxmlformats.org/package/2006/relationships"><Relationship Id="rId2" Type="http://schemas.openxmlformats.org/officeDocument/2006/relationships/notesSlide" Target="../notesSlides/notesSlide14.xml"></Relationship><Relationship Id="rId3" Type="http://schemas.openxmlformats.org/officeDocument/2006/relationships/image" Target="../media/image3.png"></Relationship><Relationship Id="rId4" Type="http://schemas.openxmlformats.org/officeDocument/2006/relationships/slideLayout" Target="../slideLayouts/slideLayout35.xml"></Relationship></Relationships>
</file>

<file path=ppt/slides/_rels/slide15.xml.rels><?xml version="1.0" encoding="UTF-8"?>
<Relationships xmlns="http://schemas.openxmlformats.org/package/2006/relationships"><Relationship Id="rId2" Type="http://schemas.openxmlformats.org/officeDocument/2006/relationships/notesSlide" Target="../notesSlides/notesSlide15.xml"></Relationship><Relationship Id="rId3" Type="http://schemas.openxmlformats.org/officeDocument/2006/relationships/image" Target="../media/image4.png"></Relationship><Relationship Id="rId4" Type="http://schemas.openxmlformats.org/officeDocument/2006/relationships/slideLayout" Target="../slideLayouts/slideLayout35.xml"></Relationship></Relationships>
</file>

<file path=ppt/slides/_rels/slide16.xml.rels><?xml version="1.0" encoding="UTF-8"?>
<Relationships xmlns="http://schemas.openxmlformats.org/package/2006/relationships"><Relationship Id="rId2" Type="http://schemas.openxmlformats.org/officeDocument/2006/relationships/notesSlide" Target="../notesSlides/notesSlide16.xml"></Relationship><Relationship Id="rId3" Type="http://schemas.openxmlformats.org/officeDocument/2006/relationships/image" Target="../media/image7.png"></Relationship><Relationship Id="rId4" Type="http://schemas.openxmlformats.org/officeDocument/2006/relationships/slideLayout" Target="../slideLayouts/slideLayout35.xml"></Relationship></Relationships>
</file>

<file path=ppt/slides/_rels/slide17.xml.rels><?xml version="1.0" encoding="UTF-8"?>
<Relationships xmlns="http://schemas.openxmlformats.org/package/2006/relationships"><Relationship Id="rId2" Type="http://schemas.openxmlformats.org/officeDocument/2006/relationships/notesSlide" Target="../notesSlides/notesSlide17.xml"></Relationship><Relationship Id="rId3" Type="http://schemas.openxmlformats.org/officeDocument/2006/relationships/image" Target="../media/image9.png"></Relationship><Relationship Id="rId4" Type="http://schemas.openxmlformats.org/officeDocument/2006/relationships/slideLayout" Target="../slideLayouts/slideLayout35.xml"></Relationship></Relationships>
</file>

<file path=ppt/slides/_rels/slide18.xml.rels><?xml version="1.0" encoding="UTF-8"?>
<Relationships xmlns="http://schemas.openxmlformats.org/package/2006/relationships"><Relationship Id="rId2" Type="http://schemas.openxmlformats.org/officeDocument/2006/relationships/notesSlide" Target="../notesSlides/notesSlide18.xml"></Relationship><Relationship Id="rId3" Type="http://schemas.openxmlformats.org/officeDocument/2006/relationships/image" Target="../media/image6.png"></Relationship><Relationship Id="rId4" Type="http://schemas.openxmlformats.org/officeDocument/2006/relationships/slideLayout" Target="../slideLayouts/slideLayout35.xml"></Relationship></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Relationships>
</file>

<file path=ppt/slides/_rels/slide20.xml.rels><?xml version="1.0" encoding="UTF-8"?>
<Relationships xmlns="http://schemas.openxmlformats.org/package/2006/relationships"><Relationship Id="rId2" Type="http://schemas.openxmlformats.org/officeDocument/2006/relationships/notesSlide" Target="../notesSlides/notesSlide20.xml"></Relationship><Relationship Id="rId3" Type="http://schemas.openxmlformats.org/officeDocument/2006/relationships/slideLayout" Target="../slideLayouts/slideLayout35.xml"></Relationship></Relationships>
</file>

<file path=ppt/slides/_rels/slide21.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1.xml"></Relationship></Relationships>
</file>

<file path=ppt/slides/_rels/slide22.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2.xml"></Relationship></Relationships>
</file>

<file path=ppt/slides/_rels/slide23.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3.xml"></Relationship><Relationship Id="rId3" Type="http://schemas.openxmlformats.org/officeDocument/2006/relationships/image" Target="../media/image10.png"></Relationship></Relationships>
</file>

<file path=ppt/slides/_rels/slide24.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4.xml"></Relationship></Relationships>
</file>

<file path=ppt/slides/_rels/slide25.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5.xml"></Relationship></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Relationships>
</file>

<file path=ppt/slides/_rels/slide27.xml.rels><?xml version="1.0" encoding="UTF-8"?>
<Relationships xmlns="http://schemas.openxmlformats.org/package/2006/relationships"><Relationship Id="rId1" Type="http://schemas.openxmlformats.org/officeDocument/2006/relationships/slideLayout" Target="../slideLayouts/slideLayout35.xml"></Relationship><Relationship Id="rId2" Type="http://schemas.openxmlformats.org/officeDocument/2006/relationships/notesSlide" Target="../notesSlides/notesSlide27.xml"></Relationship></Relationships>
</file>

<file path=ppt/slides/_rels/slide28.xml.rels><?xml version="1.0" encoding="UTF-8"?>
<Relationships xmlns="http://schemas.openxmlformats.org/package/2006/relationships"><Relationship Id="rId2" Type="http://schemas.openxmlformats.org/officeDocument/2006/relationships/notesSlide" Target="../notesSlides/notesSlide28.xml"></Relationship><Relationship Id="rId3" Type="http://schemas.openxmlformats.org/officeDocument/2006/relationships/image" Target="../media/image8.png"></Relationship><Relationship Id="rId4" Type="http://schemas.openxmlformats.org/officeDocument/2006/relationships/slideLayout" Target="../slideLayouts/slideLayout35.xml"></Relationship></Relationships>
</file>

<file path=ppt/slides/_rels/slide29.xml.rels><?xml version="1.0" encoding="UTF-8"?>
<Relationships xmlns="http://schemas.openxmlformats.org/package/2006/relationships"><Relationship Id="rId1" Type="http://schemas.openxmlformats.org/officeDocument/2006/relationships/slideLayout" Target="../slideLayouts/slideLayout68.xml"></Relationship></Relationships>
</file>

<file path=ppt/slides/_rels/slide30.xml.rels><?xml version="1.0" encoding="UTF-8"?>
<Relationships xmlns="http://schemas.openxmlformats.org/package/2006/relationships"><Relationship Id="rId1" Type="http://schemas.openxmlformats.org/officeDocument/2006/relationships/slideLayout" Target="../slideLayouts/slideLayout79.xml"></Relationship></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extBox 1"/>
          <p:cNvSpPr txBox="1"/>
          <p:nvPr/>
        </p:nvSpPr>
        <p:spPr>
          <a:xfrm>
            <a:off x="914400" y="1874520"/>
            <a:ext cx="10360660" cy="554355"/>
          </a:xfrm>
          <a:prstGeom prst="rect">
            <a:avLst/>
          </a:prstGeom>
          <a:noFill/>
        </p:spPr>
        <p:txBody>
          <a:bodyPr wrap="square" lIns="0" tIns="0" rIns="0" bIns="0" numCol="1" vert="horz" anchor="t">
            <a:spAutoFit/>
          </a:bodyPr>
          <a:lstStyle/>
          <a:p>
            <a:pPr marL="0" indent="0" algn="ctr">
              <a:spcAft>
                <a:spcPts val="500"/>
              </a:spcAft>
              <a:buFontTx/>
              <a:buNone/>
            </a:pPr>
            <a:r>
              <a:rPr lang="en-US" sz="3600" b="1">
                <a:solidFill>
                  <a:srgbClr val="13366B"/>
                </a:solidFill>
                <a:latin typeface="Poppins" charset="0"/>
                <a:ea typeface="Poppins" charset="0"/>
                <a:cs typeface="Poppins" charset="0"/>
              </a:rPr>
              <a:t>Corstone Family</a:t>
            </a:r>
            <a:r>
              <a:rPr lang="en-US" sz="3600" b="1">
                <a:solidFill>
                  <a:srgbClr val="13366B"/>
                </a:solidFill>
                <a:latin typeface="Poppins" charset="0"/>
                <a:ea typeface="Poppins" charset="0"/>
                <a:cs typeface="Poppins" charset="0"/>
              </a:rPr>
              <a:t> </a:t>
            </a:r>
            <a:r>
              <a:rPr lang="ko-KR" sz="3600" b="1">
                <a:solidFill>
                  <a:srgbClr val="13366B"/>
                </a:solidFill>
                <a:latin typeface="NanumGothic" charset="0"/>
                <a:ea typeface="NanumGothic" charset="0"/>
                <a:cs typeface="NanumGothic" charset="0"/>
              </a:rPr>
              <a:t>분석</a:t>
            </a:r>
            <a:endParaRPr lang="ko-KR" altLang="en-US" sz="3600" b="1">
              <a:solidFill>
                <a:srgbClr val="13366B"/>
              </a:solidFill>
              <a:latin typeface="NanumGothic" charset="0"/>
              <a:ea typeface="NanumGothic" charset="0"/>
              <a:cs typeface="NanumGothic" charset="0"/>
            </a:endParaRPr>
          </a:p>
        </p:txBody>
      </p:sp>
      <p:sp>
        <p:nvSpPr>
          <p:cNvPr id="3" name="TextBox 2"/>
          <p:cNvSpPr txBox="1"/>
          <p:nvPr/>
        </p:nvSpPr>
        <p:spPr>
          <a:xfrm>
            <a:off x="914400" y="2797810"/>
            <a:ext cx="10361295" cy="385445"/>
          </a:xfrm>
          <a:prstGeom prst="rect">
            <a:avLst/>
          </a:prstGeom>
          <a:noFill/>
        </p:spPr>
        <p:txBody>
          <a:bodyPr wrap="square" lIns="0" tIns="0" rIns="0" bIns="0" numCol="1" vert="horz" anchor="t">
            <a:spAutoFit/>
          </a:bodyPr>
          <a:lstStyle/>
          <a:p>
            <a:pPr marL="0" indent="0" algn="ctr">
              <a:spcAft>
                <a:spcPts val="500"/>
              </a:spcAft>
              <a:buFontTx/>
              <a:buNone/>
            </a:pPr>
            <a:r>
              <a:rPr lang="en-US" sz="2500" b="1">
                <a:solidFill>
                  <a:srgbClr val="22364B"/>
                </a:solidFill>
                <a:latin typeface="나눔고딕" charset="0"/>
                <a:ea typeface="나눔고딕" charset="0"/>
                <a:cs typeface="Poppins" charset="0"/>
              </a:rPr>
              <a:t>모델·MAC·플랫폼별 시뮬레이션 분석</a:t>
            </a:r>
            <a:endParaRPr lang="ko-KR" altLang="en-US" sz="2500" b="1">
              <a:solidFill>
                <a:srgbClr val="22364B"/>
              </a:solidFill>
              <a:latin typeface="나눔고딕" charset="0"/>
              <a:ea typeface="나눔고딕" charset="0"/>
              <a:cs typeface="NanumGothic" charset="0"/>
            </a:endParaRPr>
          </a:p>
        </p:txBody>
      </p:sp>
      <p:sp>
        <p:nvSpPr>
          <p:cNvPr id="4" name="TextBox 3"/>
          <p:cNvSpPr txBox="1"/>
          <p:nvPr/>
        </p:nvSpPr>
        <p:spPr>
          <a:xfrm>
            <a:off x="914400" y="4023360"/>
            <a:ext cx="10360025" cy="548640"/>
          </a:xfrm>
          <a:prstGeom prst="rect">
            <a:avLst/>
          </a:prstGeom>
          <a:noFill/>
        </p:spPr>
        <p:txBody>
          <a:bodyPr wrap="square" lIns="0" rIns="0" tIns="0" bIns="0">
            <a:spAutoFit/>
          </a:bodyPr>
          <a:lstStyle/>
          <a:p>
            <a:pPr algn="ctr">
              <a:spcAft>
                <a:spcPts val="500"/>
              </a:spcAft>
            </a:pPr>
            <a:r>
              <a:rPr sz="1800" b="0" lang="en-US">
                <a:solidFill>
                  <a:srgbClr val="566577"/>
                </a:solidFill>
                <a:latin typeface="Poppins"/>
                <a:ea typeface="Poppins"/>
                <a:cs typeface="Poppins"/>
              </a:rPr>
              <a:t>Corstone-300 / 310 / 315 / 320  ·  Ethos-U55 / U65 / U85</a:t>
            </a:r>
          </a:p>
        </p:txBody>
      </p:sp>
      <p:sp>
        <p:nvSpPr>
          <p:cNvPr id="5" name="TextBox 4"/>
          <p:cNvSpPr txBox="1">
            <a:spLocks/>
          </p:cNvSpPr>
          <p:nvPr/>
        </p:nvSpPr>
        <p:spPr>
          <a:xfrm rot="0">
            <a:off x="802640" y="4822190"/>
            <a:ext cx="10360660" cy="457835"/>
          </a:xfrm>
          <a:prstGeom prst="rect"/>
          <a:noFill/>
        </p:spPr>
        <p:txBody>
          <a:bodyPr wrap="square" lIns="0" tIns="0" rIns="0" bIns="0" numCol="1" vert="horz" anchor="t">
            <a:spAutoFit/>
          </a:bodyPr>
          <a:lstStyle/>
          <a:p>
            <a:pPr marL="0" indent="0" algn="ctr">
              <a:spcAft>
                <a:spcPts val="500"/>
              </a:spcAft>
              <a:buFontTx/>
              <a:buNone/>
            </a:pPr>
            <a:r>
              <a:rPr lang="en-US" sz="1800" b="0">
                <a:solidFill>
                  <a:srgbClr val="22364B"/>
                </a:solidFill>
                <a:latin typeface="Poppins" charset="0"/>
                <a:ea typeface="Poppins" charset="0"/>
                <a:cs typeface="Poppins" charset="0"/>
              </a:rPr>
              <a:t>Kyung Hee University  |  2026.09</a:t>
            </a:r>
            <a:endParaRPr lang="ko-KR" altLang="en-US" sz="1800" b="0">
              <a:solidFill>
                <a:srgbClr val="22364B"/>
              </a:solidFill>
              <a:latin typeface="Poppins" charset="0"/>
              <a:ea typeface="Poppins" charset="0"/>
              <a:cs typeface="Poppins" charset="0"/>
            </a:endParaRPr>
          </a:p>
        </p:txBody>
      </p:sp>
    </p:spTree>
    <p:extLst>
      <p:ext uri="{BB962C8B-B14F-4D97-AF65-F5344CB8AC3E}">
        <p14:creationId xmlns:p14="http://schemas.microsoft.com/office/powerpoint/2010/main" val="31358917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3"/>
          <p:cNvSpPr txBox="1">
            <a:spLocks/>
          </p:cNvSpPr>
          <p:nvPr/>
        </p:nvSpPr>
        <p:spPr>
          <a:xfrm rot="0">
            <a:off x="773430" y="2882900"/>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1. Corstone - Ethos NPU  분석</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299"/>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Ethos-U NPU Architecture  분석</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02</a:t>
            </a:r>
          </a:p>
        </p:txBody>
      </p:sp>
      <p:sp>
        <p:nvSpPr>
          <p:cNvPr id="4" name="TextBox 3"/>
          <p:cNvSpPr txBox="1"/>
          <p:nvPr/>
        </p:nvSpPr>
        <p:spPr>
          <a:xfrm>
            <a:off x="502920" y="1225550"/>
            <a:ext cx="11156315"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Corstone FVP</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로</a:t>
            </a:r>
            <a:r>
              <a:rPr sz="1700" b="0">
                <a:solidFill>
                  <a:srgbClr val="566577"/>
                </a:solidFill>
                <a:latin typeface="Poppins" charset="0"/>
                <a:ea typeface="NanumGothic" charset="0"/>
                <a:cs typeface="NanumGothic" charset="0"/>
              </a:rPr>
              <a:t> 실행 사이클을 측정하고</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병목요인을 두 부류로 나누어 분석</a:t>
            </a:r>
            <a:endParaRPr lang="ko-KR" altLang="en-US" sz="1700" b="0">
              <a:solidFill>
                <a:srgbClr val="566577"/>
              </a:solidFill>
              <a:latin typeface="Poppins" charset="0"/>
              <a:ea typeface="NanumGothic" charset="0"/>
              <a:cs typeface="NanumGothic" charset="0"/>
            </a:endParaRPr>
          </a:p>
        </p:txBody>
      </p:sp>
      <p:sp>
        <p:nvSpPr>
          <p:cNvPr id="8" name="Rectangle 7"/>
          <p:cNvSpPr>
            <a:spLocks/>
          </p:cNvSpPr>
          <p:nvPr/>
        </p:nvSpPr>
        <p:spPr>
          <a:xfrm rot="0">
            <a:off x="548640" y="1972945"/>
            <a:ext cx="5121275" cy="3468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777240" y="2128520"/>
            <a:ext cx="4755515" cy="309245"/>
          </a:xfrm>
          <a:prstGeom prst="rect"/>
          <a:noFill/>
        </p:spPr>
        <p:txBody>
          <a:bodyPr wrap="square" lIns="45720" tIns="27305" rIns="45720" bIns="27305" numCol="1" vert="horz" anchor="t">
            <a:spAutoFit/>
          </a:bodyPr>
          <a:lstStyle/>
          <a:p>
            <a:pPr marL="0" indent="0" algn="l">
              <a:lnSpc>
                <a:spcPct val="110000"/>
              </a:lnSpc>
              <a:buFontTx/>
              <a:buNone/>
            </a:pPr>
            <a:r>
              <a:rPr sz="1500" b="1">
                <a:solidFill>
                  <a:srgbClr val="A40F16"/>
                </a:solidFill>
                <a:latin typeface="Poppins" charset="0"/>
                <a:ea typeface="NanumGothic" charset="0"/>
                <a:cs typeface="NanumGothic" charset="0"/>
              </a:rPr>
              <a:t>1  </a:t>
            </a:r>
            <a:r>
              <a:rPr sz="1500" b="1">
                <a:solidFill>
                  <a:srgbClr val="A40F16"/>
                </a:solidFill>
                <a:latin typeface="Poppins" charset="0"/>
                <a:ea typeface="NanumGothic" charset="0"/>
                <a:cs typeface="NanumGothic" charset="0"/>
              </a:rPr>
              <a:t>NPU</a:t>
            </a:r>
            <a:r>
              <a:rPr sz="1500" b="1">
                <a:solidFill>
                  <a:srgbClr val="A40F16"/>
                </a:solidFill>
                <a:latin typeface="Poppins" charset="0"/>
                <a:ea typeface="NanumGothic" charset="0"/>
                <a:cs typeface="NanumGothic" charset="0"/>
              </a:rPr>
              <a:t> 특성</a:t>
            </a:r>
            <a:endParaRPr lang="ko-KR" altLang="en-US" sz="1500" b="1">
              <a:solidFill>
                <a:srgbClr val="A40F16"/>
              </a:solidFill>
              <a:latin typeface="Poppins" charset="0"/>
              <a:ea typeface="NanumGothic" charset="0"/>
              <a:cs typeface="NanumGothic" charset="0"/>
            </a:endParaRPr>
          </a:p>
        </p:txBody>
      </p:sp>
      <p:sp>
        <p:nvSpPr>
          <p:cNvPr id="10" name="TextBox 9"/>
          <p:cNvSpPr txBox="1">
            <a:spLocks/>
          </p:cNvSpPr>
          <p:nvPr/>
        </p:nvSpPr>
        <p:spPr>
          <a:xfrm rot="0">
            <a:off x="777240" y="2494280"/>
            <a:ext cx="4755515" cy="427355"/>
          </a:xfrm>
          <a:prstGeom prst="rect"/>
          <a:noFill/>
        </p:spPr>
        <p:txBody>
          <a:bodyPr wrap="square" lIns="45720" tIns="27305" rIns="45720" bIns="27305" numCol="1" vert="horz" anchor="t">
            <a:spAutoFit/>
          </a:bodyPr>
          <a:lstStyle/>
          <a:p>
            <a:pPr marL="0" indent="0" algn="l">
              <a:lnSpc>
                <a:spcPct val="110000"/>
              </a:lnSpc>
              <a:buFontTx/>
              <a:buNone/>
            </a:pPr>
            <a:r>
              <a:rPr sz="2200" b="1">
                <a:solidFill>
                  <a:srgbClr val="13366B"/>
                </a:solidFill>
                <a:latin typeface="Poppins" charset="0"/>
                <a:ea typeface="NanumGothic" charset="0"/>
                <a:cs typeface="NanumGothic" charset="0"/>
              </a:rPr>
              <a:t>실행사이클의 변화</a:t>
            </a:r>
            <a:endParaRPr lang="ko-KR" altLang="en-US" sz="2200" b="1">
              <a:solidFill>
                <a:srgbClr val="13366B"/>
              </a:solidFill>
              <a:latin typeface="Poppins" charset="0"/>
              <a:ea typeface="NanumGothic" charset="0"/>
              <a:cs typeface="NanumGothic" charset="0"/>
            </a:endParaRPr>
          </a:p>
        </p:txBody>
      </p:sp>
      <p:sp>
        <p:nvSpPr>
          <p:cNvPr id="11" name="TextBox 10"/>
          <p:cNvSpPr txBox="1">
            <a:spLocks/>
          </p:cNvSpPr>
          <p:nvPr/>
        </p:nvSpPr>
        <p:spPr>
          <a:xfrm rot="0">
            <a:off x="777240" y="3279775"/>
            <a:ext cx="475551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NPU MAC Scale 별 실행 사이클</a:t>
            </a:r>
            <a:endParaRPr lang="ko-KR" altLang="en-US" sz="1700" b="1">
              <a:solidFill>
                <a:srgbClr val="22364B"/>
              </a:solidFill>
              <a:latin typeface="Poppins" charset="0"/>
              <a:ea typeface="NanumGothic" charset="0"/>
              <a:cs typeface="NanumGothic" charset="0"/>
            </a:endParaRPr>
          </a:p>
        </p:txBody>
      </p:sp>
      <p:sp>
        <p:nvSpPr>
          <p:cNvPr id="12" name="TextBox 11"/>
          <p:cNvSpPr txBox="1">
            <a:spLocks/>
          </p:cNvSpPr>
          <p:nvPr/>
        </p:nvSpPr>
        <p:spPr>
          <a:xfrm rot="0">
            <a:off x="777240" y="3645535"/>
            <a:ext cx="4946650"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NPU 세대별 최대 MAC Unit을 사용하는 환경에서 모델별 cycle 측정</a:t>
            </a:r>
            <a:endParaRPr lang="ko-KR" altLang="en-US" sz="1300" b="0">
              <a:solidFill>
                <a:srgbClr val="566577"/>
              </a:solidFill>
              <a:latin typeface="Poppins" charset="0"/>
              <a:ea typeface="NanumGothic" charset="0"/>
              <a:cs typeface="NanumGothic" charset="0"/>
            </a:endParaRPr>
          </a:p>
        </p:txBody>
      </p:sp>
      <p:sp>
        <p:nvSpPr>
          <p:cNvPr id="13" name="TextBox 12"/>
          <p:cNvSpPr txBox="1">
            <a:spLocks/>
          </p:cNvSpPr>
          <p:nvPr/>
        </p:nvSpPr>
        <p:spPr>
          <a:xfrm rot="0">
            <a:off x="777240" y="4379595"/>
            <a:ext cx="475551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MAC Scale 별 사이클 변화</a:t>
            </a:r>
            <a:endParaRPr lang="ko-KR" altLang="en-US" sz="1700" b="1">
              <a:solidFill>
                <a:srgbClr val="22364B"/>
              </a:solidFill>
              <a:latin typeface="Poppins" charset="0"/>
              <a:ea typeface="NanumGothic" charset="0"/>
              <a:cs typeface="NanumGothic" charset="0"/>
            </a:endParaRPr>
          </a:p>
        </p:txBody>
      </p:sp>
      <p:sp>
        <p:nvSpPr>
          <p:cNvPr id="14" name="TextBox 13"/>
          <p:cNvSpPr txBox="1">
            <a:spLocks/>
          </p:cNvSpPr>
          <p:nvPr/>
        </p:nvSpPr>
        <p:spPr>
          <a:xfrm rot="0">
            <a:off x="777240" y="4745355"/>
            <a:ext cx="475551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MAC </a:t>
            </a:r>
            <a:r>
              <a:rPr sz="1300" b="0">
                <a:solidFill>
                  <a:srgbClr val="566577"/>
                </a:solidFill>
                <a:latin typeface="Poppins" charset="0"/>
                <a:ea typeface="NanumGothic" charset="0"/>
                <a:cs typeface="NanumGothic" charset="0"/>
              </a:rPr>
              <a:t>Scale 별</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성능</a:t>
            </a:r>
            <a:r>
              <a:rPr sz="1300" b="0">
                <a:solidFill>
                  <a:srgbClr val="566577"/>
                </a:solidFill>
                <a:latin typeface="Poppins" charset="0"/>
                <a:ea typeface="NanumGothic" charset="0"/>
                <a:cs typeface="NanumGothic" charset="0"/>
              </a:rPr>
              <a:t>비교</a:t>
            </a:r>
            <a:r>
              <a:rPr sz="1300" b="0">
                <a:solidFill>
                  <a:srgbClr val="566577"/>
                </a:solidFill>
                <a:latin typeface="Poppins" charset="0"/>
                <a:ea typeface="NanumGothic" charset="0"/>
                <a:cs typeface="NanumGothic" charset="0"/>
              </a:rPr>
              <a:t> 수행 </a:t>
            </a:r>
            <a:endParaRPr lang="ko-KR" altLang="en-US" sz="1300" b="0">
              <a:solidFill>
                <a:srgbClr val="566577"/>
              </a:solidFill>
              <a:latin typeface="Poppins" charset="0"/>
              <a:ea typeface="NanumGothic" charset="0"/>
              <a:cs typeface="NanumGothic" charset="0"/>
            </a:endParaRPr>
          </a:p>
        </p:txBody>
      </p:sp>
      <p:sp>
        <p:nvSpPr>
          <p:cNvPr id="17" name="Rectangle 16"/>
          <p:cNvSpPr>
            <a:spLocks/>
          </p:cNvSpPr>
          <p:nvPr/>
        </p:nvSpPr>
        <p:spPr>
          <a:xfrm rot="0">
            <a:off x="5897880" y="1972945"/>
            <a:ext cx="5807075" cy="3480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8" name="TextBox 17"/>
          <p:cNvSpPr txBox="1">
            <a:spLocks/>
          </p:cNvSpPr>
          <p:nvPr/>
        </p:nvSpPr>
        <p:spPr>
          <a:xfrm rot="0">
            <a:off x="6126480" y="2128520"/>
            <a:ext cx="5487035" cy="309245"/>
          </a:xfrm>
          <a:prstGeom prst="rect"/>
          <a:noFill/>
        </p:spPr>
        <p:txBody>
          <a:bodyPr wrap="square" lIns="45720" tIns="27305" rIns="45720" bIns="27305" numCol="1" vert="horz" anchor="t">
            <a:spAutoFit/>
          </a:bodyPr>
          <a:lstStyle/>
          <a:p>
            <a:pPr marL="0" indent="0" algn="l">
              <a:lnSpc>
                <a:spcPct val="110000"/>
              </a:lnSpc>
              <a:buFontTx/>
              <a:buNone/>
            </a:pPr>
            <a:r>
              <a:rPr sz="1500" b="1">
                <a:solidFill>
                  <a:srgbClr val="A40F16"/>
                </a:solidFill>
                <a:latin typeface="Poppins" charset="0"/>
                <a:ea typeface="NanumGothic" charset="0"/>
                <a:cs typeface="NanumGothic" charset="0"/>
              </a:rPr>
              <a:t>2  </a:t>
            </a:r>
            <a:r>
              <a:rPr sz="1500" b="1">
                <a:solidFill>
                  <a:srgbClr val="A40F16"/>
                </a:solidFill>
                <a:latin typeface="Poppins" charset="0"/>
                <a:ea typeface="NanumGothic" charset="0"/>
                <a:cs typeface="NanumGothic" charset="0"/>
              </a:rPr>
              <a:t>병목요인</a:t>
            </a:r>
            <a:endParaRPr lang="ko-KR" altLang="en-US" sz="1500" b="1">
              <a:solidFill>
                <a:srgbClr val="A40F16"/>
              </a:solidFill>
              <a:latin typeface="Poppins" charset="0"/>
              <a:ea typeface="NanumGothic" charset="0"/>
              <a:cs typeface="NanumGothic" charset="0"/>
            </a:endParaRPr>
          </a:p>
        </p:txBody>
      </p:sp>
      <p:sp>
        <p:nvSpPr>
          <p:cNvPr id="19" name="TextBox 18"/>
          <p:cNvSpPr txBox="1">
            <a:spLocks/>
          </p:cNvSpPr>
          <p:nvPr/>
        </p:nvSpPr>
        <p:spPr>
          <a:xfrm rot="0">
            <a:off x="6126480" y="2494280"/>
            <a:ext cx="5487035" cy="427355"/>
          </a:xfrm>
          <a:prstGeom prst="rect"/>
          <a:noFill/>
        </p:spPr>
        <p:txBody>
          <a:bodyPr wrap="square" lIns="45720" tIns="27305" rIns="45720" bIns="27305" numCol="1" vert="horz" anchor="t">
            <a:spAutoFit/>
          </a:bodyPr>
          <a:lstStyle/>
          <a:p>
            <a:pPr marL="0" indent="0" algn="l">
              <a:lnSpc>
                <a:spcPct val="110000"/>
              </a:lnSpc>
              <a:buFontTx/>
              <a:buNone/>
            </a:pPr>
            <a:r>
              <a:rPr sz="2200" b="1">
                <a:solidFill>
                  <a:srgbClr val="13366B"/>
                </a:solidFill>
                <a:latin typeface="Poppins" charset="0"/>
                <a:ea typeface="NanumGothic" charset="0"/>
                <a:cs typeface="NanumGothic" charset="0"/>
              </a:rPr>
              <a:t>조건별 병목 발생 원인</a:t>
            </a:r>
            <a:endParaRPr lang="ko-KR" altLang="en-US" sz="2200" b="1">
              <a:solidFill>
                <a:srgbClr val="13366B"/>
              </a:solidFill>
              <a:latin typeface="Poppins" charset="0"/>
              <a:ea typeface="NanumGothic" charset="0"/>
              <a:cs typeface="NanumGothic" charset="0"/>
            </a:endParaRPr>
          </a:p>
        </p:txBody>
      </p:sp>
      <p:sp>
        <p:nvSpPr>
          <p:cNvPr id="20" name="TextBox 19"/>
          <p:cNvSpPr txBox="1">
            <a:spLocks/>
          </p:cNvSpPr>
          <p:nvPr/>
        </p:nvSpPr>
        <p:spPr>
          <a:xfrm rot="0">
            <a:off x="6126480" y="3267075"/>
            <a:ext cx="548703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메모리 시스템 관련</a:t>
            </a:r>
            <a:endParaRPr lang="ko-KR" altLang="en-US" sz="1700" b="1">
              <a:solidFill>
                <a:srgbClr val="22364B"/>
              </a:solidFill>
              <a:latin typeface="Poppins" charset="0"/>
              <a:ea typeface="NanumGothic" charset="0"/>
              <a:cs typeface="NanumGothic" charset="0"/>
            </a:endParaRPr>
          </a:p>
        </p:txBody>
      </p:sp>
      <p:sp>
        <p:nvSpPr>
          <p:cNvPr id="21" name="TextBox 20"/>
          <p:cNvSpPr txBox="1">
            <a:spLocks/>
          </p:cNvSpPr>
          <p:nvPr/>
        </p:nvSpPr>
        <p:spPr>
          <a:xfrm rot="0">
            <a:off x="6126480" y="3632835"/>
            <a:ext cx="548703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SRAM </a:t>
            </a:r>
            <a:r>
              <a:rPr sz="1300" b="0">
                <a:solidFill>
                  <a:srgbClr val="566577"/>
                </a:solidFill>
                <a:latin typeface="Poppins" charset="0"/>
                <a:ea typeface="NanumGothic" charset="0"/>
                <a:cs typeface="NanumGothic" charset="0"/>
              </a:rPr>
              <a:t>용량 및 </a:t>
            </a:r>
            <a:r>
              <a:rPr sz="1300" b="0">
                <a:solidFill>
                  <a:srgbClr val="566577"/>
                </a:solidFill>
                <a:latin typeface="Poppins" charset="0"/>
                <a:ea typeface="NanumGothic" charset="0"/>
                <a:cs typeface="NanumGothic" charset="0"/>
              </a:rPr>
              <a:t>대역폭 </a:t>
            </a:r>
            <a:r>
              <a:rPr sz="1300" b="0">
                <a:solidFill>
                  <a:srgbClr val="566577"/>
                </a:solidFill>
                <a:latin typeface="Poppins" charset="0"/>
                <a:ea typeface="NanumGothic" charset="0"/>
                <a:cs typeface="NanumGothic" charset="0"/>
              </a:rPr>
              <a:t>/</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External Memory</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사용 시 </a:t>
            </a:r>
            <a:r>
              <a:rPr sz="1300" b="0">
                <a:solidFill>
                  <a:srgbClr val="566577"/>
                </a:solidFill>
                <a:latin typeface="Poppins" charset="0"/>
                <a:ea typeface="NanumGothic" charset="0"/>
                <a:cs typeface="NanumGothic" charset="0"/>
              </a:rPr>
              <a:t>지연</a:t>
            </a:r>
            <a:r>
              <a:rPr sz="1300" b="0">
                <a:solidFill>
                  <a:srgbClr val="566577"/>
                </a:solidFill>
                <a:latin typeface="Poppins" charset="0"/>
                <a:ea typeface="NanumGothic" charset="0"/>
                <a:cs typeface="NanumGothic" charset="0"/>
              </a:rPr>
              <a:t>, 가중치  저장 위치</a:t>
            </a:r>
            <a:endParaRPr lang="ko-KR" altLang="en-US" sz="1300" b="0">
              <a:solidFill>
                <a:srgbClr val="566577"/>
              </a:solidFill>
              <a:latin typeface="Poppins" charset="0"/>
              <a:ea typeface="NanumGothic" charset="0"/>
              <a:cs typeface="NanumGothic" charset="0"/>
            </a:endParaRPr>
          </a:p>
        </p:txBody>
      </p:sp>
      <p:sp>
        <p:nvSpPr>
          <p:cNvPr id="22" name="TextBox 21"/>
          <p:cNvSpPr txBox="1">
            <a:spLocks/>
          </p:cNvSpPr>
          <p:nvPr/>
        </p:nvSpPr>
        <p:spPr>
          <a:xfrm rot="0">
            <a:off x="6126480" y="4379595"/>
            <a:ext cx="548703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연산 구조/컴파일러 Schedule</a:t>
            </a:r>
            <a:endParaRPr lang="ko-KR" altLang="en-US" sz="1700" b="1">
              <a:solidFill>
                <a:srgbClr val="22364B"/>
              </a:solidFill>
              <a:latin typeface="Poppins" charset="0"/>
              <a:ea typeface="NanumGothic" charset="0"/>
              <a:cs typeface="NanumGothic" charset="0"/>
            </a:endParaRPr>
          </a:p>
        </p:txBody>
      </p:sp>
      <p:sp>
        <p:nvSpPr>
          <p:cNvPr id="23" name="TextBox 22"/>
          <p:cNvSpPr txBox="1">
            <a:spLocks/>
          </p:cNvSpPr>
          <p:nvPr/>
        </p:nvSpPr>
        <p:spPr>
          <a:xfrm rot="0">
            <a:off x="6126480" y="4745355"/>
            <a:ext cx="548703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Output 병렬성, 연산 외 비용, Feature Map size, Ublock size</a:t>
            </a:r>
            <a:endParaRPr lang="ko-KR" altLang="en-US" sz="13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a:off x="438785" y="274320"/>
            <a:ext cx="10699750" cy="415925"/>
          </a:xfrm>
          <a:prstGeom prst="rect"/>
          <a:noFill/>
        </p:spPr>
        <p:txBody>
          <a:bodyPr wrap="square" lIns="0" tIns="0" rIns="0" bIns="0" numCol="1" vert="horz" anchor="t">
            <a:spAutoFit/>
          </a:bodyPr>
          <a:lstStyle/>
          <a:p>
            <a:pPr marL="0" indent="0" rtl="0" algn="l" defTabSz="914400" eaLnBrk="1" latinLnBrk="0" hangingPunct="1">
              <a:buFontTx/>
              <a:buNone/>
            </a:pPr>
            <a:r>
              <a:rPr sz="2700" b="1">
                <a:solidFill>
                  <a:srgbClr val="FFFFFF"/>
                </a:solidFill>
                <a:latin typeface="Poppins" charset="0"/>
                <a:ea typeface="Poppins" charset="0"/>
              </a:rPr>
              <a:t> Ethos-U Architecture Overview</a:t>
            </a:r>
            <a:endParaRPr lang="ko-KR" altLang="en-US" sz="2700" b="1">
              <a:solidFill>
                <a:srgbClr val="FFFFFF"/>
              </a:solidFill>
              <a:latin typeface="Poppins" charset="0"/>
              <a:ea typeface="Poppins"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03</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a:off x="502920" y="1225550"/>
            <a:ext cx="11111230" cy="277495"/>
          </a:xfrm>
          <a:prstGeom prst="rect"/>
          <a:noFill/>
        </p:spPr>
        <p:txBody>
          <a:bodyPr wrap="square" lIns="0" tIns="0" rIns="0" bIns="0" numCol="1" vert="horz" anchor="t">
            <a:spAutoFit/>
          </a:bodyPr>
          <a:lstStyle/>
          <a:p>
            <a:pPr marL="0" indent="0" rtl="0" algn="l" defTabSz="914400" eaLnBrk="1" latinLnBrk="0" hangingPunct="1">
              <a:buFontTx/>
              <a:buNone/>
            </a:pPr>
            <a:r>
              <a:rPr sz="1800" b="0">
                <a:solidFill>
                  <a:srgbClr val="566577"/>
                </a:solidFill>
                <a:latin typeface="Poppins" charset="0"/>
                <a:ea typeface="Poppins" charset="0"/>
              </a:rPr>
              <a:t>Arm</a:t>
            </a:r>
            <a:r>
              <a:rPr sz="1800" b="0">
                <a:solidFill>
                  <a:srgbClr val="566577"/>
                </a:solidFill>
                <a:latin typeface="Poppins" charset="0"/>
                <a:ea typeface="Poppins" charset="0"/>
              </a:rPr>
              <a:t> Ethos </a:t>
            </a:r>
            <a:r>
              <a:rPr sz="1800" b="0">
                <a:solidFill>
                  <a:srgbClr val="566577"/>
                </a:solidFill>
                <a:latin typeface="Poppins" charset="0"/>
                <a:ea typeface="Poppins" charset="0"/>
              </a:rPr>
              <a:t>NPU 계열의 주요 사양</a:t>
            </a:r>
            <a:r>
              <a:rPr sz="1800" b="0">
                <a:solidFill>
                  <a:srgbClr val="566577"/>
                </a:solidFill>
                <a:latin typeface="Poppins" charset="0"/>
                <a:ea typeface="Poppins" charset="0"/>
              </a:rPr>
              <a:t>/</a:t>
            </a:r>
            <a:r>
              <a:rPr sz="1800" b="0">
                <a:solidFill>
                  <a:srgbClr val="566577"/>
                </a:solidFill>
                <a:latin typeface="Poppins" charset="0"/>
                <a:ea typeface="Poppins" charset="0"/>
              </a:rPr>
              <a:t>적용 분야</a:t>
            </a:r>
            <a:endParaRPr lang="ko-KR" altLang="en-US" sz="1800" b="0">
              <a:solidFill>
                <a:srgbClr val="566577"/>
              </a:solidFill>
              <a:latin typeface="Poppins" charset="0"/>
              <a:ea typeface="Poppins"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Poppins" charset="0"/>
                <a:ea typeface="Poppins" charset="0"/>
              </a:rPr>
              <a:t>본 실험에서는 </a:t>
            </a:r>
            <a:r>
              <a:rPr sz="1700" b="1">
                <a:solidFill>
                  <a:srgbClr val="13366B"/>
                </a:solidFill>
                <a:latin typeface="Poppins" charset="0"/>
                <a:ea typeface="Poppins" charset="0"/>
              </a:rPr>
              <a:t>INT8 </a:t>
            </a:r>
            <a:r>
              <a:rPr sz="1700" b="1">
                <a:solidFill>
                  <a:srgbClr val="13366B"/>
                </a:solidFill>
                <a:latin typeface="NanumGothic" charset="0"/>
                <a:ea typeface="NanumGothic" charset="0"/>
              </a:rPr>
              <a:t>모델을</a:t>
            </a:r>
            <a:r>
              <a:rPr sz="1700" b="1">
                <a:solidFill>
                  <a:srgbClr val="13366B"/>
                </a:solidFill>
                <a:latin typeface="Poppins" charset="0"/>
                <a:ea typeface="Poppins" charset="0"/>
              </a:rPr>
              <a:t> </a:t>
            </a:r>
            <a:r>
              <a:rPr sz="1700" b="1">
                <a:solidFill>
                  <a:srgbClr val="13366B"/>
                </a:solidFill>
                <a:latin typeface="NanumGothic" charset="0"/>
                <a:ea typeface="NanumGothic" charset="0"/>
              </a:rPr>
              <a:t>사용해</a:t>
            </a:r>
            <a:r>
              <a:rPr sz="1700" b="1">
                <a:solidFill>
                  <a:srgbClr val="13366B"/>
                </a:solidFill>
                <a:latin typeface="Poppins" charset="0"/>
                <a:ea typeface="Poppins" charset="0"/>
              </a:rPr>
              <a:t> U55</a:t>
            </a:r>
            <a:r>
              <a:rPr sz="1700" b="1">
                <a:solidFill>
                  <a:srgbClr val="13366B"/>
                </a:solidFill>
                <a:latin typeface="Poppins" charset="0"/>
                <a:ea typeface="Poppins" charset="0"/>
              </a:rPr>
              <a:t>/</a:t>
            </a:r>
            <a:r>
              <a:rPr sz="1700" b="1">
                <a:solidFill>
                  <a:srgbClr val="13366B"/>
                </a:solidFill>
                <a:latin typeface="Poppins" charset="0"/>
                <a:ea typeface="Poppins" charset="0"/>
              </a:rPr>
              <a:t>U65</a:t>
            </a:r>
            <a:r>
              <a:rPr sz="1700" b="1">
                <a:solidFill>
                  <a:srgbClr val="13366B"/>
                </a:solidFill>
                <a:latin typeface="Poppins" charset="0"/>
                <a:ea typeface="Poppins" charset="0"/>
              </a:rPr>
              <a:t>/</a:t>
            </a:r>
            <a:r>
              <a:rPr sz="1700" b="1">
                <a:solidFill>
                  <a:srgbClr val="13366B"/>
                </a:solidFill>
                <a:latin typeface="Poppins" charset="0"/>
                <a:ea typeface="Poppins" charset="0"/>
              </a:rPr>
              <a:t>U85</a:t>
            </a:r>
            <a:r>
              <a:rPr sz="1700" b="1">
                <a:solidFill>
                  <a:srgbClr val="13366B"/>
                </a:solidFill>
                <a:latin typeface="NanumGothic" charset="0"/>
                <a:ea typeface="NanumGothic" charset="0"/>
              </a:rPr>
              <a:t>의</a:t>
            </a:r>
            <a:r>
              <a:rPr sz="1700" b="1">
                <a:solidFill>
                  <a:srgbClr val="13366B"/>
                </a:solidFill>
                <a:latin typeface="Poppins" charset="0"/>
                <a:ea typeface="Poppins" charset="0"/>
              </a:rPr>
              <a:t> </a:t>
            </a:r>
            <a:r>
              <a:rPr sz="1700" b="1">
                <a:solidFill>
                  <a:srgbClr val="13366B"/>
                </a:solidFill>
                <a:latin typeface="NanumGothic" charset="0"/>
                <a:ea typeface="NanumGothic" charset="0"/>
              </a:rPr>
              <a:t>구성별</a:t>
            </a:r>
            <a:r>
              <a:rPr sz="1700" b="1">
                <a:solidFill>
                  <a:srgbClr val="13366B"/>
                </a:solidFill>
                <a:latin typeface="Poppins" charset="0"/>
                <a:ea typeface="Poppins" charset="0"/>
              </a:rPr>
              <a:t> </a:t>
            </a:r>
            <a:r>
              <a:rPr sz="1700" b="1">
                <a:solidFill>
                  <a:srgbClr val="13366B"/>
                </a:solidFill>
                <a:latin typeface="NanumGothic" charset="0"/>
                <a:ea typeface="NanumGothic" charset="0"/>
              </a:rPr>
              <a:t>실행</a:t>
            </a:r>
            <a:r>
              <a:rPr sz="1700" b="1">
                <a:solidFill>
                  <a:srgbClr val="13366B"/>
                </a:solidFill>
                <a:latin typeface="Poppins" charset="0"/>
                <a:ea typeface="Poppins" charset="0"/>
              </a:rPr>
              <a:t> </a:t>
            </a:r>
            <a:r>
              <a:rPr sz="1700" b="1">
                <a:solidFill>
                  <a:srgbClr val="13366B"/>
                </a:solidFill>
                <a:latin typeface="NanumGothic" charset="0"/>
                <a:ea typeface="NanumGothic" charset="0"/>
              </a:rPr>
              <a:t>특성을</a:t>
            </a:r>
            <a:r>
              <a:rPr sz="1700" b="1">
                <a:solidFill>
                  <a:srgbClr val="13366B"/>
                </a:solidFill>
                <a:latin typeface="Poppins" charset="0"/>
                <a:ea typeface="Poppins" charset="0"/>
              </a:rPr>
              <a:t> </a:t>
            </a:r>
            <a:r>
              <a:rPr sz="1700" b="1">
                <a:solidFill>
                  <a:srgbClr val="13366B"/>
                </a:solidFill>
                <a:latin typeface="NanumGothic" charset="0"/>
                <a:ea typeface="NanumGothic" charset="0"/>
              </a:rPr>
              <a:t>비교한다</a:t>
            </a:r>
            <a:r>
              <a:rPr sz="1700" b="1">
                <a:solidFill>
                  <a:srgbClr val="13366B"/>
                </a:solidFill>
                <a:latin typeface="Poppins" charset="0"/>
                <a:ea typeface="Poppins" charset="0"/>
              </a:rPr>
              <a:t>.</a:t>
            </a:r>
            <a:endParaRPr lang="ko-KR" altLang="en-US" sz="1700" b="1">
              <a:solidFill>
                <a:srgbClr val="13366B"/>
              </a:solidFill>
              <a:latin typeface="Poppins" charset="0"/>
              <a:ea typeface="Poppins" charset="0"/>
            </a:endParaRPr>
          </a:p>
        </p:txBody>
      </p:sp>
      <p:sp>
        <p:nvSpPr>
          <p:cNvPr id="8" name="Rect 0"/>
          <p:cNvSpPr>
            <a:spLocks/>
          </p:cNvSpPr>
          <p:nvPr/>
        </p:nvSpPr>
        <p:spPr>
          <a:xfrm rot="0">
            <a:off x="502920" y="1801495"/>
            <a:ext cx="212026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 name="Rect 0"/>
          <p:cNvSpPr txBox="1">
            <a:spLocks/>
          </p:cNvSpPr>
          <p:nvPr/>
        </p:nvSpPr>
        <p:spPr>
          <a:xfrm rot="0">
            <a:off x="621665" y="1901825"/>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NanumGothic" charset="0"/>
                <a:ea typeface="NanumGothic" charset="0"/>
                <a:sym typeface="나눔고딕" charset="0"/>
              </a:rPr>
              <a:t>항목</a:t>
            </a:r>
            <a:endParaRPr lang="ko-KR" altLang="en-US" sz="1450" b="1">
              <a:solidFill>
                <a:srgbClr val="FFFFFF"/>
              </a:solidFill>
              <a:latin typeface="NanumGothic" charset="0"/>
              <a:ea typeface="NanumGothic" charset="0"/>
              <a:sym typeface="나눔고딕" charset="0"/>
            </a:endParaRPr>
          </a:p>
        </p:txBody>
      </p:sp>
      <p:sp>
        <p:nvSpPr>
          <p:cNvPr id="10" name="Rect 0"/>
          <p:cNvSpPr>
            <a:spLocks/>
          </p:cNvSpPr>
          <p:nvPr/>
        </p:nvSpPr>
        <p:spPr>
          <a:xfrm rot="0">
            <a:off x="2622550" y="1801495"/>
            <a:ext cx="262191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 name="Rect 0"/>
          <p:cNvSpPr txBox="1">
            <a:spLocks/>
          </p:cNvSpPr>
          <p:nvPr/>
        </p:nvSpPr>
        <p:spPr>
          <a:xfrm rot="0">
            <a:off x="2741295" y="190182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Ethos-U55</a:t>
            </a:r>
            <a:endParaRPr lang="ko-KR" altLang="en-US" sz="1450" b="1">
              <a:solidFill>
                <a:srgbClr val="FFFFFF"/>
              </a:solidFill>
              <a:latin typeface="Poppins" charset="0"/>
              <a:ea typeface="Poppins" charset="0"/>
              <a:sym typeface="나눔고딕" charset="0"/>
            </a:endParaRPr>
          </a:p>
        </p:txBody>
      </p:sp>
      <p:sp>
        <p:nvSpPr>
          <p:cNvPr id="12" name="Rect 0"/>
          <p:cNvSpPr>
            <a:spLocks/>
          </p:cNvSpPr>
          <p:nvPr/>
        </p:nvSpPr>
        <p:spPr>
          <a:xfrm rot="0">
            <a:off x="5243830" y="1801495"/>
            <a:ext cx="262191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 name="Rect 0"/>
          <p:cNvSpPr txBox="1">
            <a:spLocks/>
          </p:cNvSpPr>
          <p:nvPr/>
        </p:nvSpPr>
        <p:spPr>
          <a:xfrm rot="0">
            <a:off x="5363210" y="190182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Ethos-U65</a:t>
            </a:r>
            <a:endParaRPr lang="ko-KR" altLang="en-US" sz="1450" b="1">
              <a:solidFill>
                <a:srgbClr val="FFFFFF"/>
              </a:solidFill>
              <a:latin typeface="Poppins" charset="0"/>
              <a:ea typeface="Poppins" charset="0"/>
              <a:sym typeface="나눔고딕" charset="0"/>
            </a:endParaRPr>
          </a:p>
        </p:txBody>
      </p:sp>
      <p:sp>
        <p:nvSpPr>
          <p:cNvPr id="14" name="Rect 0"/>
          <p:cNvSpPr>
            <a:spLocks/>
          </p:cNvSpPr>
          <p:nvPr/>
        </p:nvSpPr>
        <p:spPr>
          <a:xfrm rot="0">
            <a:off x="7865745" y="1801495"/>
            <a:ext cx="3793490"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 name="Rect 0"/>
          <p:cNvSpPr txBox="1">
            <a:spLocks/>
          </p:cNvSpPr>
          <p:nvPr/>
        </p:nvSpPr>
        <p:spPr>
          <a:xfrm rot="0">
            <a:off x="7984490" y="1901825"/>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Ethos-U85</a:t>
            </a:r>
            <a:endParaRPr lang="ko-KR" altLang="en-US" sz="1450" b="1">
              <a:solidFill>
                <a:srgbClr val="FFFFFF"/>
              </a:solidFill>
              <a:latin typeface="Poppins" charset="0"/>
              <a:ea typeface="Poppins" charset="0"/>
              <a:sym typeface="나눔고딕" charset="0"/>
            </a:endParaRPr>
          </a:p>
        </p:txBody>
      </p:sp>
      <p:sp>
        <p:nvSpPr>
          <p:cNvPr id="16" name="Rect 0"/>
          <p:cNvSpPr>
            <a:spLocks/>
          </p:cNvSpPr>
          <p:nvPr/>
        </p:nvSpPr>
        <p:spPr>
          <a:xfrm rot="0">
            <a:off x="502920" y="2194560"/>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7" name="Rect 0"/>
          <p:cNvSpPr txBox="1">
            <a:spLocks/>
          </p:cNvSpPr>
          <p:nvPr/>
        </p:nvSpPr>
        <p:spPr>
          <a:xfrm rot="0">
            <a:off x="621665" y="2294890"/>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18" name="Rect 0"/>
          <p:cNvSpPr>
            <a:spLocks/>
          </p:cNvSpPr>
          <p:nvPr/>
        </p:nvSpPr>
        <p:spPr>
          <a:xfrm rot="0">
            <a:off x="2622550" y="219456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9" name="Rect 0"/>
          <p:cNvSpPr txBox="1">
            <a:spLocks/>
          </p:cNvSpPr>
          <p:nvPr/>
        </p:nvSpPr>
        <p:spPr>
          <a:xfrm rot="0">
            <a:off x="2741295" y="22948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a:t>
            </a: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20" name="Rect 0"/>
          <p:cNvSpPr>
            <a:spLocks/>
          </p:cNvSpPr>
          <p:nvPr/>
        </p:nvSpPr>
        <p:spPr>
          <a:xfrm rot="0">
            <a:off x="5243830" y="219456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1" name="Rect 0"/>
          <p:cNvSpPr txBox="1">
            <a:spLocks/>
          </p:cNvSpPr>
          <p:nvPr/>
        </p:nvSpPr>
        <p:spPr>
          <a:xfrm rot="0">
            <a:off x="5363210" y="22948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2</a:t>
            </a: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22" name="Rect 0"/>
          <p:cNvSpPr>
            <a:spLocks/>
          </p:cNvSpPr>
          <p:nvPr/>
        </p:nvSpPr>
        <p:spPr>
          <a:xfrm rot="0">
            <a:off x="7865745" y="2194560"/>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3" name="Rect 0"/>
          <p:cNvSpPr txBox="1">
            <a:spLocks/>
          </p:cNvSpPr>
          <p:nvPr/>
        </p:nvSpPr>
        <p:spPr>
          <a:xfrm rot="0">
            <a:off x="7984490" y="229489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3</a:t>
            </a:r>
            <a:r>
              <a:rPr sz="1450" b="0">
                <a:solidFill>
                  <a:srgbClr val="22364B"/>
                </a:solidFill>
                <a:latin typeface="NanumGothic" charset="0"/>
                <a:ea typeface="NanumGothic" charset="0"/>
                <a:sym typeface="나눔고딕" charset="0"/>
              </a:rPr>
              <a:t>세대</a:t>
            </a:r>
            <a:r>
              <a:rPr sz="1450" b="0">
                <a:solidFill>
                  <a:srgbClr val="22364B"/>
                </a:solidFill>
                <a:latin typeface="Poppins" charset="0"/>
                <a:ea typeface="Poppins" charset="0"/>
                <a:sym typeface="나눔고딕" charset="0"/>
              </a:rPr>
              <a:t> · Transformer </a:t>
            </a:r>
            <a:r>
              <a:rPr sz="1450" b="0">
                <a:solidFill>
                  <a:srgbClr val="22364B"/>
                </a:solidFill>
                <a:latin typeface="NanumGothic" charset="0"/>
                <a:ea typeface="NanumGothic" charset="0"/>
                <a:sym typeface="나눔고딕" charset="0"/>
              </a:rPr>
              <a:t>지원</a:t>
            </a:r>
            <a:endParaRPr lang="ko-KR" altLang="en-US" sz="1450" b="0">
              <a:solidFill>
                <a:srgbClr val="22364B"/>
              </a:solidFill>
              <a:latin typeface="NanumGothic" charset="0"/>
              <a:ea typeface="NanumGothic" charset="0"/>
              <a:sym typeface="나눔고딕" charset="0"/>
            </a:endParaRPr>
          </a:p>
        </p:txBody>
      </p:sp>
      <p:sp>
        <p:nvSpPr>
          <p:cNvPr id="24" name="Rect 0"/>
          <p:cNvSpPr>
            <a:spLocks/>
          </p:cNvSpPr>
          <p:nvPr/>
        </p:nvSpPr>
        <p:spPr>
          <a:xfrm rot="0">
            <a:off x="502920" y="2587625"/>
            <a:ext cx="212026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5" name="Rect 0"/>
          <p:cNvSpPr txBox="1">
            <a:spLocks/>
          </p:cNvSpPr>
          <p:nvPr/>
        </p:nvSpPr>
        <p:spPr>
          <a:xfrm>
            <a:off x="621665" y="2688590"/>
            <a:ext cx="189230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MAC</a:t>
            </a:r>
            <a:r>
              <a:rPr sz="1450" b="0">
                <a:solidFill>
                  <a:srgbClr val="22364B"/>
                </a:solidFill>
                <a:latin typeface="Poppins" charset="0"/>
                <a:ea typeface="Poppins" charset="0"/>
              </a:rPr>
              <a:t> Scale</a:t>
            </a:r>
            <a:endParaRPr lang="ko-KR" altLang="en-US" sz="1450" b="0">
              <a:solidFill>
                <a:srgbClr val="22364B"/>
              </a:solidFill>
              <a:latin typeface="Poppins" charset="0"/>
              <a:ea typeface="Poppins" charset="0"/>
            </a:endParaRPr>
          </a:p>
        </p:txBody>
      </p:sp>
      <p:sp>
        <p:nvSpPr>
          <p:cNvPr id="26" name="Rect 0"/>
          <p:cNvSpPr>
            <a:spLocks/>
          </p:cNvSpPr>
          <p:nvPr/>
        </p:nvSpPr>
        <p:spPr>
          <a:xfrm rot="0">
            <a:off x="2622550" y="2587625"/>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7" name="Rect 0"/>
          <p:cNvSpPr txBox="1">
            <a:spLocks/>
          </p:cNvSpPr>
          <p:nvPr/>
        </p:nvSpPr>
        <p:spPr>
          <a:xfrm rot="0">
            <a:off x="2741295" y="26885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32 · 64 · 128 · 256</a:t>
            </a:r>
            <a:endParaRPr lang="ko-KR" altLang="en-US" sz="1450" b="0">
              <a:solidFill>
                <a:srgbClr val="22364B"/>
              </a:solidFill>
              <a:latin typeface="Poppins" charset="0"/>
              <a:ea typeface="Poppins" charset="0"/>
              <a:sym typeface="나눔고딕" charset="0"/>
            </a:endParaRPr>
          </a:p>
        </p:txBody>
      </p:sp>
      <p:sp>
        <p:nvSpPr>
          <p:cNvPr id="28" name="Rect 0"/>
          <p:cNvSpPr>
            <a:spLocks/>
          </p:cNvSpPr>
          <p:nvPr/>
        </p:nvSpPr>
        <p:spPr>
          <a:xfrm rot="0">
            <a:off x="5243830" y="2587625"/>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9" name="Rect 0"/>
          <p:cNvSpPr txBox="1">
            <a:spLocks/>
          </p:cNvSpPr>
          <p:nvPr/>
        </p:nvSpPr>
        <p:spPr>
          <a:xfrm rot="0">
            <a:off x="5363210" y="26885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256 · 512</a:t>
            </a:r>
            <a:endParaRPr lang="ko-KR" altLang="en-US" sz="1450" b="0">
              <a:solidFill>
                <a:srgbClr val="22364B"/>
              </a:solidFill>
              <a:latin typeface="Poppins" charset="0"/>
              <a:ea typeface="Poppins" charset="0"/>
              <a:sym typeface="나눔고딕" charset="0"/>
            </a:endParaRPr>
          </a:p>
        </p:txBody>
      </p:sp>
      <p:sp>
        <p:nvSpPr>
          <p:cNvPr id="30" name="Rect 0"/>
          <p:cNvSpPr>
            <a:spLocks/>
          </p:cNvSpPr>
          <p:nvPr/>
        </p:nvSpPr>
        <p:spPr>
          <a:xfrm rot="0">
            <a:off x="7865745" y="2587625"/>
            <a:ext cx="3793490"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1" name="Rect 0"/>
          <p:cNvSpPr txBox="1">
            <a:spLocks/>
          </p:cNvSpPr>
          <p:nvPr/>
        </p:nvSpPr>
        <p:spPr>
          <a:xfrm rot="0">
            <a:off x="7984490" y="268859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 · 256 · 512 · 1024 · 2048</a:t>
            </a:r>
            <a:endParaRPr lang="ko-KR" altLang="en-US" sz="1450" b="0">
              <a:solidFill>
                <a:srgbClr val="22364B"/>
              </a:solidFill>
              <a:latin typeface="Poppins" charset="0"/>
              <a:ea typeface="Poppins" charset="0"/>
              <a:sym typeface="나눔고딕" charset="0"/>
            </a:endParaRPr>
          </a:p>
        </p:txBody>
      </p:sp>
      <p:sp>
        <p:nvSpPr>
          <p:cNvPr id="32" name="Rect 0"/>
          <p:cNvSpPr>
            <a:spLocks/>
          </p:cNvSpPr>
          <p:nvPr/>
        </p:nvSpPr>
        <p:spPr>
          <a:xfrm rot="0">
            <a:off x="502920" y="2980690"/>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3" name="Rect 0"/>
          <p:cNvSpPr txBox="1">
            <a:spLocks/>
          </p:cNvSpPr>
          <p:nvPr/>
        </p:nvSpPr>
        <p:spPr>
          <a:xfrm>
            <a:off x="621665" y="3081655"/>
            <a:ext cx="189230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rPr>
              <a:t>성능</a:t>
            </a:r>
            <a:r>
              <a:rPr sz="1450" b="0">
                <a:solidFill>
                  <a:srgbClr val="22364B"/>
                </a:solidFill>
                <a:latin typeface="Poppins" charset="0"/>
                <a:ea typeface="Poppins" charset="0"/>
              </a:rPr>
              <a:t>*</a:t>
            </a:r>
            <a:endParaRPr lang="ko-KR" altLang="en-US" sz="1450" b="0">
              <a:solidFill>
                <a:srgbClr val="22364B"/>
              </a:solidFill>
              <a:latin typeface="Poppins" charset="0"/>
              <a:ea typeface="Poppins" charset="0"/>
            </a:endParaRPr>
          </a:p>
        </p:txBody>
      </p:sp>
      <p:sp>
        <p:nvSpPr>
          <p:cNvPr id="34" name="Rect 0"/>
          <p:cNvSpPr>
            <a:spLocks/>
          </p:cNvSpPr>
          <p:nvPr/>
        </p:nvSpPr>
        <p:spPr>
          <a:xfrm rot="0">
            <a:off x="2622550" y="298069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5" name="Rect 0"/>
          <p:cNvSpPr txBox="1">
            <a:spLocks/>
          </p:cNvSpPr>
          <p:nvPr/>
        </p:nvSpPr>
        <p:spPr>
          <a:xfrm>
            <a:off x="2741295" y="3081655"/>
            <a:ext cx="239395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64</a:t>
            </a:r>
            <a:r>
              <a:rPr sz="1450" b="0">
                <a:solidFill>
                  <a:srgbClr val="22364B"/>
                </a:solidFill>
                <a:latin typeface="Poppins" charset="0"/>
                <a:ea typeface="Poppins" charset="0"/>
              </a:rPr>
              <a:t>~</a:t>
            </a:r>
            <a:r>
              <a:rPr sz="1450" b="0">
                <a:solidFill>
                  <a:srgbClr val="22364B"/>
                </a:solidFill>
                <a:latin typeface="Poppins" charset="0"/>
                <a:ea typeface="Poppins" charset="0"/>
              </a:rPr>
              <a:t>512 GOP/s</a:t>
            </a:r>
            <a:endParaRPr lang="ko-KR" altLang="en-US" sz="1450" b="0">
              <a:solidFill>
                <a:srgbClr val="22364B"/>
              </a:solidFill>
              <a:latin typeface="Poppins" charset="0"/>
              <a:ea typeface="Poppins" charset="0"/>
            </a:endParaRPr>
          </a:p>
        </p:txBody>
      </p:sp>
      <p:sp>
        <p:nvSpPr>
          <p:cNvPr id="36" name="Rect 0"/>
          <p:cNvSpPr>
            <a:spLocks/>
          </p:cNvSpPr>
          <p:nvPr/>
        </p:nvSpPr>
        <p:spPr>
          <a:xfrm rot="0">
            <a:off x="5243830" y="298069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7" name="Rect 0"/>
          <p:cNvSpPr txBox="1">
            <a:spLocks/>
          </p:cNvSpPr>
          <p:nvPr/>
        </p:nvSpPr>
        <p:spPr>
          <a:xfrm>
            <a:off x="5363210" y="3081655"/>
            <a:ext cx="239395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512 GOP/s</a:t>
            </a:r>
            <a:r>
              <a:rPr sz="1450" b="0">
                <a:solidFill>
                  <a:srgbClr val="22364B"/>
                </a:solidFill>
                <a:latin typeface="Poppins" charset="0"/>
                <a:ea typeface="Poppins" charset="0"/>
              </a:rPr>
              <a:t>~</a:t>
            </a:r>
            <a:r>
              <a:rPr sz="1450" b="0">
                <a:solidFill>
                  <a:srgbClr val="22364B"/>
                </a:solidFill>
                <a:latin typeface="Poppins" charset="0"/>
                <a:ea typeface="Poppins" charset="0"/>
              </a:rPr>
              <a:t>1 TOP/s</a:t>
            </a:r>
            <a:endParaRPr lang="ko-KR" altLang="en-US" sz="1450" b="0">
              <a:solidFill>
                <a:srgbClr val="22364B"/>
              </a:solidFill>
              <a:latin typeface="Poppins" charset="0"/>
              <a:ea typeface="Poppins" charset="0"/>
            </a:endParaRPr>
          </a:p>
        </p:txBody>
      </p:sp>
      <p:sp>
        <p:nvSpPr>
          <p:cNvPr id="38" name="Rect 0"/>
          <p:cNvSpPr>
            <a:spLocks/>
          </p:cNvSpPr>
          <p:nvPr/>
        </p:nvSpPr>
        <p:spPr>
          <a:xfrm rot="0">
            <a:off x="7865745" y="2980690"/>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9" name="Rect 0"/>
          <p:cNvSpPr txBox="1">
            <a:spLocks/>
          </p:cNvSpPr>
          <p:nvPr/>
        </p:nvSpPr>
        <p:spPr>
          <a:xfrm>
            <a:off x="7984490" y="3081655"/>
            <a:ext cx="3565525"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256 GOP/s</a:t>
            </a:r>
            <a:r>
              <a:rPr sz="1450" b="0">
                <a:solidFill>
                  <a:srgbClr val="22364B"/>
                </a:solidFill>
                <a:latin typeface="Poppins" charset="0"/>
                <a:ea typeface="Poppins" charset="0"/>
              </a:rPr>
              <a:t>~</a:t>
            </a:r>
            <a:r>
              <a:rPr sz="1450" b="0">
                <a:solidFill>
                  <a:srgbClr val="22364B"/>
                </a:solidFill>
                <a:latin typeface="Poppins" charset="0"/>
                <a:ea typeface="Poppins" charset="0"/>
              </a:rPr>
              <a:t>4 TOP/s</a:t>
            </a:r>
            <a:endParaRPr lang="ko-KR" altLang="en-US" sz="1450" b="0">
              <a:solidFill>
                <a:srgbClr val="22364B"/>
              </a:solidFill>
              <a:latin typeface="Poppins" charset="0"/>
              <a:ea typeface="Poppins" charset="0"/>
            </a:endParaRPr>
          </a:p>
        </p:txBody>
      </p:sp>
      <p:sp>
        <p:nvSpPr>
          <p:cNvPr id="40" name="Rect 0"/>
          <p:cNvSpPr>
            <a:spLocks/>
          </p:cNvSpPr>
          <p:nvPr/>
        </p:nvSpPr>
        <p:spPr>
          <a:xfrm rot="0">
            <a:off x="502920" y="3374390"/>
            <a:ext cx="212026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1" name="Rect 0"/>
          <p:cNvSpPr txBox="1">
            <a:spLocks/>
          </p:cNvSpPr>
          <p:nvPr/>
        </p:nvSpPr>
        <p:spPr>
          <a:xfrm rot="0">
            <a:off x="621665" y="3474720"/>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메모리</a:t>
            </a:r>
            <a:r>
              <a:rPr sz="1450" b="0">
                <a:solidFill>
                  <a:srgbClr val="22364B"/>
                </a:solidFill>
                <a:latin typeface="Poppins" charset="0"/>
                <a:ea typeface="Poppins" charset="0"/>
                <a:sym typeface="나눔고딕" charset="0"/>
              </a:rPr>
              <a:t> </a:t>
            </a:r>
            <a:r>
              <a:rPr sz="1450" b="0">
                <a:solidFill>
                  <a:srgbClr val="22364B"/>
                </a:solidFill>
                <a:latin typeface="NanumGothic" charset="0"/>
                <a:ea typeface="NanumGothic" charset="0"/>
                <a:sym typeface="나눔고딕" charset="0"/>
              </a:rPr>
              <a:t>인터페이스</a:t>
            </a:r>
            <a:endParaRPr lang="ko-KR" altLang="en-US" sz="1450" b="0">
              <a:solidFill>
                <a:srgbClr val="22364B"/>
              </a:solidFill>
              <a:latin typeface="NanumGothic" charset="0"/>
              <a:ea typeface="NanumGothic" charset="0"/>
              <a:sym typeface="나눔고딕" charset="0"/>
            </a:endParaRPr>
          </a:p>
        </p:txBody>
      </p:sp>
      <p:sp>
        <p:nvSpPr>
          <p:cNvPr id="42" name="Rect 0"/>
          <p:cNvSpPr>
            <a:spLocks/>
          </p:cNvSpPr>
          <p:nvPr/>
        </p:nvSpPr>
        <p:spPr>
          <a:xfrm rot="0">
            <a:off x="2622550" y="3374390"/>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3" name="Rect 0"/>
          <p:cNvSpPr txBox="1">
            <a:spLocks/>
          </p:cNvSpPr>
          <p:nvPr/>
        </p:nvSpPr>
        <p:spPr>
          <a:xfrm rot="0">
            <a:off x="2741295" y="347472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64-bit AXI × 2</a:t>
            </a:r>
            <a:endParaRPr lang="ko-KR" altLang="en-US" sz="1450" b="0">
              <a:solidFill>
                <a:srgbClr val="22364B"/>
              </a:solidFill>
              <a:latin typeface="Poppins" charset="0"/>
              <a:ea typeface="Poppins" charset="0"/>
              <a:sym typeface="나눔고딕" charset="0"/>
            </a:endParaRPr>
          </a:p>
        </p:txBody>
      </p:sp>
      <p:sp>
        <p:nvSpPr>
          <p:cNvPr id="44" name="Rect 0"/>
          <p:cNvSpPr>
            <a:spLocks/>
          </p:cNvSpPr>
          <p:nvPr/>
        </p:nvSpPr>
        <p:spPr>
          <a:xfrm rot="0">
            <a:off x="5243830" y="3374390"/>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5" name="Rect 0"/>
          <p:cNvSpPr txBox="1">
            <a:spLocks/>
          </p:cNvSpPr>
          <p:nvPr/>
        </p:nvSpPr>
        <p:spPr>
          <a:xfrm rot="0">
            <a:off x="5363210" y="347472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128-bit AXI × 2</a:t>
            </a:r>
            <a:endParaRPr lang="ko-KR" altLang="en-US" sz="1450" b="0">
              <a:solidFill>
                <a:srgbClr val="22364B"/>
              </a:solidFill>
              <a:latin typeface="Poppins" charset="0"/>
              <a:ea typeface="Poppins" charset="0"/>
              <a:sym typeface="나눔고딕" charset="0"/>
            </a:endParaRPr>
          </a:p>
        </p:txBody>
      </p:sp>
      <p:sp>
        <p:nvSpPr>
          <p:cNvPr id="46" name="Rect 0"/>
          <p:cNvSpPr>
            <a:spLocks/>
          </p:cNvSpPr>
          <p:nvPr/>
        </p:nvSpPr>
        <p:spPr>
          <a:xfrm rot="0">
            <a:off x="7865745" y="3374390"/>
            <a:ext cx="3793490"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7" name="Rect 0"/>
          <p:cNvSpPr txBox="1">
            <a:spLocks/>
          </p:cNvSpPr>
          <p:nvPr/>
        </p:nvSpPr>
        <p:spPr>
          <a:xfrm rot="0">
            <a:off x="7984490" y="347472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128-bit AXI </a:t>
            </a:r>
            <a:r>
              <a:rPr sz="1450" b="0">
                <a:solidFill>
                  <a:srgbClr val="22364B"/>
                </a:solidFill>
                <a:latin typeface="NanumGothic" charset="0"/>
                <a:ea typeface="NanumGothic" charset="0"/>
                <a:sym typeface="나눔고딕" charset="0"/>
              </a:rPr>
              <a:t>최대</a:t>
            </a:r>
            <a:r>
              <a:rPr sz="1450" b="0">
                <a:solidFill>
                  <a:srgbClr val="22364B"/>
                </a:solidFill>
                <a:latin typeface="Poppins" charset="0"/>
                <a:ea typeface="Poppins" charset="0"/>
                <a:sym typeface="나눔고딕" charset="0"/>
              </a:rPr>
              <a:t> 6</a:t>
            </a:r>
            <a:r>
              <a:rPr sz="1450" b="0">
                <a:solidFill>
                  <a:srgbClr val="22364B"/>
                </a:solidFill>
                <a:latin typeface="NanumGothic" charset="0"/>
                <a:ea typeface="NanumGothic" charset="0"/>
                <a:sym typeface="나눔고딕" charset="0"/>
              </a:rPr>
              <a:t>포트</a:t>
            </a:r>
            <a:endParaRPr lang="ko-KR" altLang="en-US" sz="1450" b="0">
              <a:solidFill>
                <a:srgbClr val="22364B"/>
              </a:solidFill>
              <a:latin typeface="NanumGothic" charset="0"/>
              <a:ea typeface="NanumGothic" charset="0"/>
              <a:sym typeface="나눔고딕" charset="0"/>
            </a:endParaRPr>
          </a:p>
        </p:txBody>
      </p:sp>
      <p:sp>
        <p:nvSpPr>
          <p:cNvPr id="48" name="Rect 0"/>
          <p:cNvSpPr>
            <a:spLocks/>
          </p:cNvSpPr>
          <p:nvPr/>
        </p:nvSpPr>
        <p:spPr>
          <a:xfrm rot="0">
            <a:off x="502920" y="3767455"/>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9" name="Rect 0"/>
          <p:cNvSpPr txBox="1">
            <a:spLocks/>
          </p:cNvSpPr>
          <p:nvPr/>
        </p:nvSpPr>
        <p:spPr>
          <a:xfrm rot="0">
            <a:off x="621665" y="3867785"/>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대표</a:t>
            </a:r>
            <a:r>
              <a:rPr sz="1450" b="0">
                <a:solidFill>
                  <a:srgbClr val="22364B"/>
                </a:solidFill>
                <a:latin typeface="Poppins" charset="0"/>
                <a:ea typeface="Poppins" charset="0"/>
                <a:sym typeface="나눔고딕" charset="0"/>
              </a:rPr>
              <a:t> </a:t>
            </a:r>
            <a:r>
              <a:rPr sz="1450" b="0">
                <a:solidFill>
                  <a:srgbClr val="22364B"/>
                </a:solidFill>
                <a:latin typeface="NanumGothic" charset="0"/>
                <a:ea typeface="NanumGothic" charset="0"/>
                <a:sym typeface="나눔고딕" charset="0"/>
              </a:rPr>
              <a:t>호스트</a:t>
            </a:r>
            <a:endParaRPr lang="ko-KR" altLang="en-US" sz="1450" b="0">
              <a:solidFill>
                <a:srgbClr val="22364B"/>
              </a:solidFill>
              <a:latin typeface="NanumGothic" charset="0"/>
              <a:ea typeface="NanumGothic" charset="0"/>
              <a:sym typeface="나눔고딕" charset="0"/>
            </a:endParaRPr>
          </a:p>
        </p:txBody>
      </p:sp>
      <p:sp>
        <p:nvSpPr>
          <p:cNvPr id="50" name="Rect 0"/>
          <p:cNvSpPr>
            <a:spLocks/>
          </p:cNvSpPr>
          <p:nvPr/>
        </p:nvSpPr>
        <p:spPr>
          <a:xfrm rot="0">
            <a:off x="2622550" y="3767455"/>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1" name="Rect 0"/>
          <p:cNvSpPr txBox="1">
            <a:spLocks/>
          </p:cNvSpPr>
          <p:nvPr/>
        </p:nvSpPr>
        <p:spPr>
          <a:xfrm rot="0">
            <a:off x="2741295" y="386778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Cortex-M55 / M7</a:t>
            </a:r>
            <a:endParaRPr lang="ko-KR" altLang="en-US" sz="1450" b="0">
              <a:solidFill>
                <a:srgbClr val="22364B"/>
              </a:solidFill>
              <a:latin typeface="Poppins" charset="0"/>
              <a:ea typeface="Poppins" charset="0"/>
              <a:sym typeface="나눔고딕" charset="0"/>
            </a:endParaRPr>
          </a:p>
        </p:txBody>
      </p:sp>
      <p:sp>
        <p:nvSpPr>
          <p:cNvPr id="52" name="Rect 0"/>
          <p:cNvSpPr>
            <a:spLocks/>
          </p:cNvSpPr>
          <p:nvPr/>
        </p:nvSpPr>
        <p:spPr>
          <a:xfrm rot="0">
            <a:off x="5243830" y="3767455"/>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3" name="Rect 0"/>
          <p:cNvSpPr txBox="1">
            <a:spLocks/>
          </p:cNvSpPr>
          <p:nvPr/>
        </p:nvSpPr>
        <p:spPr>
          <a:xfrm rot="0">
            <a:off x="5363210" y="386778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Cortex-M55 / M7</a:t>
            </a:r>
            <a:endParaRPr lang="ko-KR" altLang="en-US" sz="1450" b="0">
              <a:solidFill>
                <a:srgbClr val="22364B"/>
              </a:solidFill>
              <a:latin typeface="Poppins" charset="0"/>
              <a:ea typeface="Poppins" charset="0"/>
              <a:sym typeface="나눔고딕" charset="0"/>
            </a:endParaRPr>
          </a:p>
        </p:txBody>
      </p:sp>
      <p:sp>
        <p:nvSpPr>
          <p:cNvPr id="54" name="Rect 0"/>
          <p:cNvSpPr>
            <a:spLocks/>
          </p:cNvSpPr>
          <p:nvPr/>
        </p:nvSpPr>
        <p:spPr>
          <a:xfrm rot="0">
            <a:off x="7865745" y="3767455"/>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5" name="Rect 0"/>
          <p:cNvSpPr txBox="1">
            <a:spLocks/>
          </p:cNvSpPr>
          <p:nvPr/>
        </p:nvSpPr>
        <p:spPr>
          <a:xfrm rot="0">
            <a:off x="7984490" y="3867785"/>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Cortex-M85 (+ Cortex-A)</a:t>
            </a:r>
            <a:endParaRPr lang="ko-KR" altLang="en-US" sz="1450" b="0">
              <a:solidFill>
                <a:srgbClr val="22364B"/>
              </a:solidFill>
              <a:latin typeface="Poppins" charset="0"/>
              <a:ea typeface="Poppins" charset="0"/>
              <a:sym typeface="나눔고딕" charset="0"/>
            </a:endParaRPr>
          </a:p>
        </p:txBody>
      </p:sp>
      <p:sp>
        <p:nvSpPr>
          <p:cNvPr id="56" name="Rect 0"/>
          <p:cNvSpPr txBox="1">
            <a:spLocks/>
          </p:cNvSpPr>
          <p:nvPr/>
        </p:nvSpPr>
        <p:spPr>
          <a:xfrm>
            <a:off x="612775" y="4215130"/>
            <a:ext cx="10974070" cy="19304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566577"/>
                </a:solidFill>
                <a:latin typeface="Poppins" charset="0"/>
                <a:ea typeface="Poppins" charset="0"/>
              </a:rPr>
              <a:t>*</a:t>
            </a:r>
            <a:r>
              <a:rPr sz="1250" b="0">
                <a:solidFill>
                  <a:srgbClr val="566577"/>
                </a:solidFill>
                <a:latin typeface="Poppins" charset="0"/>
                <a:ea typeface="Poppins" charset="0"/>
              </a:rPr>
              <a:t>1 GHz </a:t>
            </a:r>
            <a:r>
              <a:rPr sz="1250" b="0">
                <a:solidFill>
                  <a:srgbClr val="566577"/>
                </a:solidFill>
                <a:latin typeface="NanumGothic" charset="0"/>
                <a:ea typeface="NanumGothic" charset="0"/>
              </a:rPr>
              <a:t>기</a:t>
            </a:r>
            <a:r>
              <a:rPr sz="1250" b="0">
                <a:solidFill>
                  <a:srgbClr val="566577"/>
                </a:solidFill>
                <a:latin typeface="NanumGothic" charset="0"/>
                <a:ea typeface="NanumGothic" charset="0"/>
              </a:rPr>
              <a:t>준, </a:t>
            </a:r>
            <a:r>
              <a:rPr sz="1250" b="0">
                <a:solidFill>
                  <a:srgbClr val="566577"/>
                </a:solidFill>
                <a:latin typeface="NanumGothic" charset="0"/>
                <a:ea typeface="NanumGothic" charset="0"/>
              </a:rPr>
              <a:t>ARM에서 제공하는 Product Spec</a:t>
            </a:r>
            <a:endParaRPr lang="ko-KR" altLang="en-US" sz="1250" b="0">
              <a:solidFill>
                <a:srgbClr val="566577"/>
              </a:solidFill>
              <a:latin typeface="NanumGothic" charset="0"/>
              <a:ea typeface="NanumGothic" charset="0"/>
            </a:endParaRPr>
          </a:p>
        </p:txBody>
      </p:sp>
      <p:sp>
        <p:nvSpPr>
          <p:cNvPr id="57" name="Rect 0"/>
          <p:cNvSpPr>
            <a:spLocks/>
          </p:cNvSpPr>
          <p:nvPr/>
        </p:nvSpPr>
        <p:spPr>
          <a:xfrm rot="0">
            <a:off x="502920" y="4572000"/>
            <a:ext cx="3658870" cy="10617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58" name="Rect 0"/>
          <p:cNvSpPr txBox="1">
            <a:spLocks/>
          </p:cNvSpPr>
          <p:nvPr/>
        </p:nvSpPr>
        <p:spPr>
          <a:xfrm rot="0">
            <a:off x="631190" y="4672330"/>
            <a:ext cx="3402330" cy="274955"/>
          </a:xfrm>
          <a:prstGeom prst="rect"/>
          <a:noFill/>
        </p:spPr>
        <p:txBody>
          <a:bodyPr wrap="square" lIns="0" tIns="0" rIns="0" bIns="0"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sym typeface="나눔고딕" charset="0"/>
              </a:rPr>
              <a:t>데이터</a:t>
            </a:r>
            <a:r>
              <a:rPr sz="1700" b="1">
                <a:solidFill>
                  <a:srgbClr val="13366B"/>
                </a:solidFill>
                <a:latin typeface="Poppins" charset="0"/>
                <a:ea typeface="Poppins" charset="0"/>
                <a:sym typeface="나눔고딕" charset="0"/>
              </a:rPr>
              <a:t> </a:t>
            </a:r>
            <a:r>
              <a:rPr sz="1700" b="1">
                <a:solidFill>
                  <a:srgbClr val="13366B"/>
                </a:solidFill>
                <a:latin typeface="NanumGothic" charset="0"/>
                <a:ea typeface="NanumGothic" charset="0"/>
                <a:sym typeface="나눔고딕" charset="0"/>
              </a:rPr>
              <a:t>형식</a:t>
            </a:r>
            <a:endParaRPr lang="ko-KR" altLang="en-US" sz="1700" b="1">
              <a:solidFill>
                <a:srgbClr val="13366B"/>
              </a:solidFill>
              <a:latin typeface="NanumGothic" charset="0"/>
              <a:ea typeface="NanumGothic" charset="0"/>
              <a:sym typeface="나눔고딕" charset="0"/>
            </a:endParaRPr>
          </a:p>
        </p:txBody>
      </p:sp>
      <p:sp>
        <p:nvSpPr>
          <p:cNvPr id="59" name="Rect 0"/>
          <p:cNvSpPr txBox="1">
            <a:spLocks/>
          </p:cNvSpPr>
          <p:nvPr/>
        </p:nvSpPr>
        <p:spPr>
          <a:xfrm>
            <a:off x="631190" y="5020310"/>
            <a:ext cx="340296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INT8</a:t>
            </a:r>
            <a:r>
              <a:rPr sz="1250" b="0">
                <a:solidFill>
                  <a:srgbClr val="22364B"/>
                </a:solidFill>
                <a:latin typeface="Poppins" charset="0"/>
                <a:ea typeface="Poppins" charset="0"/>
              </a:rPr>
              <a:t>/INT16</a:t>
            </a:r>
            <a:r>
              <a:rPr sz="1250" b="0">
                <a:solidFill>
                  <a:srgbClr val="22364B"/>
                </a:solidFill>
                <a:latin typeface="Poppins" charset="0"/>
                <a:ea typeface="Poppins" charset="0"/>
              </a:rPr>
              <a:t> 정수형 Format 지원</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NanumGothic" charset="0"/>
                <a:ea typeface="NanumGothic" charset="0"/>
              </a:rPr>
              <a:t>전용 ML Compiler에서 명령어 및 가중치 Compile</a:t>
            </a:r>
            <a:endParaRPr lang="ko-KR" altLang="en-US" sz="1250" b="0">
              <a:solidFill>
                <a:srgbClr val="22364B"/>
              </a:solidFill>
              <a:latin typeface="NanumGothic" charset="0"/>
              <a:ea typeface="NanumGothic" charset="0"/>
            </a:endParaRPr>
          </a:p>
        </p:txBody>
      </p:sp>
      <p:sp>
        <p:nvSpPr>
          <p:cNvPr id="60" name="Rect 0"/>
          <p:cNvSpPr>
            <a:spLocks/>
          </p:cNvSpPr>
          <p:nvPr/>
        </p:nvSpPr>
        <p:spPr>
          <a:xfrm rot="0">
            <a:off x="4343400" y="4572000"/>
            <a:ext cx="3658235" cy="10610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1" name="Rect 0"/>
          <p:cNvSpPr txBox="1">
            <a:spLocks/>
          </p:cNvSpPr>
          <p:nvPr/>
        </p:nvSpPr>
        <p:spPr>
          <a:xfrm>
            <a:off x="4471670" y="4672330"/>
            <a:ext cx="3402965"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FVP에서 측정할 </a:t>
            </a:r>
            <a:r>
              <a:rPr sz="1700" b="1">
                <a:solidFill>
                  <a:srgbClr val="13366B"/>
                </a:solidFill>
                <a:latin typeface="NanumGothic" charset="0"/>
                <a:ea typeface="NanumGothic" charset="0"/>
              </a:rPr>
              <a:t>시스템</a:t>
            </a:r>
            <a:endParaRPr lang="ko-KR" altLang="en-US" sz="1700" b="1">
              <a:solidFill>
                <a:srgbClr val="13366B"/>
              </a:solidFill>
              <a:latin typeface="NanumGothic" charset="0"/>
              <a:ea typeface="NanumGothic" charset="0"/>
            </a:endParaRPr>
          </a:p>
        </p:txBody>
      </p:sp>
      <p:sp>
        <p:nvSpPr>
          <p:cNvPr id="62" name="Rect 0"/>
          <p:cNvSpPr txBox="1">
            <a:spLocks/>
          </p:cNvSpPr>
          <p:nvPr/>
        </p:nvSpPr>
        <p:spPr>
          <a:xfrm>
            <a:off x="4471670" y="5020310"/>
            <a:ext cx="340296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Corstone-300 / 310 / 315 / 320</a:t>
            </a:r>
            <a:endParaRPr lang="ko-KR" altLang="en-US" sz="1250" b="0">
              <a:solidFill>
                <a:srgbClr val="22364B"/>
              </a:solidFill>
              <a:latin typeface="Poppins" charset="0"/>
              <a:ea typeface="Poppins" charset="0"/>
            </a:endParaRPr>
          </a:p>
          <a:p>
            <a:pPr marL="0" indent="0" rtl="0" algn="l" defTabSz="914400" eaLnBrk="1" latinLnBrk="0" hangingPunct="1">
              <a:buFontTx/>
              <a:buNone/>
            </a:pPr>
            <a:r>
              <a:rPr sz="1250" b="0">
                <a:solidFill>
                  <a:srgbClr val="22364B"/>
                </a:solidFill>
                <a:latin typeface="Poppins" charset="0"/>
                <a:ea typeface="Poppins" charset="0"/>
              </a:rPr>
              <a:t>U55 · U65 · U85 </a:t>
            </a:r>
            <a:r>
              <a:rPr sz="1250" b="0">
                <a:solidFill>
                  <a:srgbClr val="22364B"/>
                </a:solidFill>
                <a:latin typeface="NanumGothic" charset="0"/>
                <a:ea typeface="NanumGothic" charset="0"/>
              </a:rPr>
              <a:t>구성</a:t>
            </a:r>
            <a:r>
              <a:rPr sz="1250" b="0">
                <a:solidFill>
                  <a:srgbClr val="22364B"/>
                </a:solidFill>
                <a:latin typeface="Poppins" charset="0"/>
                <a:ea typeface="Poppins" charset="0"/>
              </a:rPr>
              <a:t> </a:t>
            </a:r>
            <a:r>
              <a:rPr sz="1250" b="0">
                <a:solidFill>
                  <a:srgbClr val="22364B"/>
                </a:solidFill>
                <a:latin typeface="NanumGothic" charset="0"/>
                <a:ea typeface="NanumGothic" charset="0"/>
              </a:rPr>
              <a:t>비교</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Fast Models</a:t>
            </a:r>
            <a:r>
              <a:rPr sz="1250" b="0">
                <a:solidFill>
                  <a:srgbClr val="22364B"/>
                </a:solidFill>
                <a:latin typeface="Poppins" charset="0"/>
                <a:ea typeface="Poppins" charset="0"/>
              </a:rPr>
              <a:t>(Simulator)</a:t>
            </a:r>
            <a:r>
              <a:rPr sz="1250" b="0">
                <a:solidFill>
                  <a:srgbClr val="22364B"/>
                </a:solidFill>
                <a:latin typeface="Poppins" charset="0"/>
                <a:ea typeface="Poppins" charset="0"/>
              </a:rPr>
              <a:t> FVP </a:t>
            </a:r>
            <a:r>
              <a:rPr sz="1250" b="0">
                <a:solidFill>
                  <a:srgbClr val="22364B"/>
                </a:solidFill>
                <a:latin typeface="NanumGothic" charset="0"/>
                <a:ea typeface="NanumGothic" charset="0"/>
              </a:rPr>
              <a:t>기반</a:t>
            </a:r>
            <a:r>
              <a:rPr sz="1250" b="0">
                <a:solidFill>
                  <a:srgbClr val="22364B"/>
                </a:solidFill>
                <a:latin typeface="Poppins" charset="0"/>
                <a:ea typeface="Poppins" charset="0"/>
              </a:rPr>
              <a:t> </a:t>
            </a:r>
            <a:r>
              <a:rPr sz="1250" b="0">
                <a:solidFill>
                  <a:srgbClr val="22364B"/>
                </a:solidFill>
                <a:latin typeface="NanumGothic" charset="0"/>
                <a:ea typeface="NanumGothic" charset="0"/>
              </a:rPr>
              <a:t>측정</a:t>
            </a:r>
            <a:endParaRPr lang="ko-KR" altLang="en-US" sz="1250" b="0">
              <a:solidFill>
                <a:srgbClr val="22364B"/>
              </a:solidFill>
              <a:latin typeface="NanumGothic" charset="0"/>
              <a:ea typeface="NanumGothic" charset="0"/>
            </a:endParaRPr>
          </a:p>
        </p:txBody>
      </p:sp>
      <p:sp>
        <p:nvSpPr>
          <p:cNvPr id="63" name="Rect 0"/>
          <p:cNvSpPr>
            <a:spLocks/>
          </p:cNvSpPr>
          <p:nvPr/>
        </p:nvSpPr>
        <p:spPr>
          <a:xfrm rot="0">
            <a:off x="8183880" y="4572000"/>
            <a:ext cx="3475355" cy="10610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a:off x="8312150" y="4672330"/>
            <a:ext cx="3220085"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적용</a:t>
            </a:r>
            <a:r>
              <a:rPr sz="1700" b="1">
                <a:solidFill>
                  <a:srgbClr val="13366B"/>
                </a:solidFill>
                <a:latin typeface="Poppins" charset="0"/>
                <a:ea typeface="Poppins" charset="0"/>
              </a:rPr>
              <a:t> </a:t>
            </a:r>
            <a:r>
              <a:rPr sz="1700" b="1">
                <a:solidFill>
                  <a:srgbClr val="13366B"/>
                </a:solidFill>
                <a:latin typeface="NanumGothic" charset="0"/>
                <a:ea typeface="NanumGothic" charset="0"/>
              </a:rPr>
              <a:t>분야</a:t>
            </a:r>
            <a:endParaRPr lang="ko-KR" altLang="en-US" sz="1700" b="1">
              <a:solidFill>
                <a:srgbClr val="13366B"/>
              </a:solidFill>
              <a:latin typeface="NanumGothic" charset="0"/>
              <a:ea typeface="NanumGothic" charset="0"/>
            </a:endParaRPr>
          </a:p>
        </p:txBody>
      </p:sp>
      <p:sp>
        <p:nvSpPr>
          <p:cNvPr id="65" name="Rect 0"/>
          <p:cNvSpPr txBox="1">
            <a:spLocks/>
          </p:cNvSpPr>
          <p:nvPr/>
        </p:nvSpPr>
        <p:spPr>
          <a:xfrm>
            <a:off x="8312150" y="5020310"/>
            <a:ext cx="322008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Vision: </a:t>
            </a:r>
            <a:r>
              <a:rPr sz="1250" b="0">
                <a:solidFill>
                  <a:srgbClr val="22364B"/>
                </a:solidFill>
                <a:latin typeface="NanumGothic" charset="0"/>
                <a:ea typeface="NanumGothic" charset="0"/>
              </a:rPr>
              <a:t>분류</a:t>
            </a:r>
            <a:r>
              <a:rPr sz="1250" b="0">
                <a:solidFill>
                  <a:srgbClr val="22364B"/>
                </a:solidFill>
                <a:latin typeface="Poppins" charset="0"/>
                <a:ea typeface="Poppins" charset="0"/>
              </a:rPr>
              <a:t>·</a:t>
            </a:r>
            <a:r>
              <a:rPr sz="1250" b="0">
                <a:solidFill>
                  <a:srgbClr val="22364B"/>
                </a:solidFill>
                <a:latin typeface="NanumGothic" charset="0"/>
                <a:ea typeface="NanumGothic" charset="0"/>
              </a:rPr>
              <a:t>검출</a:t>
            </a:r>
            <a:r>
              <a:rPr sz="1250" b="0">
                <a:solidFill>
                  <a:srgbClr val="22364B"/>
                </a:solidFill>
                <a:latin typeface="Poppins" charset="0"/>
                <a:ea typeface="Poppins" charset="0"/>
              </a:rPr>
              <a:t>·</a:t>
            </a:r>
            <a:r>
              <a:rPr sz="1250" b="0">
                <a:solidFill>
                  <a:srgbClr val="22364B"/>
                </a:solidFill>
                <a:latin typeface="NanumGothic" charset="0"/>
                <a:ea typeface="NanumGothic" charset="0"/>
              </a:rPr>
              <a:t>세그멘테이션</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Audio: KWS·</a:t>
            </a:r>
            <a:r>
              <a:rPr sz="1250" b="0">
                <a:solidFill>
                  <a:srgbClr val="22364B"/>
                </a:solidFill>
                <a:latin typeface="NanumGothic" charset="0"/>
                <a:ea typeface="NanumGothic" charset="0"/>
              </a:rPr>
              <a:t>음성</a:t>
            </a:r>
            <a:r>
              <a:rPr sz="1250" b="0">
                <a:solidFill>
                  <a:srgbClr val="22364B"/>
                </a:solidFill>
                <a:latin typeface="Poppins" charset="0"/>
                <a:ea typeface="Poppins" charset="0"/>
              </a:rPr>
              <a:t> </a:t>
            </a:r>
            <a:r>
              <a:rPr sz="1250" b="0">
                <a:solidFill>
                  <a:srgbClr val="22364B"/>
                </a:solidFill>
                <a:latin typeface="NanumGothic" charset="0"/>
                <a:ea typeface="NanumGothic" charset="0"/>
              </a:rPr>
              <a:t>인식</a:t>
            </a:r>
            <a:r>
              <a:rPr sz="1250" b="0">
                <a:solidFill>
                  <a:srgbClr val="22364B"/>
                </a:solidFill>
                <a:latin typeface="Poppins" charset="0"/>
                <a:ea typeface="Poppins" charset="0"/>
              </a:rPr>
              <a:t>·</a:t>
            </a:r>
            <a:r>
              <a:rPr sz="1250" b="0">
                <a:solidFill>
                  <a:srgbClr val="22364B"/>
                </a:solidFill>
                <a:latin typeface="NanumGothic" charset="0"/>
                <a:ea typeface="NanumGothic" charset="0"/>
              </a:rPr>
              <a:t>잡음</a:t>
            </a:r>
            <a:r>
              <a:rPr sz="1250" b="0">
                <a:solidFill>
                  <a:srgbClr val="22364B"/>
                </a:solidFill>
                <a:latin typeface="Poppins" charset="0"/>
                <a:ea typeface="Poppins" charset="0"/>
              </a:rPr>
              <a:t> </a:t>
            </a:r>
            <a:r>
              <a:rPr sz="1250" b="0">
                <a:solidFill>
                  <a:srgbClr val="22364B"/>
                </a:solidFill>
                <a:latin typeface="NanumGothic" charset="0"/>
                <a:ea typeface="NanumGothic" charset="0"/>
              </a:rPr>
              <a:t>억제</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TinyML </a:t>
            </a:r>
            <a:r>
              <a:rPr sz="1250" b="0">
                <a:solidFill>
                  <a:srgbClr val="22364B"/>
                </a:solidFill>
                <a:latin typeface="Poppins" charset="0"/>
                <a:ea typeface="Poppins" charset="0"/>
              </a:rPr>
              <a:t>/ </a:t>
            </a:r>
            <a:r>
              <a:rPr sz="1250" b="0">
                <a:solidFill>
                  <a:srgbClr val="22364B"/>
                </a:solidFill>
                <a:latin typeface="Poppins" charset="0"/>
                <a:ea typeface="Poppins" charset="0"/>
              </a:rPr>
              <a:t>Embedded / Edge AI</a:t>
            </a:r>
            <a:endParaRPr lang="ko-KR" altLang="en-US" sz="1250" b="0">
              <a:solidFill>
                <a:srgbClr val="22364B"/>
              </a:solidFill>
              <a:latin typeface="Poppins" charset="0"/>
              <a:ea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a:off x="438785" y="274320"/>
            <a:ext cx="10699750" cy="415925"/>
          </a:xfrm>
          <a:prstGeom prst="rect"/>
          <a:noFill/>
        </p:spPr>
        <p:txBody>
          <a:bodyPr wrap="square" lIns="0" tIns="0" rIns="0" bIns="0" numCol="1" vert="horz" anchor="t">
            <a:spAutoFit/>
          </a:bodyPr>
          <a:lstStyle/>
          <a:p>
            <a:pPr marL="0" indent="0" rtl="0" algn="l" defTabSz="914400" eaLnBrk="1" latinLnBrk="0" hangingPunct="1">
              <a:buFontTx/>
              <a:buNone/>
            </a:pPr>
            <a:r>
              <a:rPr sz="2700" b="1">
                <a:solidFill>
                  <a:srgbClr val="FFFFFF"/>
                </a:solidFill>
                <a:latin typeface="Poppins" charset="0"/>
                <a:ea typeface="Poppins" charset="0"/>
              </a:rPr>
              <a:t>Corstone-320</a:t>
            </a:r>
            <a:r>
              <a:rPr sz="2700" b="1">
                <a:solidFill>
                  <a:srgbClr val="FFFFFF"/>
                </a:solidFill>
                <a:latin typeface="Poppins" charset="0"/>
                <a:ea typeface="Poppins" charset="0"/>
              </a:rPr>
              <a:t> 기준</a:t>
            </a:r>
            <a:r>
              <a:rPr sz="2700" b="1">
                <a:solidFill>
                  <a:srgbClr val="FFFFFF"/>
                </a:solidFill>
                <a:latin typeface="Poppins" charset="0"/>
                <a:ea typeface="Poppins" charset="0"/>
              </a:rPr>
              <a:t> </a:t>
            </a:r>
            <a:r>
              <a:rPr sz="2700" b="1">
                <a:solidFill>
                  <a:srgbClr val="FFFFFF"/>
                </a:solidFill>
                <a:latin typeface="NanumGothic" charset="0"/>
                <a:ea typeface="NanumGothic" charset="0"/>
              </a:rPr>
              <a:t>시스템</a:t>
            </a:r>
            <a:r>
              <a:rPr sz="2700" b="1">
                <a:solidFill>
                  <a:srgbClr val="FFFFFF"/>
                </a:solidFill>
                <a:latin typeface="NanumGothic" charset="0"/>
                <a:ea typeface="NanumGothic" charset="0"/>
              </a:rPr>
              <a:t>구조</a:t>
            </a:r>
            <a:endParaRPr lang="ko-KR" altLang="en-US" sz="2700" b="1">
              <a:solidFill>
                <a:srgbClr val="FFFFFF"/>
              </a:solidFill>
              <a:latin typeface="NanumGothic" charset="0"/>
              <a:ea typeface="NanumGothic"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04</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rot="0">
            <a:off x="502920" y="1225550"/>
            <a:ext cx="11110595" cy="530860"/>
          </a:xfrm>
          <a:prstGeom prst="rect"/>
          <a:noFill/>
        </p:spPr>
        <p:txBody>
          <a:bodyPr wrap="square" lIns="0" tIns="0" rIns="0" bIns="0" vert="horz" anchor="t">
            <a:spAutoFit/>
          </a:bodyPr>
          <a:lstStyle/>
          <a:p>
            <a:pPr marL="0" indent="0" rtl="0" algn="l" defTabSz="914400" eaLnBrk="1" latinLnBrk="0" hangingPunct="1">
              <a:buFontTx/>
              <a:buNone/>
            </a:pPr>
            <a:r>
              <a:rPr sz="1800" b="0">
                <a:solidFill>
                  <a:srgbClr val="566577"/>
                </a:solidFill>
                <a:latin typeface="NanumGothic" charset="0"/>
                <a:ea typeface="NanumGothic" charset="0"/>
                <a:sym typeface="나눔고딕" charset="0"/>
              </a:rPr>
              <a:t>Corstone-320의 Cortex-M85 + Ethos-U85 구성 기준. U55/U65는 포트 수와 세부 구성이 다르다.</a:t>
            </a:r>
            <a:endParaRPr lang="ko-KR" altLang="en-US" sz="1800" b="0">
              <a:solidFill>
                <a:srgbClr val="566577"/>
              </a:solidFill>
              <a:latin typeface="Poppins" charset="0"/>
              <a:ea typeface="Poppins" charset="0"/>
              <a:sym typeface="나눔고딕" charset="0"/>
            </a:endParaRPr>
          </a:p>
        </p:txBody>
      </p:sp>
      <p:sp>
        <p:nvSpPr>
          <p:cNvPr id="8" name="Rect 0"/>
          <p:cNvSpPr txBox="1">
            <a:spLocks/>
          </p:cNvSpPr>
          <p:nvPr/>
        </p:nvSpPr>
        <p:spPr>
          <a:xfrm rot="0">
            <a:off x="575945" y="1885950"/>
            <a:ext cx="4939030" cy="348615"/>
          </a:xfrm>
          <a:prstGeom prst="rect"/>
          <a:noFill/>
        </p:spPr>
        <p:txBody>
          <a:bodyPr wrap="square" lIns="0" tIns="0" rIns="0" bIns="0" numCol="1" vert="horz" anchor="t">
            <a:spAutoFit/>
          </a:bodyPr>
          <a:lstStyle/>
          <a:p>
            <a:pPr marL="0" indent="0" rtl="0" algn="l" defTabSz="914400" eaLnBrk="1" latinLnBrk="0" hangingPunct="1">
              <a:buFontTx/>
              <a:buNone/>
            </a:pPr>
            <a:r>
              <a:rPr sz="2200" b="1">
                <a:solidFill>
                  <a:srgbClr val="13366B"/>
                </a:solidFill>
                <a:latin typeface="NanumGothic" charset="0"/>
                <a:ea typeface="NanumGothic" charset="0"/>
              </a:rPr>
              <a:t>시스템</a:t>
            </a:r>
            <a:r>
              <a:rPr sz="2200" b="1">
                <a:solidFill>
                  <a:srgbClr val="13366B"/>
                </a:solidFill>
                <a:latin typeface="Poppins" charset="0"/>
                <a:ea typeface="Poppins" charset="0"/>
              </a:rPr>
              <a:t> </a:t>
            </a:r>
            <a:r>
              <a:rPr sz="2200" b="1">
                <a:solidFill>
                  <a:srgbClr val="13366B"/>
                </a:solidFill>
                <a:latin typeface="NanumGothic" charset="0"/>
                <a:ea typeface="NanumGothic" charset="0"/>
              </a:rPr>
              <a:t>연결</a:t>
            </a:r>
            <a:endParaRPr lang="ko-KR" altLang="en-US" sz="2200" b="1">
              <a:solidFill>
                <a:srgbClr val="13366B"/>
              </a:solidFill>
              <a:latin typeface="NanumGothic" charset="0"/>
              <a:ea typeface="NanumGothic" charset="0"/>
            </a:endParaRPr>
          </a:p>
        </p:txBody>
      </p:sp>
      <p:sp>
        <p:nvSpPr>
          <p:cNvPr id="9" name="Rect 0"/>
          <p:cNvSpPr>
            <a:spLocks/>
          </p:cNvSpPr>
          <p:nvPr/>
        </p:nvSpPr>
        <p:spPr>
          <a:xfrm rot="0">
            <a:off x="594360" y="2540635"/>
            <a:ext cx="2241550" cy="5410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0" name="Rect 0"/>
          <p:cNvSpPr txBox="1">
            <a:spLocks/>
          </p:cNvSpPr>
          <p:nvPr/>
        </p:nvSpPr>
        <p:spPr>
          <a:xfrm rot="0">
            <a:off x="685800" y="2668270"/>
            <a:ext cx="2058670" cy="307975"/>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13366B"/>
                </a:solidFill>
                <a:latin typeface="Poppins" charset="0"/>
                <a:ea typeface="Poppins" charset="0"/>
              </a:rPr>
              <a:t>Cortex-M</a:t>
            </a:r>
            <a:r>
              <a:rPr sz="2000" b="1">
                <a:solidFill>
                  <a:srgbClr val="13366B"/>
                </a:solidFill>
                <a:latin typeface="Poppins" charset="0"/>
                <a:ea typeface="Poppins" charset="0"/>
              </a:rPr>
              <a:t>85</a:t>
            </a:r>
            <a:endParaRPr lang="ko-KR" altLang="en-US" sz="2000" b="1">
              <a:solidFill>
                <a:srgbClr val="13366B"/>
              </a:solidFill>
              <a:latin typeface="Poppins" charset="0"/>
              <a:ea typeface="Poppins" charset="0"/>
            </a:endParaRPr>
          </a:p>
        </p:txBody>
      </p:sp>
      <p:sp>
        <p:nvSpPr>
          <p:cNvPr id="11" name="Rect 0"/>
          <p:cNvSpPr>
            <a:spLocks/>
          </p:cNvSpPr>
          <p:nvPr/>
        </p:nvSpPr>
        <p:spPr>
          <a:xfrm rot="0">
            <a:off x="3246120" y="2540635"/>
            <a:ext cx="2241550" cy="5410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2" name="Rect 0"/>
          <p:cNvSpPr txBox="1">
            <a:spLocks/>
          </p:cNvSpPr>
          <p:nvPr/>
        </p:nvSpPr>
        <p:spPr>
          <a:xfrm rot="0">
            <a:off x="3337560" y="2668270"/>
            <a:ext cx="2058670" cy="312420"/>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13366B"/>
                </a:solidFill>
                <a:latin typeface="Poppins" charset="0"/>
                <a:ea typeface="Poppins" charset="0"/>
              </a:rPr>
              <a:t>Ethos-U85</a:t>
            </a:r>
            <a:endParaRPr lang="ko-KR" altLang="en-US" sz="2000" b="1">
              <a:solidFill>
                <a:srgbClr val="13366B"/>
              </a:solidFill>
              <a:latin typeface="Poppins" charset="0"/>
              <a:ea typeface="Poppins" charset="0"/>
            </a:endParaRPr>
          </a:p>
        </p:txBody>
      </p:sp>
      <p:sp>
        <p:nvSpPr>
          <p:cNvPr id="13" name="Rect 0"/>
          <p:cNvSpPr>
            <a:spLocks/>
          </p:cNvSpPr>
          <p:nvPr/>
        </p:nvSpPr>
        <p:spPr>
          <a:xfrm rot="0">
            <a:off x="594360" y="3455035"/>
            <a:ext cx="4893310" cy="53149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4" name="Rect 0"/>
          <p:cNvSpPr txBox="1">
            <a:spLocks/>
          </p:cNvSpPr>
          <p:nvPr/>
        </p:nvSpPr>
        <p:spPr>
          <a:xfrm rot="0">
            <a:off x="731520" y="3592195"/>
            <a:ext cx="4618990" cy="307975"/>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FFFFFF"/>
                </a:solidFill>
                <a:latin typeface="Poppins" charset="0"/>
                <a:ea typeface="Poppins" charset="0"/>
              </a:rPr>
              <a:t>Interconnect</a:t>
            </a:r>
            <a:r>
              <a:rPr sz="2000" b="1">
                <a:solidFill>
                  <a:srgbClr val="FFFFFF"/>
                </a:solidFill>
                <a:latin typeface="Poppins" charset="0"/>
                <a:ea typeface="Poppins" charset="0"/>
              </a:rPr>
              <a:t>(NIC-NoC)</a:t>
            </a:r>
            <a:r>
              <a:rPr sz="2000" b="1">
                <a:solidFill>
                  <a:srgbClr val="FFFFFF"/>
                </a:solidFill>
                <a:latin typeface="Poppins" charset="0"/>
                <a:ea typeface="Poppins" charset="0"/>
              </a:rPr>
              <a:t> / AXI</a:t>
            </a:r>
            <a:r>
              <a:rPr sz="2000" b="1">
                <a:solidFill>
                  <a:srgbClr val="FFFFFF"/>
                </a:solidFill>
                <a:latin typeface="Poppins" charset="0"/>
                <a:ea typeface="Poppins" charset="0"/>
              </a:rPr>
              <a:t>(BUS)</a:t>
            </a:r>
            <a:endParaRPr lang="ko-KR" altLang="en-US" sz="2000" b="1">
              <a:solidFill>
                <a:srgbClr val="FFFFFF"/>
              </a:solidFill>
              <a:latin typeface="Poppins" charset="0"/>
              <a:ea typeface="Poppins" charset="0"/>
            </a:endParaRPr>
          </a:p>
        </p:txBody>
      </p:sp>
      <p:sp>
        <p:nvSpPr>
          <p:cNvPr id="15" name="Rect 0"/>
          <p:cNvSpPr txBox="1">
            <a:spLocks/>
          </p:cNvSpPr>
          <p:nvPr/>
        </p:nvSpPr>
        <p:spPr>
          <a:xfrm rot="0">
            <a:off x="1499870" y="3052445"/>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16" name="Rect 0"/>
          <p:cNvSpPr txBox="1">
            <a:spLocks/>
          </p:cNvSpPr>
          <p:nvPr/>
        </p:nvSpPr>
        <p:spPr>
          <a:xfrm rot="0">
            <a:off x="4114800" y="3052445"/>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17" name="Rect 0"/>
          <p:cNvSpPr>
            <a:spLocks/>
          </p:cNvSpPr>
          <p:nvPr/>
        </p:nvSpPr>
        <p:spPr>
          <a:xfrm rot="0">
            <a:off x="594360" y="4424045"/>
            <a:ext cx="2241550" cy="53149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8" name="Rect 0"/>
          <p:cNvSpPr txBox="1">
            <a:spLocks/>
          </p:cNvSpPr>
          <p:nvPr/>
        </p:nvSpPr>
        <p:spPr>
          <a:xfrm rot="0">
            <a:off x="658495" y="4561205"/>
            <a:ext cx="2113280" cy="294005"/>
          </a:xfrm>
          <a:prstGeom prst="rect"/>
          <a:noFill/>
        </p:spPr>
        <p:txBody>
          <a:bodyPr wrap="square" lIns="0" tIns="0" rIns="0" bIns="0" numCol="1" vert="horz" anchor="t">
            <a:spAutoFit/>
          </a:bodyPr>
          <a:lstStyle/>
          <a:p>
            <a:pPr marL="0" indent="0" rtl="0" algn="ctr" defTabSz="914400" eaLnBrk="1" latinLnBrk="0" hangingPunct="1">
              <a:buFontTx/>
              <a:buNone/>
            </a:pPr>
            <a:r>
              <a:rPr sz="1900" b="1">
                <a:solidFill>
                  <a:srgbClr val="13366B"/>
                </a:solidFill>
                <a:latin typeface="Poppins" charset="0"/>
                <a:ea typeface="Poppins" charset="0"/>
              </a:rPr>
              <a:t>On-chip SRAM</a:t>
            </a:r>
            <a:endParaRPr lang="ko-KR" altLang="en-US" sz="1900" b="1">
              <a:solidFill>
                <a:srgbClr val="13366B"/>
              </a:solidFill>
              <a:latin typeface="Poppins" charset="0"/>
              <a:ea typeface="Poppins" charset="0"/>
            </a:endParaRPr>
          </a:p>
        </p:txBody>
      </p:sp>
      <p:sp>
        <p:nvSpPr>
          <p:cNvPr id="19" name="Rect 0"/>
          <p:cNvSpPr>
            <a:spLocks/>
          </p:cNvSpPr>
          <p:nvPr/>
        </p:nvSpPr>
        <p:spPr>
          <a:xfrm rot="0">
            <a:off x="3246120" y="4424045"/>
            <a:ext cx="2241550" cy="53149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0" name="Rect 0"/>
          <p:cNvSpPr txBox="1">
            <a:spLocks/>
          </p:cNvSpPr>
          <p:nvPr/>
        </p:nvSpPr>
        <p:spPr>
          <a:xfrm rot="0">
            <a:off x="3310255" y="4561205"/>
            <a:ext cx="2113280" cy="294005"/>
          </a:xfrm>
          <a:prstGeom prst="rect"/>
          <a:noFill/>
        </p:spPr>
        <p:txBody>
          <a:bodyPr wrap="square" lIns="0" tIns="0" rIns="0" bIns="0" numCol="1" vert="horz" anchor="t">
            <a:spAutoFit/>
          </a:bodyPr>
          <a:lstStyle/>
          <a:p>
            <a:pPr marL="0" indent="0" rtl="0" algn="ctr" defTabSz="914400" eaLnBrk="1" latinLnBrk="0" hangingPunct="1">
              <a:buFontTx/>
              <a:buNone/>
            </a:pPr>
            <a:r>
              <a:rPr sz="1900" b="1">
                <a:solidFill>
                  <a:srgbClr val="13366B"/>
                </a:solidFill>
                <a:latin typeface="Poppins" charset="0"/>
                <a:ea typeface="Poppins" charset="0"/>
              </a:rPr>
              <a:t>DRAM / Flash</a:t>
            </a:r>
            <a:endParaRPr lang="ko-KR" altLang="en-US" sz="1900" b="1">
              <a:solidFill>
                <a:srgbClr val="13366B"/>
              </a:solidFill>
              <a:latin typeface="Poppins" charset="0"/>
              <a:ea typeface="Poppins" charset="0"/>
            </a:endParaRPr>
          </a:p>
        </p:txBody>
      </p:sp>
      <p:sp>
        <p:nvSpPr>
          <p:cNvPr id="21" name="Rect 0"/>
          <p:cNvSpPr txBox="1">
            <a:spLocks/>
          </p:cNvSpPr>
          <p:nvPr/>
        </p:nvSpPr>
        <p:spPr>
          <a:xfrm rot="0">
            <a:off x="1499870" y="3985260"/>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22" name="Rect 0"/>
          <p:cNvSpPr txBox="1">
            <a:spLocks/>
          </p:cNvSpPr>
          <p:nvPr/>
        </p:nvSpPr>
        <p:spPr>
          <a:xfrm rot="0">
            <a:off x="4114800" y="3985260"/>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23" name="Rect 0"/>
          <p:cNvSpPr txBox="1">
            <a:spLocks/>
          </p:cNvSpPr>
          <p:nvPr/>
        </p:nvSpPr>
        <p:spPr>
          <a:xfrm rot="0">
            <a:off x="640080" y="5247005"/>
            <a:ext cx="484759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566577"/>
                </a:solidFill>
                <a:latin typeface="Poppins" charset="0"/>
                <a:ea typeface="Poppins" charset="0"/>
              </a:rPr>
              <a:t>DMA</a:t>
            </a:r>
            <a:r>
              <a:rPr sz="1550" b="0">
                <a:solidFill>
                  <a:srgbClr val="566577"/>
                </a:solidFill>
                <a:latin typeface="Poppins" charset="0"/>
                <a:ea typeface="Poppins" charset="0"/>
              </a:rPr>
              <a:t>(Corelink DMA)/</a:t>
            </a:r>
            <a:r>
              <a:rPr sz="1550" b="0">
                <a:solidFill>
                  <a:srgbClr val="566577"/>
                </a:solidFill>
                <a:latin typeface="Poppins" charset="0"/>
                <a:ea typeface="Poppins" charset="0"/>
              </a:rPr>
              <a:t>ISP</a:t>
            </a:r>
            <a:r>
              <a:rPr sz="1550" b="0">
                <a:solidFill>
                  <a:srgbClr val="566577"/>
                </a:solidFill>
                <a:latin typeface="Poppins" charset="0"/>
                <a:ea typeface="Poppins" charset="0"/>
              </a:rPr>
              <a:t>(Mali Image Processor)</a:t>
            </a:r>
            <a:r>
              <a:rPr sz="1550" b="0">
                <a:solidFill>
                  <a:srgbClr val="566577"/>
                </a:solidFill>
                <a:latin typeface="Poppins" charset="0"/>
                <a:ea typeface="Poppins" charset="0"/>
              </a:rPr>
              <a:t> </a:t>
            </a:r>
            <a:r>
              <a:rPr sz="1550" b="0">
                <a:solidFill>
                  <a:srgbClr val="566577"/>
                </a:solidFill>
                <a:latin typeface="NanumGothic" charset="0"/>
                <a:ea typeface="NanumGothic" charset="0"/>
              </a:rPr>
              <a:t>등</a:t>
            </a:r>
            <a:r>
              <a:rPr sz="1550" b="0">
                <a:solidFill>
                  <a:srgbClr val="566577"/>
                </a:solidFill>
                <a:latin typeface="Poppins" charset="0"/>
                <a:ea typeface="Poppins" charset="0"/>
              </a:rPr>
              <a:t> </a:t>
            </a:r>
            <a:r>
              <a:rPr sz="1550" b="0">
                <a:solidFill>
                  <a:srgbClr val="566577"/>
                </a:solidFill>
                <a:latin typeface="NanumGothic" charset="0"/>
                <a:ea typeface="NanumGothic" charset="0"/>
              </a:rPr>
              <a:t>주변</a:t>
            </a:r>
            <a:r>
              <a:rPr sz="1550" b="0">
                <a:solidFill>
                  <a:srgbClr val="566577"/>
                </a:solidFill>
                <a:latin typeface="Poppins" charset="0"/>
                <a:ea typeface="Poppins" charset="0"/>
              </a:rPr>
              <a:t> </a:t>
            </a:r>
            <a:r>
              <a:rPr sz="1550" b="0">
                <a:solidFill>
                  <a:srgbClr val="566577"/>
                </a:solidFill>
                <a:latin typeface="Poppins" charset="0"/>
                <a:ea typeface="Poppins" charset="0"/>
              </a:rPr>
              <a:t>장치</a:t>
            </a:r>
            <a:r>
              <a:rPr sz="1550" b="0">
                <a:solidFill>
                  <a:srgbClr val="566577"/>
                </a:solidFill>
                <a:latin typeface="NanumGothic" charset="0"/>
                <a:ea typeface="NanumGothic" charset="0"/>
              </a:rPr>
              <a:t>도</a:t>
            </a:r>
            <a:r>
              <a:rPr sz="1550" b="0">
                <a:solidFill>
                  <a:srgbClr val="566577"/>
                </a:solidFill>
                <a:latin typeface="Poppins" charset="0"/>
                <a:ea typeface="Poppins" charset="0"/>
              </a:rPr>
              <a:t> </a:t>
            </a:r>
            <a:r>
              <a:rPr sz="1550" b="0">
                <a:solidFill>
                  <a:srgbClr val="566577"/>
                </a:solidFill>
                <a:latin typeface="Poppins" charset="0"/>
                <a:ea typeface="Poppins" charset="0"/>
              </a:rPr>
              <a:t>주로 Corstone </a:t>
            </a:r>
            <a:r>
              <a:rPr sz="1550" b="0">
                <a:solidFill>
                  <a:srgbClr val="566577"/>
                </a:solidFill>
                <a:latin typeface="NanumGothic" charset="0"/>
                <a:ea typeface="NanumGothic" charset="0"/>
              </a:rPr>
              <a:t>시스템에</a:t>
            </a:r>
            <a:r>
              <a:rPr sz="1550" b="0">
                <a:solidFill>
                  <a:srgbClr val="566577"/>
                </a:solidFill>
                <a:latin typeface="Poppins" charset="0"/>
                <a:ea typeface="Poppins" charset="0"/>
              </a:rPr>
              <a:t> </a:t>
            </a:r>
            <a:r>
              <a:rPr sz="1550" b="0">
                <a:solidFill>
                  <a:srgbClr val="566577"/>
                </a:solidFill>
                <a:latin typeface="NanumGothic" charset="0"/>
                <a:ea typeface="NanumGothic" charset="0"/>
              </a:rPr>
              <a:t>연결</a:t>
            </a:r>
            <a:r>
              <a:rPr sz="1550" b="0">
                <a:solidFill>
                  <a:srgbClr val="566577"/>
                </a:solidFill>
                <a:latin typeface="NanumGothic" charset="0"/>
                <a:ea typeface="NanumGothic" charset="0"/>
              </a:rPr>
              <a:t>됨</a:t>
            </a:r>
            <a:endParaRPr lang="ko-KR" altLang="en-US" sz="1550" b="0">
              <a:solidFill>
                <a:srgbClr val="566577"/>
              </a:solidFill>
              <a:latin typeface="NanumGothic" charset="0"/>
              <a:ea typeface="NanumGothic" charset="0"/>
            </a:endParaRPr>
          </a:p>
        </p:txBody>
      </p:sp>
      <p:sp>
        <p:nvSpPr>
          <p:cNvPr id="24" name="Rect 0"/>
          <p:cNvSpPr txBox="1">
            <a:spLocks/>
          </p:cNvSpPr>
          <p:nvPr/>
        </p:nvSpPr>
        <p:spPr>
          <a:xfrm rot="0">
            <a:off x="6062345" y="1885950"/>
            <a:ext cx="5487670" cy="339090"/>
          </a:xfrm>
          <a:prstGeom prst="rect"/>
          <a:noFill/>
        </p:spPr>
        <p:txBody>
          <a:bodyPr wrap="square" lIns="0" tIns="0" rIns="0" bIns="0" numCol="1" vert="horz" anchor="t">
            <a:spAutoFit/>
          </a:bodyPr>
          <a:lstStyle/>
          <a:p>
            <a:pPr marL="0" indent="0" rtl="0" algn="l" defTabSz="914400" eaLnBrk="1" latinLnBrk="0" hangingPunct="1">
              <a:buFontTx/>
              <a:buNone/>
            </a:pPr>
            <a:r>
              <a:rPr sz="2200" b="1">
                <a:solidFill>
                  <a:srgbClr val="13366B"/>
                </a:solidFill>
                <a:latin typeface="Poppins" charset="0"/>
                <a:ea typeface="Poppins" charset="0"/>
              </a:rPr>
              <a:t>NPU </a:t>
            </a:r>
            <a:r>
              <a:rPr sz="2200" b="1">
                <a:solidFill>
                  <a:srgbClr val="13366B"/>
                </a:solidFill>
                <a:latin typeface="NanumGothic" charset="0"/>
                <a:ea typeface="NanumGothic" charset="0"/>
              </a:rPr>
              <a:t>역할</a:t>
            </a:r>
            <a:endParaRPr lang="ko-KR" altLang="en-US" sz="2200" b="1">
              <a:solidFill>
                <a:srgbClr val="13366B"/>
              </a:solidFill>
              <a:latin typeface="NanumGothic" charset="0"/>
              <a:ea typeface="NanumGothic" charset="0"/>
            </a:endParaRPr>
          </a:p>
        </p:txBody>
      </p:sp>
      <p:sp>
        <p:nvSpPr>
          <p:cNvPr id="25" name="Rect 0"/>
          <p:cNvSpPr>
            <a:spLocks/>
          </p:cNvSpPr>
          <p:nvPr/>
        </p:nvSpPr>
        <p:spPr>
          <a:xfrm rot="0">
            <a:off x="6053455" y="2416810"/>
            <a:ext cx="2120900" cy="47688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6" name="Rect 0"/>
          <p:cNvSpPr txBox="1">
            <a:spLocks/>
          </p:cNvSpPr>
          <p:nvPr/>
        </p:nvSpPr>
        <p:spPr>
          <a:xfrm rot="0">
            <a:off x="6172200" y="251714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1">
                <a:solidFill>
                  <a:srgbClr val="FFFFFF"/>
                </a:solidFill>
                <a:latin typeface="NanumGothic" charset="0"/>
                <a:ea typeface="NanumGothic" charset="0"/>
              </a:rPr>
              <a:t>유닛</a:t>
            </a:r>
            <a:endParaRPr lang="ko-KR" altLang="en-US" sz="1550" b="1">
              <a:solidFill>
                <a:srgbClr val="FFFFFF"/>
              </a:solidFill>
              <a:latin typeface="NanumGothic" charset="0"/>
              <a:ea typeface="NanumGothic" charset="0"/>
            </a:endParaRPr>
          </a:p>
        </p:txBody>
      </p:sp>
      <p:sp>
        <p:nvSpPr>
          <p:cNvPr id="27" name="Rect 0"/>
          <p:cNvSpPr>
            <a:spLocks/>
          </p:cNvSpPr>
          <p:nvPr/>
        </p:nvSpPr>
        <p:spPr>
          <a:xfrm rot="0">
            <a:off x="8173085" y="2416810"/>
            <a:ext cx="3459480" cy="47688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8" name="Rect 0"/>
          <p:cNvSpPr txBox="1">
            <a:spLocks/>
          </p:cNvSpPr>
          <p:nvPr/>
        </p:nvSpPr>
        <p:spPr>
          <a:xfrm rot="0">
            <a:off x="8291830" y="2517140"/>
            <a:ext cx="3230880" cy="358140"/>
          </a:xfrm>
          <a:prstGeom prst="rect"/>
          <a:noFill/>
        </p:spPr>
        <p:txBody>
          <a:bodyPr wrap="square" lIns="0" tIns="0" rIns="0" bIns="0" numCol="1" vert="horz" anchor="t">
            <a:spAutoFit/>
          </a:bodyPr>
          <a:lstStyle/>
          <a:p>
            <a:pPr marL="0" indent="0" rtl="0" algn="l" defTabSz="914400" eaLnBrk="1" latinLnBrk="0" hangingPunct="1">
              <a:buFontTx/>
              <a:buNone/>
            </a:pPr>
            <a:r>
              <a:rPr sz="1550" b="1">
                <a:solidFill>
                  <a:srgbClr val="FFFFFF"/>
                </a:solidFill>
                <a:latin typeface="NanumGothic" charset="0"/>
                <a:ea typeface="NanumGothic" charset="0"/>
              </a:rPr>
              <a:t>주요</a:t>
            </a:r>
            <a:r>
              <a:rPr sz="1550" b="1">
                <a:solidFill>
                  <a:srgbClr val="FFFFFF"/>
                </a:solidFill>
                <a:latin typeface="Poppins" charset="0"/>
                <a:ea typeface="Poppins" charset="0"/>
              </a:rPr>
              <a:t> </a:t>
            </a:r>
            <a:r>
              <a:rPr sz="1550" b="1">
                <a:solidFill>
                  <a:srgbClr val="FFFFFF"/>
                </a:solidFill>
                <a:latin typeface="NanumGothic" charset="0"/>
                <a:ea typeface="NanumGothic" charset="0"/>
              </a:rPr>
              <a:t>역할</a:t>
            </a:r>
            <a:endParaRPr lang="ko-KR" altLang="en-US" sz="1550" b="1">
              <a:solidFill>
                <a:srgbClr val="FFFFFF"/>
              </a:solidFill>
              <a:latin typeface="NanumGothic" charset="0"/>
              <a:ea typeface="NanumGothic" charset="0"/>
            </a:endParaRPr>
          </a:p>
        </p:txBody>
      </p:sp>
      <p:sp>
        <p:nvSpPr>
          <p:cNvPr id="29" name="Rect 0"/>
          <p:cNvSpPr>
            <a:spLocks/>
          </p:cNvSpPr>
          <p:nvPr/>
        </p:nvSpPr>
        <p:spPr>
          <a:xfrm rot="0">
            <a:off x="6053455" y="2891790"/>
            <a:ext cx="212090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0" name="Rect 0"/>
          <p:cNvSpPr txBox="1">
            <a:spLocks/>
          </p:cNvSpPr>
          <p:nvPr/>
        </p:nvSpPr>
        <p:spPr>
          <a:xfrm rot="0">
            <a:off x="6172200" y="2999105"/>
            <a:ext cx="189230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Control</a:t>
            </a:r>
            <a:r>
              <a:rPr sz="1550" b="0">
                <a:solidFill>
                  <a:srgbClr val="22364B"/>
                </a:solidFill>
                <a:latin typeface="Poppins" charset="0"/>
                <a:ea typeface="Poppins" charset="0"/>
              </a:rPr>
              <a:t>ler</a:t>
            </a:r>
            <a:endParaRPr lang="ko-KR" altLang="en-US" sz="1550" b="0">
              <a:solidFill>
                <a:srgbClr val="22364B"/>
              </a:solidFill>
              <a:latin typeface="Poppins" charset="0"/>
              <a:ea typeface="Poppins" charset="0"/>
            </a:endParaRPr>
          </a:p>
        </p:txBody>
      </p:sp>
      <p:sp>
        <p:nvSpPr>
          <p:cNvPr id="31" name="Rect 0"/>
          <p:cNvSpPr>
            <a:spLocks/>
          </p:cNvSpPr>
          <p:nvPr/>
        </p:nvSpPr>
        <p:spPr>
          <a:xfrm rot="0">
            <a:off x="8173085" y="2891790"/>
            <a:ext cx="345948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2" name="Rect 0"/>
          <p:cNvSpPr txBox="1">
            <a:spLocks/>
          </p:cNvSpPr>
          <p:nvPr/>
        </p:nvSpPr>
        <p:spPr>
          <a:xfrm rot="0">
            <a:off x="8291830" y="2992755"/>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명령</a:t>
            </a:r>
            <a:r>
              <a:rPr sz="1550" b="0">
                <a:solidFill>
                  <a:srgbClr val="22364B"/>
                </a:solidFill>
                <a:latin typeface="Poppins" charset="0"/>
                <a:ea typeface="Poppins" charset="0"/>
              </a:rPr>
              <a:t> </a:t>
            </a:r>
            <a:r>
              <a:rPr sz="1550" b="0">
                <a:solidFill>
                  <a:srgbClr val="22364B"/>
                </a:solidFill>
                <a:latin typeface="NanumGothic" charset="0"/>
                <a:ea typeface="NanumGothic" charset="0"/>
              </a:rPr>
              <a:t>해석</a:t>
            </a:r>
            <a:r>
              <a:rPr sz="1550" b="0">
                <a:solidFill>
                  <a:srgbClr val="22364B"/>
                </a:solidFill>
                <a:latin typeface="Poppins" charset="0"/>
                <a:ea typeface="Poppins" charset="0"/>
              </a:rPr>
              <a:t>/</a:t>
            </a:r>
            <a:r>
              <a:rPr sz="1550" b="0">
                <a:solidFill>
                  <a:srgbClr val="22364B"/>
                </a:solidFill>
                <a:latin typeface="NanumGothic" charset="0"/>
                <a:ea typeface="NanumGothic" charset="0"/>
              </a:rPr>
              <a:t>작업</a:t>
            </a:r>
            <a:r>
              <a:rPr sz="1550" b="0">
                <a:solidFill>
                  <a:srgbClr val="22364B"/>
                </a:solidFill>
                <a:latin typeface="Poppins" charset="0"/>
                <a:ea typeface="Poppins" charset="0"/>
              </a:rPr>
              <a:t> </a:t>
            </a:r>
            <a:r>
              <a:rPr sz="1550" b="0">
                <a:solidFill>
                  <a:srgbClr val="22364B"/>
                </a:solidFill>
                <a:latin typeface="NanumGothic" charset="0"/>
                <a:ea typeface="NanumGothic" charset="0"/>
              </a:rPr>
              <a:t>순서</a:t>
            </a:r>
            <a:r>
              <a:rPr sz="1550" b="0">
                <a:solidFill>
                  <a:srgbClr val="22364B"/>
                </a:solidFill>
                <a:latin typeface="Poppins" charset="0"/>
                <a:ea typeface="Poppins" charset="0"/>
              </a:rPr>
              <a:t> </a:t>
            </a:r>
            <a:r>
              <a:rPr sz="1550" b="0">
                <a:solidFill>
                  <a:srgbClr val="22364B"/>
                </a:solidFill>
                <a:latin typeface="NanumGothic" charset="0"/>
                <a:ea typeface="NanumGothic" charset="0"/>
              </a:rPr>
              <a:t>관리</a:t>
            </a:r>
            <a:endParaRPr lang="ko-KR" altLang="en-US" sz="1550" b="0">
              <a:solidFill>
                <a:srgbClr val="22364B"/>
              </a:solidFill>
              <a:latin typeface="NanumGothic" charset="0"/>
              <a:ea typeface="NanumGothic" charset="0"/>
            </a:endParaRPr>
          </a:p>
        </p:txBody>
      </p:sp>
      <p:sp>
        <p:nvSpPr>
          <p:cNvPr id="33" name="Rect 0"/>
          <p:cNvSpPr>
            <a:spLocks/>
          </p:cNvSpPr>
          <p:nvPr/>
        </p:nvSpPr>
        <p:spPr>
          <a:xfrm rot="0">
            <a:off x="6053455" y="3367405"/>
            <a:ext cx="212090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4" name="Rect 0"/>
          <p:cNvSpPr txBox="1">
            <a:spLocks/>
          </p:cNvSpPr>
          <p:nvPr/>
        </p:nvSpPr>
        <p:spPr>
          <a:xfrm rot="0">
            <a:off x="6172200" y="346837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DMA / Decoder</a:t>
            </a:r>
            <a:endParaRPr lang="ko-KR" altLang="en-US" sz="1550" b="0">
              <a:solidFill>
                <a:srgbClr val="22364B"/>
              </a:solidFill>
              <a:latin typeface="Poppins" charset="0"/>
              <a:ea typeface="Poppins" charset="0"/>
            </a:endParaRPr>
          </a:p>
        </p:txBody>
      </p:sp>
      <p:sp>
        <p:nvSpPr>
          <p:cNvPr id="35" name="Rect 0"/>
          <p:cNvSpPr>
            <a:spLocks/>
          </p:cNvSpPr>
          <p:nvPr/>
        </p:nvSpPr>
        <p:spPr>
          <a:xfrm rot="0">
            <a:off x="8173085" y="3367405"/>
            <a:ext cx="345948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6" name="Rect 0"/>
          <p:cNvSpPr txBox="1">
            <a:spLocks/>
          </p:cNvSpPr>
          <p:nvPr/>
        </p:nvSpPr>
        <p:spPr>
          <a:xfrm rot="0">
            <a:off x="8291830" y="3468370"/>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텐서</a:t>
            </a:r>
            <a:r>
              <a:rPr sz="1550" b="0">
                <a:solidFill>
                  <a:srgbClr val="22364B"/>
                </a:solidFill>
                <a:latin typeface="Poppins" charset="0"/>
                <a:ea typeface="Poppins" charset="0"/>
              </a:rPr>
              <a:t> </a:t>
            </a:r>
            <a:r>
              <a:rPr sz="1550" b="0">
                <a:solidFill>
                  <a:srgbClr val="22364B"/>
                </a:solidFill>
                <a:latin typeface="NanumGothic" charset="0"/>
                <a:ea typeface="NanumGothic" charset="0"/>
              </a:rPr>
              <a:t>전송</a:t>
            </a:r>
            <a:r>
              <a:rPr sz="1550" b="0">
                <a:solidFill>
                  <a:srgbClr val="22364B"/>
                </a:solidFill>
                <a:latin typeface="Poppins" charset="0"/>
                <a:ea typeface="Poppins" charset="0"/>
              </a:rPr>
              <a:t>/가중치</a:t>
            </a:r>
            <a:r>
              <a:rPr sz="1550" b="0">
                <a:solidFill>
                  <a:srgbClr val="22364B"/>
                </a:solidFill>
                <a:latin typeface="Poppins" charset="0"/>
                <a:ea typeface="Poppins" charset="0"/>
              </a:rPr>
              <a:t> </a:t>
            </a:r>
            <a:r>
              <a:rPr sz="1550" b="0">
                <a:solidFill>
                  <a:srgbClr val="22364B"/>
                </a:solidFill>
                <a:latin typeface="NanumGothic" charset="0"/>
                <a:ea typeface="NanumGothic" charset="0"/>
              </a:rPr>
              <a:t>Decode</a:t>
            </a:r>
            <a:endParaRPr lang="ko-KR" altLang="en-US" sz="1550" b="0">
              <a:solidFill>
                <a:srgbClr val="22364B"/>
              </a:solidFill>
              <a:latin typeface="NanumGothic" charset="0"/>
              <a:ea typeface="NanumGothic" charset="0"/>
            </a:endParaRPr>
          </a:p>
        </p:txBody>
      </p:sp>
      <p:sp>
        <p:nvSpPr>
          <p:cNvPr id="37" name="Rect 0"/>
          <p:cNvSpPr>
            <a:spLocks/>
          </p:cNvSpPr>
          <p:nvPr/>
        </p:nvSpPr>
        <p:spPr>
          <a:xfrm rot="0">
            <a:off x="6053455" y="3843019"/>
            <a:ext cx="212090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8" name="Rect 0"/>
          <p:cNvSpPr txBox="1">
            <a:spLocks/>
          </p:cNvSpPr>
          <p:nvPr/>
        </p:nvSpPr>
        <p:spPr>
          <a:xfrm rot="0">
            <a:off x="6172200" y="394335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MAC / Buffers</a:t>
            </a:r>
            <a:endParaRPr lang="ko-KR" altLang="en-US" sz="1550" b="0">
              <a:solidFill>
                <a:srgbClr val="22364B"/>
              </a:solidFill>
              <a:latin typeface="Poppins" charset="0"/>
              <a:ea typeface="Poppins" charset="0"/>
            </a:endParaRPr>
          </a:p>
        </p:txBody>
      </p:sp>
      <p:sp>
        <p:nvSpPr>
          <p:cNvPr id="39" name="Rect 0"/>
          <p:cNvSpPr>
            <a:spLocks/>
          </p:cNvSpPr>
          <p:nvPr/>
        </p:nvSpPr>
        <p:spPr>
          <a:xfrm rot="0">
            <a:off x="8173085" y="3843019"/>
            <a:ext cx="345948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0" name="Rect 0"/>
          <p:cNvSpPr txBox="1">
            <a:spLocks/>
          </p:cNvSpPr>
          <p:nvPr/>
        </p:nvSpPr>
        <p:spPr>
          <a:xfrm rot="0">
            <a:off x="8291830" y="3943350"/>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곱셈</a:t>
            </a:r>
            <a:r>
              <a:rPr sz="1550" b="0">
                <a:solidFill>
                  <a:srgbClr val="22364B"/>
                </a:solidFill>
                <a:latin typeface="Poppins" charset="0"/>
                <a:ea typeface="Poppins" charset="0"/>
              </a:rPr>
              <a:t>/</a:t>
            </a:r>
            <a:r>
              <a:rPr sz="1550" b="0">
                <a:solidFill>
                  <a:srgbClr val="22364B"/>
                </a:solidFill>
                <a:latin typeface="NanumGothic" charset="0"/>
                <a:ea typeface="NanumGothic" charset="0"/>
              </a:rPr>
              <a:t>누산</a:t>
            </a:r>
            <a:r>
              <a:rPr sz="1550" b="0">
                <a:solidFill>
                  <a:srgbClr val="22364B"/>
                </a:solidFill>
                <a:latin typeface="Poppins" charset="0"/>
                <a:ea typeface="Poppins" charset="0"/>
              </a:rPr>
              <a:t>/</a:t>
            </a:r>
            <a:r>
              <a:rPr sz="1550" b="0">
                <a:solidFill>
                  <a:srgbClr val="22364B"/>
                </a:solidFill>
                <a:latin typeface="NanumGothic" charset="0"/>
                <a:ea typeface="NanumGothic" charset="0"/>
              </a:rPr>
              <a:t>중간값</a:t>
            </a:r>
            <a:r>
              <a:rPr sz="1550" b="0">
                <a:solidFill>
                  <a:srgbClr val="22364B"/>
                </a:solidFill>
                <a:latin typeface="Poppins" charset="0"/>
                <a:ea typeface="Poppins" charset="0"/>
              </a:rPr>
              <a:t> </a:t>
            </a:r>
            <a:r>
              <a:rPr sz="1550" b="0">
                <a:solidFill>
                  <a:srgbClr val="22364B"/>
                </a:solidFill>
                <a:latin typeface="NanumGothic" charset="0"/>
                <a:ea typeface="NanumGothic" charset="0"/>
              </a:rPr>
              <a:t>재사용</a:t>
            </a:r>
            <a:endParaRPr lang="ko-KR" altLang="en-US" sz="1550" b="0">
              <a:solidFill>
                <a:srgbClr val="22364B"/>
              </a:solidFill>
              <a:latin typeface="NanumGothic" charset="0"/>
              <a:ea typeface="NanumGothic" charset="0"/>
            </a:endParaRPr>
          </a:p>
        </p:txBody>
      </p:sp>
      <p:sp>
        <p:nvSpPr>
          <p:cNvPr id="41" name="Rect 0"/>
          <p:cNvSpPr>
            <a:spLocks/>
          </p:cNvSpPr>
          <p:nvPr/>
        </p:nvSpPr>
        <p:spPr>
          <a:xfrm rot="0">
            <a:off x="6053455" y="4318635"/>
            <a:ext cx="212090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2" name="Rect 0"/>
          <p:cNvSpPr txBox="1">
            <a:spLocks/>
          </p:cNvSpPr>
          <p:nvPr/>
        </p:nvSpPr>
        <p:spPr>
          <a:xfrm rot="0">
            <a:off x="6172200" y="4418965"/>
            <a:ext cx="189230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Activation Output</a:t>
            </a:r>
            <a:endParaRPr lang="ko-KR" altLang="en-US" sz="1550" b="0">
              <a:solidFill>
                <a:srgbClr val="22364B"/>
              </a:solidFill>
              <a:latin typeface="Poppins" charset="0"/>
              <a:ea typeface="Poppins" charset="0"/>
            </a:endParaRPr>
          </a:p>
          <a:p>
            <a:pPr marL="0" indent="0" rtl="0" algn="l" defTabSz="914400" eaLnBrk="1" latinLnBrk="0" hangingPunct="1">
              <a:buFontTx/>
              <a:buNone/>
            </a:pPr>
            <a:r>
              <a:rPr sz="1550" b="0">
                <a:solidFill>
                  <a:srgbClr val="22364B"/>
                </a:solidFill>
                <a:latin typeface="Poppins" charset="0"/>
                <a:ea typeface="Poppins" charset="0"/>
              </a:rPr>
              <a:t>(Output Unit</a:t>
            </a:r>
            <a:r>
              <a:rPr sz="1550" b="0">
                <a:solidFill>
                  <a:srgbClr val="22364B"/>
                </a:solidFill>
                <a:latin typeface="Poppins" charset="0"/>
                <a:ea typeface="Poppins" charset="0"/>
              </a:rPr>
              <a:t>)</a:t>
            </a:r>
            <a:endParaRPr lang="ko-KR" altLang="en-US" sz="1550" b="0">
              <a:solidFill>
                <a:srgbClr val="22364B"/>
              </a:solidFill>
              <a:latin typeface="Poppins" charset="0"/>
              <a:ea typeface="Poppins" charset="0"/>
            </a:endParaRPr>
          </a:p>
        </p:txBody>
      </p:sp>
      <p:sp>
        <p:nvSpPr>
          <p:cNvPr id="43" name="Rect 0"/>
          <p:cNvSpPr>
            <a:spLocks/>
          </p:cNvSpPr>
          <p:nvPr/>
        </p:nvSpPr>
        <p:spPr>
          <a:xfrm rot="0">
            <a:off x="8173085" y="4318635"/>
            <a:ext cx="345948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4" name="Rect 0"/>
          <p:cNvSpPr txBox="1">
            <a:spLocks/>
          </p:cNvSpPr>
          <p:nvPr/>
        </p:nvSpPr>
        <p:spPr>
          <a:xfrm rot="0">
            <a:off x="8291830" y="4418965"/>
            <a:ext cx="323088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Rescale(to INT8)/</a:t>
            </a:r>
            <a:r>
              <a:rPr sz="1550" b="0">
                <a:solidFill>
                  <a:srgbClr val="22364B"/>
                </a:solidFill>
                <a:latin typeface="NanumGothic" charset="0"/>
                <a:ea typeface="NanumGothic" charset="0"/>
              </a:rPr>
              <a:t>연산(</a:t>
            </a:r>
            <a:r>
              <a:rPr sz="1550" b="0">
                <a:solidFill>
                  <a:srgbClr val="22364B"/>
                </a:solidFill>
                <a:latin typeface="Poppins" charset="0"/>
                <a:ea typeface="Poppins" charset="0"/>
              </a:rPr>
              <a:t>Element Wise, Activation Func</a:t>
            </a:r>
            <a:r>
              <a:rPr sz="1550" b="0">
                <a:solidFill>
                  <a:srgbClr val="22364B"/>
                </a:solidFill>
                <a:latin typeface="NanumGothic" charset="0"/>
                <a:ea typeface="NanumGothic" charset="0"/>
              </a:rPr>
              <a:t>)</a:t>
            </a:r>
            <a:endParaRPr lang="ko-KR" altLang="en-US" sz="1550" b="0">
              <a:solidFill>
                <a:srgbClr val="22364B"/>
              </a:solidFill>
              <a:latin typeface="NanumGothic" charset="0"/>
              <a:ea typeface="NanumGothic" charset="0"/>
            </a:endParaRPr>
          </a:p>
        </p:txBody>
      </p:sp>
      <p:sp>
        <p:nvSpPr>
          <p:cNvPr id="45" name="Rect 0"/>
          <p:cNvSpPr txBox="1">
            <a:spLocks/>
          </p:cNvSpPr>
          <p:nvPr/>
        </p:nvSpPr>
        <p:spPr>
          <a:xfrm rot="0">
            <a:off x="6144895" y="5068570"/>
            <a:ext cx="5469255" cy="95313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566577"/>
                </a:solidFill>
                <a:latin typeface="Poppins" charset="0"/>
                <a:ea typeface="Poppins" charset="0"/>
              </a:rPr>
              <a:t>SRAM / </a:t>
            </a:r>
            <a:r>
              <a:rPr sz="1550" b="0">
                <a:solidFill>
                  <a:srgbClr val="566577"/>
                </a:solidFill>
                <a:latin typeface="Poppins" charset="0"/>
                <a:ea typeface="Poppins" charset="0"/>
              </a:rPr>
              <a:t>DRAM-Flash(External)</a:t>
            </a:r>
            <a:r>
              <a:rPr sz="1550" b="0">
                <a:solidFill>
                  <a:srgbClr val="566577"/>
                </a:solidFill>
                <a:latin typeface="Poppins" charset="0"/>
                <a:ea typeface="Poppins" charset="0"/>
              </a:rPr>
              <a:t> </a:t>
            </a:r>
            <a:r>
              <a:rPr sz="1550" b="0">
                <a:solidFill>
                  <a:srgbClr val="566577"/>
                </a:solidFill>
                <a:latin typeface="Poppins" charset="0"/>
                <a:ea typeface="Poppins" charset="0"/>
              </a:rPr>
              <a:t>인터페이스</a:t>
            </a:r>
            <a:r>
              <a:rPr sz="1550" b="0">
                <a:solidFill>
                  <a:srgbClr val="566577"/>
                </a:solidFill>
                <a:latin typeface="Poppins" charset="0"/>
                <a:ea typeface="Poppins" charset="0"/>
              </a:rPr>
              <a:t> 수</a:t>
            </a:r>
            <a:endParaRPr lang="ko-KR" altLang="en-US" sz="1550" b="0">
              <a:solidFill>
                <a:srgbClr val="566577"/>
              </a:solidFill>
              <a:latin typeface="Poppins" charset="0"/>
              <a:ea typeface="Poppins" charset="0"/>
            </a:endParaRPr>
          </a:p>
          <a:p>
            <a:pPr marL="0" indent="0" rtl="0" algn="l" defTabSz="914400" eaLnBrk="1" latinLnBrk="0" hangingPunct="1">
              <a:buFontTx/>
              <a:buNone/>
            </a:pPr>
            <a:r>
              <a:rPr sz="1550" b="0">
                <a:solidFill>
                  <a:srgbClr val="566577"/>
                </a:solidFill>
                <a:latin typeface="Poppins" charset="0"/>
                <a:ea typeface="Poppins" charset="0"/>
              </a:rPr>
              <a:t>Ethos-U85</a:t>
            </a:r>
            <a:r>
              <a:rPr sz="1550" b="0">
                <a:solidFill>
                  <a:srgbClr val="566577"/>
                </a:solidFill>
                <a:latin typeface="Poppins" charset="0"/>
                <a:ea typeface="Poppins" charset="0"/>
              </a:rPr>
              <a:t>기준</a:t>
            </a:r>
            <a:r>
              <a:rPr sz="1550" b="0">
                <a:solidFill>
                  <a:srgbClr val="566577"/>
                </a:solidFill>
                <a:latin typeface="Poppins" charset="0"/>
                <a:ea typeface="Poppins" charset="0"/>
              </a:rPr>
              <a:t>:</a:t>
            </a:r>
            <a:endParaRPr lang="ko-KR" altLang="en-US" sz="1550" b="0">
              <a:solidFill>
                <a:srgbClr val="566577"/>
              </a:solidFill>
              <a:latin typeface="Poppins" charset="0"/>
              <a:ea typeface="Poppins" charset="0"/>
            </a:endParaRPr>
          </a:p>
          <a:p>
            <a:pPr marL="0" indent="0" rtl="0" algn="l" defTabSz="914400" eaLnBrk="1" latinLnBrk="0" hangingPunct="1">
              <a:buFontTx/>
              <a:buNone/>
            </a:pPr>
            <a:r>
              <a:rPr sz="1550" b="0">
                <a:solidFill>
                  <a:srgbClr val="566577"/>
                </a:solidFill>
                <a:latin typeface="Poppins" charset="0"/>
                <a:ea typeface="Poppins" charset="0"/>
              </a:rPr>
              <a:t>128–512 MAC = </a:t>
            </a:r>
            <a:r>
              <a:rPr sz="1550" b="0">
                <a:solidFill>
                  <a:srgbClr val="566577"/>
                </a:solidFill>
                <a:latin typeface="Poppins" charset="0"/>
                <a:ea typeface="Poppins" charset="0"/>
              </a:rPr>
              <a:t>2 (SRAM) </a:t>
            </a:r>
            <a:r>
              <a:rPr sz="1550" b="0">
                <a:solidFill>
                  <a:srgbClr val="566577"/>
                </a:solidFill>
                <a:latin typeface="Poppins" charset="0"/>
                <a:ea typeface="Poppins" charset="0"/>
              </a:rPr>
              <a:t>/</a:t>
            </a:r>
            <a:r>
              <a:rPr sz="1550" b="0">
                <a:solidFill>
                  <a:srgbClr val="566577"/>
                </a:solidFill>
                <a:latin typeface="Poppins" charset="0"/>
                <a:ea typeface="Poppins" charset="0"/>
              </a:rPr>
              <a:t> 1 (External)</a:t>
            </a:r>
            <a:endParaRPr lang="ko-KR" altLang="en-US" sz="1550" b="0">
              <a:solidFill>
                <a:srgbClr val="566577"/>
              </a:solidFill>
              <a:latin typeface="Poppins" charset="0"/>
              <a:ea typeface="Poppins" charset="0"/>
            </a:endParaRPr>
          </a:p>
          <a:p>
            <a:pPr marL="0" indent="0" algn="l">
              <a:buFontTx/>
              <a:buNone/>
            </a:pPr>
            <a:r>
              <a:rPr sz="1550" b="0">
                <a:solidFill>
                  <a:srgbClr val="566577"/>
                </a:solidFill>
                <a:latin typeface="Poppins" charset="0"/>
                <a:ea typeface="Poppins" charset="0"/>
              </a:rPr>
              <a:t>1024 MAC = 2/2 · 2048 MAC = 4/2</a:t>
            </a:r>
            <a:endParaRPr lang="ko-KR" altLang="en-US" sz="1550" b="0">
              <a:solidFill>
                <a:srgbClr val="566577"/>
              </a:solidFill>
              <a:latin typeface="Poppins" charset="0"/>
              <a:ea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15925"/>
          </a:xfrm>
          <a:prstGeom prst="rect">
            <a:avLst/>
          </a:prstGeom>
          <a:noFill/>
        </p:spPr>
        <p:txBody>
          <a:bodyPr wrap="square" lIns="0" tIns="0" rIns="0" bIns="0" numCol="1" vert="horz" anchor="t">
            <a:spAutoFit/>
          </a:bodyPr>
          <a:lstStyle/>
          <a:p>
            <a:pPr marL="0" indent="0">
              <a:spcAft>
                <a:spcPts val="500"/>
              </a:spcAft>
              <a:buFontTx/>
              <a:buNone/>
            </a:pPr>
            <a:r>
              <a:rPr lang="en-US" sz="2700" b="1">
                <a:solidFill>
                  <a:srgbClr val="FFFFFF"/>
                </a:solidFill>
                <a:latin typeface="Poppins" charset="0"/>
                <a:ea typeface="Poppins" charset="0"/>
                <a:cs typeface="Poppins" charset="0"/>
              </a:rPr>
              <a:t>Corstone </a:t>
            </a:r>
            <a:r>
              <a:rPr lang="ko-KR" sz="2700" b="1">
                <a:solidFill>
                  <a:srgbClr val="FFFFFF"/>
                </a:solidFill>
                <a:latin typeface="NanumGothic" charset="0"/>
                <a:ea typeface="NanumGothic" charset="0"/>
                <a:cs typeface="NanumGothic" charset="0"/>
              </a:rPr>
              <a:t>플랫폼</a:t>
            </a:r>
            <a:endParaRPr lang="ko-KR" altLang="en-US" sz="2700" b="1">
              <a:solidFill>
                <a:srgbClr val="FFFFFF"/>
              </a:solidFill>
              <a:latin typeface="NanumGothic" charset="0"/>
              <a:ea typeface="NanumGothic" charset="0"/>
              <a:cs typeface="NanumGothic" charset="0"/>
            </a:endParaRPr>
          </a:p>
        </p:txBody>
      </p:sp>
      <p:sp>
        <p:nvSpPr>
          <p:cNvPr id="3" name="TextBox 2"/>
          <p:cNvSpPr txBox="1"/>
          <p:nvPr/>
        </p:nvSpPr>
        <p:spPr>
          <a:xfrm>
            <a:off x="11064240" y="365760"/>
            <a:ext cx="658495" cy="274320"/>
          </a:xfrm>
          <a:prstGeom prst="rect">
            <a:avLst/>
          </a:prstGeom>
          <a:noFill/>
        </p:spPr>
        <p:txBody>
          <a:bodyPr wrap="square" lIns="0" rIns="0" tIns="0" bIns="0">
            <a:spAutoFit/>
          </a:bodyPr>
          <a:lstStyle/>
          <a:p>
            <a:pPr algn="r">
              <a:spcAft>
                <a:spcPts val="500"/>
              </a:spcAft>
            </a:pPr>
            <a:r>
              <a:rPr sz="1300" b="0" lang="en-US">
                <a:solidFill>
                  <a:srgbClr val="FFFFFF"/>
                </a:solidFill>
                <a:latin typeface="Poppins"/>
                <a:ea typeface="Poppins"/>
                <a:cs typeface="Poppins"/>
              </a:rPr>
              <a:t>05</a:t>
            </a:r>
          </a:p>
        </p:txBody>
      </p:sp>
      <p:sp>
        <p:nvSpPr>
          <p:cNvPr id="4" name="TextBox 3"/>
          <p:cNvSpPr txBox="1"/>
          <p:nvPr/>
        </p:nvSpPr>
        <p:spPr>
          <a:xfrm>
            <a:off x="502920" y="1243330"/>
            <a:ext cx="11065510" cy="292735"/>
          </a:xfrm>
          <a:prstGeom prst="rect">
            <a:avLst/>
          </a:prstGeom>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플랫폼별로 지원하는 NPU와 실험한 MAC 구성</a:t>
            </a:r>
            <a:endParaRPr lang="ko-KR" altLang="en-US" sz="1900" b="0">
              <a:solidFill>
                <a:srgbClr val="566577"/>
              </a:solidFill>
              <a:latin typeface="Poppins" charset="0"/>
              <a:ea typeface="Poppins" charset="0"/>
              <a:cs typeface="Poppins" charset="0"/>
            </a:endParaRPr>
          </a:p>
        </p:txBody>
      </p:sp>
      <p:sp>
        <p:nvSpPr>
          <p:cNvPr id="8" name="Rectangle 7"/>
          <p:cNvSpPr>
            <a:spLocks/>
          </p:cNvSpPr>
          <p:nvPr/>
        </p:nvSpPr>
        <p:spPr>
          <a:xfrm rot="0">
            <a:off x="502920" y="1955800"/>
            <a:ext cx="223202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621665" y="2056765"/>
            <a:ext cx="2012314" cy="439420"/>
          </a:xfrm>
          <a:prstGeom prst="rect"/>
          <a:noFill/>
        </p:spPr>
        <p:txBody>
          <a:bodyPr wrap="square" lIns="0" tIns="0" rIns="0" bIns="0" numCol="1" vert="horz" anchor="t">
            <a:spAutoFit/>
          </a:bodyPr>
          <a:lstStyle/>
          <a:p>
            <a:pPr marL="0" indent="0">
              <a:spcAft>
                <a:spcPts val="500"/>
              </a:spcAft>
              <a:buFontTx/>
              <a:buNone/>
            </a:pPr>
            <a:r>
              <a:rPr lang="ko-KR" sz="1700" b="1">
                <a:solidFill>
                  <a:srgbClr val="FFFFFF"/>
                </a:solidFill>
                <a:latin typeface="NanumGothic" charset="0"/>
                <a:ea typeface="NanumGothic" charset="0"/>
                <a:cs typeface="NanumGothic" charset="0"/>
              </a:rPr>
              <a:t>플랫폼</a:t>
            </a:r>
            <a:endParaRPr lang="ko-KR" altLang="en-US" sz="1700" b="1">
              <a:solidFill>
                <a:srgbClr val="FFFFFF"/>
              </a:solidFill>
              <a:latin typeface="NanumGothic" charset="0"/>
              <a:ea typeface="NanumGothic" charset="0"/>
              <a:cs typeface="NanumGothic" charset="0"/>
            </a:endParaRPr>
          </a:p>
        </p:txBody>
      </p:sp>
      <p:sp>
        <p:nvSpPr>
          <p:cNvPr id="10" name="Rectangle 9"/>
          <p:cNvSpPr>
            <a:spLocks/>
          </p:cNvSpPr>
          <p:nvPr/>
        </p:nvSpPr>
        <p:spPr>
          <a:xfrm rot="0">
            <a:off x="2734310" y="1955800"/>
            <a:ext cx="212026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1" name="TextBox 10"/>
          <p:cNvSpPr txBox="1">
            <a:spLocks/>
          </p:cNvSpPr>
          <p:nvPr/>
        </p:nvSpPr>
        <p:spPr>
          <a:xfrm rot="0">
            <a:off x="2853055" y="2056765"/>
            <a:ext cx="1900554" cy="439420"/>
          </a:xfrm>
          <a:prstGeom prst="rect"/>
          <a:noFill/>
        </p:spPr>
        <p:txBody>
          <a:bodyPr wrap="square" lIns="0" tIns="0" rIns="0" bIns="0" numCol="1" vert="horz" anchor="t">
            <a:spAutoFit/>
          </a:bodyPr>
          <a:lstStyle/>
          <a:p>
            <a:pPr marL="0" indent="0">
              <a:spcAft>
                <a:spcPts val="500"/>
              </a:spcAft>
              <a:buFontTx/>
              <a:buNone/>
            </a:pPr>
            <a:r>
              <a:rPr lang="en-US" sz="1700" b="1">
                <a:solidFill>
                  <a:srgbClr val="FFFFFF"/>
                </a:solidFill>
                <a:latin typeface="Poppins" charset="0"/>
                <a:ea typeface="Poppins" charset="0"/>
                <a:cs typeface="Poppins" charset="0"/>
              </a:rPr>
              <a:t>CPU</a:t>
            </a:r>
            <a:endParaRPr lang="ko-KR" altLang="en-US" sz="1700" b="1">
              <a:solidFill>
                <a:srgbClr val="FFFFFF"/>
              </a:solidFill>
              <a:latin typeface="Poppins" charset="0"/>
              <a:ea typeface="Poppins" charset="0"/>
              <a:cs typeface="Poppins" charset="0"/>
            </a:endParaRPr>
          </a:p>
        </p:txBody>
      </p:sp>
      <p:sp>
        <p:nvSpPr>
          <p:cNvPr id="12" name="Rectangle 11"/>
          <p:cNvSpPr>
            <a:spLocks/>
          </p:cNvSpPr>
          <p:nvPr/>
        </p:nvSpPr>
        <p:spPr>
          <a:xfrm rot="0">
            <a:off x="4853940" y="1955800"/>
            <a:ext cx="278955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3" name="TextBox 12"/>
          <p:cNvSpPr txBox="1">
            <a:spLocks/>
          </p:cNvSpPr>
          <p:nvPr/>
        </p:nvSpPr>
        <p:spPr>
          <a:xfrm rot="0">
            <a:off x="4972685" y="2056765"/>
            <a:ext cx="2570480" cy="262890"/>
          </a:xfrm>
          <a:prstGeom prst="rect"/>
          <a:noFill/>
        </p:spPr>
        <p:txBody>
          <a:bodyPr wrap="square" lIns="0" tIns="0" rIns="0" bIns="0" numCol="1" vert="horz" anchor="t">
            <a:spAutoFit/>
          </a:bodyPr>
          <a:lstStyle/>
          <a:p>
            <a:pPr marL="0" indent="0">
              <a:spcAft>
                <a:spcPts val="500"/>
              </a:spcAft>
              <a:buFontTx/>
              <a:buNone/>
            </a:pPr>
            <a:r>
              <a:rPr lang="en-US" sz="1700" b="1">
                <a:solidFill>
                  <a:srgbClr val="FFFFFF"/>
                </a:solidFill>
                <a:latin typeface="Poppins" charset="0"/>
                <a:ea typeface="Poppins" charset="0"/>
                <a:cs typeface="Poppins" charset="0"/>
              </a:rPr>
              <a:t>지원하는 NPU</a:t>
            </a:r>
            <a:endParaRPr lang="ko-KR" altLang="en-US" sz="1700" b="1">
              <a:solidFill>
                <a:srgbClr val="FFFFFF"/>
              </a:solidFill>
              <a:latin typeface="Poppins" charset="0"/>
              <a:ea typeface="Poppins" charset="0"/>
              <a:cs typeface="Poppins" charset="0"/>
            </a:endParaRPr>
          </a:p>
        </p:txBody>
      </p:sp>
      <p:sp>
        <p:nvSpPr>
          <p:cNvPr id="14" name="Rectangle 13"/>
          <p:cNvSpPr>
            <a:spLocks/>
          </p:cNvSpPr>
          <p:nvPr/>
        </p:nvSpPr>
        <p:spPr>
          <a:xfrm rot="0">
            <a:off x="7642859" y="1955800"/>
            <a:ext cx="4016374"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5" name="TextBox 14"/>
          <p:cNvSpPr txBox="1">
            <a:spLocks/>
          </p:cNvSpPr>
          <p:nvPr/>
        </p:nvSpPr>
        <p:spPr>
          <a:xfrm rot="0">
            <a:off x="7761604" y="2056765"/>
            <a:ext cx="3797300" cy="439420"/>
          </a:xfrm>
          <a:prstGeom prst="rect"/>
          <a:noFill/>
        </p:spPr>
        <p:txBody>
          <a:bodyPr wrap="square" lIns="0" tIns="0" rIns="0" bIns="0" numCol="1" vert="horz" anchor="t">
            <a:spAutoFit/>
          </a:bodyPr>
          <a:lstStyle/>
          <a:p>
            <a:pPr marL="0" indent="0">
              <a:spcAft>
                <a:spcPts val="500"/>
              </a:spcAft>
              <a:buFontTx/>
              <a:buNone/>
            </a:pPr>
            <a:r>
              <a:rPr lang="ko-KR" sz="1700" b="1">
                <a:solidFill>
                  <a:srgbClr val="FFFFFF"/>
                </a:solidFill>
                <a:latin typeface="NanumGothic" charset="0"/>
                <a:ea typeface="NanumGothic" charset="0"/>
                <a:cs typeface="NanumGothic" charset="0"/>
              </a:rPr>
              <a:t>실험</a:t>
            </a:r>
            <a:r>
              <a:rPr lang="en-US" sz="1700" b="1">
                <a:solidFill>
                  <a:srgbClr val="FFFFFF"/>
                </a:solidFill>
                <a:latin typeface="Poppins" charset="0"/>
                <a:ea typeface="Poppins" charset="0"/>
                <a:cs typeface="Poppins" charset="0"/>
              </a:rPr>
              <a:t> MAC </a:t>
            </a:r>
            <a:r>
              <a:rPr lang="ko-KR" sz="1700" b="1">
                <a:solidFill>
                  <a:srgbClr val="FFFFFF"/>
                </a:solidFill>
                <a:latin typeface="NanumGothic" charset="0"/>
                <a:ea typeface="NanumGothic" charset="0"/>
                <a:cs typeface="NanumGothic" charset="0"/>
              </a:rPr>
              <a:t>범위</a:t>
            </a:r>
            <a:endParaRPr lang="ko-KR" altLang="en-US" sz="1700" b="1">
              <a:solidFill>
                <a:srgbClr val="FFFFFF"/>
              </a:solidFill>
              <a:latin typeface="NanumGothic" charset="0"/>
              <a:ea typeface="NanumGothic" charset="0"/>
              <a:cs typeface="NanumGothic" charset="0"/>
            </a:endParaRPr>
          </a:p>
        </p:txBody>
      </p:sp>
      <p:sp>
        <p:nvSpPr>
          <p:cNvPr id="16" name="Rectangle 15"/>
          <p:cNvSpPr>
            <a:spLocks/>
          </p:cNvSpPr>
          <p:nvPr/>
        </p:nvSpPr>
        <p:spPr>
          <a:xfrm rot="0">
            <a:off x="502920" y="2504440"/>
            <a:ext cx="223202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7" name="TextBox 16"/>
          <p:cNvSpPr txBox="1">
            <a:spLocks/>
          </p:cNvSpPr>
          <p:nvPr/>
        </p:nvSpPr>
        <p:spPr>
          <a:xfrm rot="0">
            <a:off x="621665" y="260540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Corstone-300</a:t>
            </a:r>
            <a:endParaRPr lang="ko-KR" altLang="en-US" sz="1800" b="1">
              <a:solidFill>
                <a:srgbClr val="22364B"/>
              </a:solidFill>
              <a:latin typeface="Poppins" charset="0"/>
              <a:ea typeface="Poppins" charset="0"/>
              <a:cs typeface="Poppins" charset="0"/>
            </a:endParaRPr>
          </a:p>
        </p:txBody>
      </p:sp>
      <p:sp>
        <p:nvSpPr>
          <p:cNvPr id="18" name="Rectangle 17"/>
          <p:cNvSpPr>
            <a:spLocks/>
          </p:cNvSpPr>
          <p:nvPr/>
        </p:nvSpPr>
        <p:spPr>
          <a:xfrm rot="0">
            <a:off x="2734310" y="2504440"/>
            <a:ext cx="212026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9" name="TextBox 18"/>
          <p:cNvSpPr txBox="1">
            <a:spLocks/>
          </p:cNvSpPr>
          <p:nvPr/>
        </p:nvSpPr>
        <p:spPr>
          <a:xfrm rot="0">
            <a:off x="2853055" y="260540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Cortex-M55</a:t>
            </a:r>
            <a:endParaRPr lang="ko-KR" altLang="en-US" sz="1800" b="0">
              <a:solidFill>
                <a:srgbClr val="22364B"/>
              </a:solidFill>
              <a:latin typeface="Poppins" charset="0"/>
              <a:ea typeface="Poppins" charset="0"/>
              <a:cs typeface="Poppins" charset="0"/>
            </a:endParaRPr>
          </a:p>
        </p:txBody>
      </p:sp>
      <p:sp>
        <p:nvSpPr>
          <p:cNvPr id="20" name="Rectangle 19"/>
          <p:cNvSpPr>
            <a:spLocks/>
          </p:cNvSpPr>
          <p:nvPr/>
        </p:nvSpPr>
        <p:spPr>
          <a:xfrm rot="0">
            <a:off x="4853940" y="2504440"/>
            <a:ext cx="278955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1" name="TextBox 20"/>
          <p:cNvSpPr txBox="1">
            <a:spLocks/>
          </p:cNvSpPr>
          <p:nvPr/>
        </p:nvSpPr>
        <p:spPr>
          <a:xfrm rot="0">
            <a:off x="4972685" y="260540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U55/U65</a:t>
            </a:r>
            <a:endParaRPr lang="ko-KR" altLang="en-US" sz="1800" b="0">
              <a:solidFill>
                <a:srgbClr val="22364B"/>
              </a:solidFill>
              <a:latin typeface="Poppins" charset="0"/>
              <a:ea typeface="Poppins" charset="0"/>
              <a:cs typeface="Poppins" charset="0"/>
            </a:endParaRPr>
          </a:p>
        </p:txBody>
      </p:sp>
      <p:sp>
        <p:nvSpPr>
          <p:cNvPr id="22" name="Rectangle 21"/>
          <p:cNvSpPr>
            <a:spLocks/>
          </p:cNvSpPr>
          <p:nvPr/>
        </p:nvSpPr>
        <p:spPr>
          <a:xfrm rot="0">
            <a:off x="7642859" y="2504440"/>
            <a:ext cx="4016374"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3" name="TextBox 22"/>
          <p:cNvSpPr txBox="1">
            <a:spLocks/>
          </p:cNvSpPr>
          <p:nvPr/>
        </p:nvSpPr>
        <p:spPr>
          <a:xfrm rot="0">
            <a:off x="7761604" y="2605405"/>
            <a:ext cx="3797934"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 32–256 · U65: 256 / 512</a:t>
            </a:r>
            <a:endParaRPr lang="ko-KR" altLang="en-US" sz="1800" b="0">
              <a:solidFill>
                <a:srgbClr val="22364B"/>
              </a:solidFill>
              <a:latin typeface="Poppins" charset="0"/>
              <a:ea typeface="Poppins" charset="0"/>
              <a:cs typeface="Poppins" charset="0"/>
            </a:endParaRPr>
          </a:p>
        </p:txBody>
      </p:sp>
      <p:sp>
        <p:nvSpPr>
          <p:cNvPr id="24" name="Rectangle 23"/>
          <p:cNvSpPr>
            <a:spLocks/>
          </p:cNvSpPr>
          <p:nvPr/>
        </p:nvSpPr>
        <p:spPr>
          <a:xfrm rot="0">
            <a:off x="502920" y="3053080"/>
            <a:ext cx="223202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5" name="TextBox 24"/>
          <p:cNvSpPr txBox="1">
            <a:spLocks/>
          </p:cNvSpPr>
          <p:nvPr/>
        </p:nvSpPr>
        <p:spPr>
          <a:xfrm rot="0">
            <a:off x="621665" y="315404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Corstone-310</a:t>
            </a:r>
            <a:endParaRPr lang="ko-KR" altLang="en-US" sz="1800" b="1">
              <a:solidFill>
                <a:srgbClr val="22364B"/>
              </a:solidFill>
              <a:latin typeface="Poppins" charset="0"/>
              <a:ea typeface="Poppins" charset="0"/>
              <a:cs typeface="Poppins" charset="0"/>
            </a:endParaRPr>
          </a:p>
        </p:txBody>
      </p:sp>
      <p:sp>
        <p:nvSpPr>
          <p:cNvPr id="26" name="Rectangle 25"/>
          <p:cNvSpPr>
            <a:spLocks/>
          </p:cNvSpPr>
          <p:nvPr/>
        </p:nvSpPr>
        <p:spPr>
          <a:xfrm rot="0">
            <a:off x="2734310" y="3053080"/>
            <a:ext cx="212026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7" name="TextBox 26"/>
          <p:cNvSpPr txBox="1">
            <a:spLocks/>
          </p:cNvSpPr>
          <p:nvPr/>
        </p:nvSpPr>
        <p:spPr>
          <a:xfrm rot="0">
            <a:off x="2853055" y="315404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28" name="Rectangle 27"/>
          <p:cNvSpPr>
            <a:spLocks/>
          </p:cNvSpPr>
          <p:nvPr/>
        </p:nvSpPr>
        <p:spPr>
          <a:xfrm rot="0">
            <a:off x="4853940" y="3053080"/>
            <a:ext cx="278955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9" name="TextBox 28"/>
          <p:cNvSpPr txBox="1">
            <a:spLocks/>
          </p:cNvSpPr>
          <p:nvPr/>
        </p:nvSpPr>
        <p:spPr>
          <a:xfrm rot="0">
            <a:off x="4972685" y="315404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U55/U65</a:t>
            </a:r>
            <a:endParaRPr lang="ko-KR" altLang="en-US" sz="1800" b="0">
              <a:solidFill>
                <a:srgbClr val="22364B"/>
              </a:solidFill>
              <a:latin typeface="Poppins" charset="0"/>
              <a:ea typeface="Poppins" charset="0"/>
              <a:cs typeface="Poppins" charset="0"/>
            </a:endParaRPr>
          </a:p>
        </p:txBody>
      </p:sp>
      <p:sp>
        <p:nvSpPr>
          <p:cNvPr id="30" name="Rectangle 29"/>
          <p:cNvSpPr>
            <a:spLocks/>
          </p:cNvSpPr>
          <p:nvPr/>
        </p:nvSpPr>
        <p:spPr>
          <a:xfrm rot="0">
            <a:off x="7642859" y="3053080"/>
            <a:ext cx="4016374"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1" name="TextBox 30"/>
          <p:cNvSpPr txBox="1">
            <a:spLocks/>
          </p:cNvSpPr>
          <p:nvPr/>
        </p:nvSpPr>
        <p:spPr>
          <a:xfrm rot="0">
            <a:off x="7761604" y="3154045"/>
            <a:ext cx="3797934"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 32–256 · U65: 256 / 512</a:t>
            </a:r>
            <a:endParaRPr lang="ko-KR" altLang="en-US" sz="1800" b="0">
              <a:solidFill>
                <a:srgbClr val="22364B"/>
              </a:solidFill>
              <a:latin typeface="Poppins" charset="0"/>
              <a:ea typeface="Poppins" charset="0"/>
              <a:cs typeface="Poppins" charset="0"/>
            </a:endParaRPr>
          </a:p>
        </p:txBody>
      </p:sp>
      <p:sp>
        <p:nvSpPr>
          <p:cNvPr id="32" name="Rectangle 31"/>
          <p:cNvSpPr>
            <a:spLocks/>
          </p:cNvSpPr>
          <p:nvPr/>
        </p:nvSpPr>
        <p:spPr>
          <a:xfrm rot="0">
            <a:off x="502920" y="3601720"/>
            <a:ext cx="223202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3" name="TextBox 32"/>
          <p:cNvSpPr txBox="1">
            <a:spLocks/>
          </p:cNvSpPr>
          <p:nvPr/>
        </p:nvSpPr>
        <p:spPr>
          <a:xfrm rot="0">
            <a:off x="621665" y="370268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Corstone-315</a:t>
            </a:r>
            <a:endParaRPr lang="ko-KR" altLang="en-US" sz="1800" b="1">
              <a:solidFill>
                <a:srgbClr val="22364B"/>
              </a:solidFill>
              <a:latin typeface="Poppins" charset="0"/>
              <a:ea typeface="Poppins" charset="0"/>
              <a:cs typeface="Poppins" charset="0"/>
            </a:endParaRPr>
          </a:p>
        </p:txBody>
      </p:sp>
      <p:sp>
        <p:nvSpPr>
          <p:cNvPr id="34" name="Rectangle 33"/>
          <p:cNvSpPr>
            <a:spLocks/>
          </p:cNvSpPr>
          <p:nvPr/>
        </p:nvSpPr>
        <p:spPr>
          <a:xfrm rot="0">
            <a:off x="2734310" y="3601720"/>
            <a:ext cx="212026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5" name="TextBox 34"/>
          <p:cNvSpPr txBox="1">
            <a:spLocks/>
          </p:cNvSpPr>
          <p:nvPr/>
        </p:nvSpPr>
        <p:spPr>
          <a:xfrm rot="0">
            <a:off x="2853055" y="370268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36" name="Rectangle 35"/>
          <p:cNvSpPr>
            <a:spLocks/>
          </p:cNvSpPr>
          <p:nvPr/>
        </p:nvSpPr>
        <p:spPr>
          <a:xfrm rot="0">
            <a:off x="4853940" y="3601720"/>
            <a:ext cx="278955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7" name="TextBox 36"/>
          <p:cNvSpPr txBox="1">
            <a:spLocks/>
          </p:cNvSpPr>
          <p:nvPr/>
        </p:nvSpPr>
        <p:spPr>
          <a:xfrm rot="0">
            <a:off x="4972685" y="370268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U65</a:t>
            </a:r>
            <a:endParaRPr lang="ko-KR" altLang="en-US" sz="1800" b="0">
              <a:solidFill>
                <a:srgbClr val="22364B"/>
              </a:solidFill>
              <a:latin typeface="Poppins" charset="0"/>
              <a:ea typeface="Poppins" charset="0"/>
              <a:cs typeface="Poppins" charset="0"/>
            </a:endParaRPr>
          </a:p>
        </p:txBody>
      </p:sp>
      <p:sp>
        <p:nvSpPr>
          <p:cNvPr id="38" name="Rectangle 37"/>
          <p:cNvSpPr>
            <a:spLocks/>
          </p:cNvSpPr>
          <p:nvPr/>
        </p:nvSpPr>
        <p:spPr>
          <a:xfrm rot="0">
            <a:off x="7642859" y="3601720"/>
            <a:ext cx="4016374"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9" name="TextBox 38"/>
          <p:cNvSpPr txBox="1">
            <a:spLocks/>
          </p:cNvSpPr>
          <p:nvPr/>
        </p:nvSpPr>
        <p:spPr>
          <a:xfrm rot="0">
            <a:off x="7761604" y="3702685"/>
            <a:ext cx="3797300"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256 / 512</a:t>
            </a:r>
            <a:endParaRPr lang="ko-KR" altLang="en-US" sz="1800" b="0">
              <a:solidFill>
                <a:srgbClr val="22364B"/>
              </a:solidFill>
              <a:latin typeface="Poppins" charset="0"/>
              <a:ea typeface="Poppins" charset="0"/>
              <a:cs typeface="Poppins" charset="0"/>
            </a:endParaRPr>
          </a:p>
        </p:txBody>
      </p:sp>
      <p:sp>
        <p:nvSpPr>
          <p:cNvPr id="40" name="Rectangle 39"/>
          <p:cNvSpPr>
            <a:spLocks/>
          </p:cNvSpPr>
          <p:nvPr/>
        </p:nvSpPr>
        <p:spPr>
          <a:xfrm rot="0">
            <a:off x="502920" y="4150360"/>
            <a:ext cx="223202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1" name="TextBox 40"/>
          <p:cNvSpPr txBox="1">
            <a:spLocks/>
          </p:cNvSpPr>
          <p:nvPr/>
        </p:nvSpPr>
        <p:spPr>
          <a:xfrm rot="0">
            <a:off x="621665" y="425132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Corstone-320</a:t>
            </a:r>
            <a:endParaRPr lang="ko-KR" altLang="en-US" sz="1800" b="1">
              <a:solidFill>
                <a:srgbClr val="22364B"/>
              </a:solidFill>
              <a:latin typeface="Poppins" charset="0"/>
              <a:ea typeface="Poppins" charset="0"/>
              <a:cs typeface="Poppins" charset="0"/>
            </a:endParaRPr>
          </a:p>
        </p:txBody>
      </p:sp>
      <p:sp>
        <p:nvSpPr>
          <p:cNvPr id="42" name="Rectangle 41"/>
          <p:cNvSpPr>
            <a:spLocks/>
          </p:cNvSpPr>
          <p:nvPr/>
        </p:nvSpPr>
        <p:spPr>
          <a:xfrm rot="0">
            <a:off x="2734310" y="4150360"/>
            <a:ext cx="212026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3" name="TextBox 42"/>
          <p:cNvSpPr txBox="1">
            <a:spLocks/>
          </p:cNvSpPr>
          <p:nvPr/>
        </p:nvSpPr>
        <p:spPr>
          <a:xfrm rot="0">
            <a:off x="2853055" y="425132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44" name="Rectangle 43"/>
          <p:cNvSpPr>
            <a:spLocks/>
          </p:cNvSpPr>
          <p:nvPr/>
        </p:nvSpPr>
        <p:spPr>
          <a:xfrm rot="0">
            <a:off x="4853940" y="4150360"/>
            <a:ext cx="278955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5" name="TextBox 44"/>
          <p:cNvSpPr txBox="1">
            <a:spLocks/>
          </p:cNvSpPr>
          <p:nvPr/>
        </p:nvSpPr>
        <p:spPr>
          <a:xfrm rot="0">
            <a:off x="4972685" y="425132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U85</a:t>
            </a:r>
            <a:endParaRPr lang="ko-KR" altLang="en-US" sz="1800" b="0">
              <a:solidFill>
                <a:srgbClr val="22364B"/>
              </a:solidFill>
              <a:latin typeface="Poppins" charset="0"/>
              <a:ea typeface="Poppins" charset="0"/>
              <a:cs typeface="Poppins" charset="0"/>
            </a:endParaRPr>
          </a:p>
        </p:txBody>
      </p:sp>
      <p:sp>
        <p:nvSpPr>
          <p:cNvPr id="46" name="Rectangle 45"/>
          <p:cNvSpPr>
            <a:spLocks/>
          </p:cNvSpPr>
          <p:nvPr/>
        </p:nvSpPr>
        <p:spPr>
          <a:xfrm rot="0">
            <a:off x="7642859" y="4150360"/>
            <a:ext cx="4016374"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7" name="TextBox 46"/>
          <p:cNvSpPr txBox="1">
            <a:spLocks/>
          </p:cNvSpPr>
          <p:nvPr/>
        </p:nvSpPr>
        <p:spPr>
          <a:xfrm rot="0">
            <a:off x="7761604" y="4251325"/>
            <a:ext cx="3797300"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128 / 256 / 512 / 1024 / 2048</a:t>
            </a:r>
            <a:endParaRPr lang="ko-KR" altLang="en-US" sz="1800" b="0">
              <a:solidFill>
                <a:srgbClr val="22364B"/>
              </a:solidFill>
              <a:latin typeface="Poppins" charset="0"/>
              <a:ea typeface="Poppins" charset="0"/>
              <a:cs typeface="Poppins" charset="0"/>
            </a:endParaRPr>
          </a:p>
        </p:txBody>
      </p:sp>
      <p:sp>
        <p:nvSpPr>
          <p:cNvPr id="48" name="Rectangle 47"/>
          <p:cNvSpPr>
            <a:spLocks/>
          </p:cNvSpPr>
          <p:nvPr/>
        </p:nvSpPr>
        <p:spPr>
          <a:xfrm rot="0">
            <a:off x="640080" y="5170805"/>
            <a:ext cx="306387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9" name="TextBox 48"/>
          <p:cNvSpPr txBox="1">
            <a:spLocks/>
          </p:cNvSpPr>
          <p:nvPr/>
        </p:nvSpPr>
        <p:spPr>
          <a:xfrm rot="0">
            <a:off x="731520" y="5271135"/>
            <a:ext cx="2880995" cy="27749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CPU </a:t>
            </a:r>
            <a:r>
              <a:rPr lang="en-US" sz="1800" b="1">
                <a:solidFill>
                  <a:srgbClr val="13366B"/>
                </a:solidFill>
                <a:latin typeface="Poppins" charset="0"/>
                <a:ea typeface="Poppins" charset="0"/>
                <a:cs typeface="Poppins" charset="0"/>
              </a:rPr>
              <a:t>-</a:t>
            </a:r>
            <a:r>
              <a:rPr lang="ko-KR" sz="1800" b="1">
                <a:solidFill>
                  <a:srgbClr val="13366B"/>
                </a:solidFill>
                <a:latin typeface="NanumGothic" charset="0"/>
                <a:ea typeface="NanumGothic" charset="0"/>
                <a:cs typeface="NanumGothic" charset="0"/>
              </a:rPr>
              <a:t>런타임</a:t>
            </a:r>
            <a:r>
              <a:rPr lang="en-US" sz="1800" b="1">
                <a:solidFill>
                  <a:srgbClr val="13366B"/>
                </a:solidFill>
                <a:latin typeface="Poppins" charset="0"/>
                <a:ea typeface="Poppins" charset="0"/>
                <a:cs typeface="Poppins" charset="0"/>
              </a:rPr>
              <a:t> / </a:t>
            </a:r>
            <a:r>
              <a:rPr lang="ko-KR" sz="1800" b="1">
                <a:solidFill>
                  <a:srgbClr val="13366B"/>
                </a:solidFill>
                <a:latin typeface="NanumGothic" charset="0"/>
                <a:ea typeface="NanumGothic" charset="0"/>
                <a:cs typeface="NanumGothic" charset="0"/>
              </a:rPr>
              <a:t>드라이버</a:t>
            </a:r>
            <a:endParaRPr lang="ko-KR" altLang="en-US" sz="1800" b="1">
              <a:solidFill>
                <a:srgbClr val="13366B"/>
              </a:solidFill>
              <a:latin typeface="NanumGothic" charset="0"/>
              <a:ea typeface="NanumGothic" charset="0"/>
              <a:cs typeface="NanumGothic" charset="0"/>
            </a:endParaRPr>
          </a:p>
        </p:txBody>
      </p:sp>
      <p:sp>
        <p:nvSpPr>
          <p:cNvPr id="50" name="Rectangle 49"/>
          <p:cNvSpPr>
            <a:spLocks/>
          </p:cNvSpPr>
          <p:nvPr/>
        </p:nvSpPr>
        <p:spPr>
          <a:xfrm rot="0">
            <a:off x="4572000" y="5170805"/>
            <a:ext cx="297243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51" name="TextBox 50"/>
          <p:cNvSpPr txBox="1">
            <a:spLocks/>
          </p:cNvSpPr>
          <p:nvPr/>
        </p:nvSpPr>
        <p:spPr>
          <a:xfrm rot="0">
            <a:off x="4663440" y="5271135"/>
            <a:ext cx="2789555" cy="27749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NPU </a:t>
            </a:r>
            <a:r>
              <a:rPr lang="en-US" sz="1800" b="1">
                <a:solidFill>
                  <a:srgbClr val="13366B"/>
                </a:solidFill>
                <a:latin typeface="Poppins" charset="0"/>
                <a:ea typeface="Poppins" charset="0"/>
                <a:cs typeface="Poppins" charset="0"/>
              </a:rPr>
              <a:t>-</a:t>
            </a:r>
            <a:r>
              <a:rPr lang="en-US" sz="1800" b="1">
                <a:solidFill>
                  <a:srgbClr val="13366B"/>
                </a:solidFill>
                <a:latin typeface="Poppins" charset="0"/>
                <a:ea typeface="Poppins" charset="0"/>
                <a:cs typeface="Poppins" charset="0"/>
              </a:rPr>
              <a:t> </a:t>
            </a:r>
            <a:r>
              <a:rPr lang="ko-KR" sz="1800" b="1">
                <a:solidFill>
                  <a:srgbClr val="13366B"/>
                </a:solidFill>
                <a:latin typeface="NanumGothic" charset="0"/>
                <a:ea typeface="NanumGothic" charset="0"/>
                <a:cs typeface="NanumGothic" charset="0"/>
              </a:rPr>
              <a:t>연산</a:t>
            </a:r>
            <a:r>
              <a:rPr lang="en-US" sz="1800" b="1">
                <a:solidFill>
                  <a:srgbClr val="13366B"/>
                </a:solidFill>
                <a:latin typeface="Poppins" charset="0"/>
                <a:ea typeface="Poppins" charset="0"/>
                <a:cs typeface="Poppins" charset="0"/>
              </a:rPr>
              <a:t> / DMA</a:t>
            </a:r>
            <a:endParaRPr lang="ko-KR" altLang="en-US" sz="1800" b="1">
              <a:solidFill>
                <a:srgbClr val="13366B"/>
              </a:solidFill>
              <a:latin typeface="Poppins" charset="0"/>
              <a:ea typeface="Poppins" charset="0"/>
              <a:cs typeface="Poppins" charset="0"/>
            </a:endParaRPr>
          </a:p>
        </p:txBody>
      </p:sp>
      <p:sp>
        <p:nvSpPr>
          <p:cNvPr id="52" name="Rectangle 51"/>
          <p:cNvSpPr>
            <a:spLocks/>
          </p:cNvSpPr>
          <p:nvPr/>
        </p:nvSpPr>
        <p:spPr>
          <a:xfrm rot="0">
            <a:off x="8412480" y="5170805"/>
            <a:ext cx="310959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53" name="TextBox 52"/>
          <p:cNvSpPr txBox="1">
            <a:spLocks/>
          </p:cNvSpPr>
          <p:nvPr/>
        </p:nvSpPr>
        <p:spPr>
          <a:xfrm rot="0">
            <a:off x="8503920" y="5271135"/>
            <a:ext cx="2926715" cy="27495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SRAM / </a:t>
            </a:r>
            <a:r>
              <a:rPr lang="ko-KR" sz="1800" b="1">
                <a:solidFill>
                  <a:srgbClr val="13366B"/>
                </a:solidFill>
                <a:latin typeface="NanumGothic" charset="0"/>
                <a:ea typeface="NanumGothic" charset="0"/>
                <a:cs typeface="NanumGothic" charset="0"/>
              </a:rPr>
              <a:t>외부</a:t>
            </a:r>
            <a:r>
              <a:rPr lang="en-US" sz="1800" b="1">
                <a:solidFill>
                  <a:srgbClr val="13366B"/>
                </a:solidFill>
                <a:latin typeface="Poppins" charset="0"/>
                <a:ea typeface="Poppins" charset="0"/>
                <a:cs typeface="Poppins" charset="0"/>
              </a:rPr>
              <a:t> </a:t>
            </a:r>
            <a:r>
              <a:rPr lang="ko-KR" sz="1800" b="1">
                <a:solidFill>
                  <a:srgbClr val="13366B"/>
                </a:solidFill>
                <a:latin typeface="NanumGothic" charset="0"/>
                <a:ea typeface="NanumGothic" charset="0"/>
                <a:cs typeface="NanumGothic" charset="0"/>
              </a:rPr>
              <a:t>메모리</a:t>
            </a:r>
            <a:endParaRPr lang="ko-KR" altLang="en-US" sz="1800" b="1">
              <a:solidFill>
                <a:srgbClr val="13366B"/>
              </a:solidFill>
              <a:latin typeface="NanumGothic" charset="0"/>
              <a:ea typeface="NanumGothic" charset="0"/>
              <a:cs typeface="NanumGothic" charset="0"/>
            </a:endParaRPr>
          </a:p>
        </p:txBody>
      </p:sp>
      <p:sp>
        <p:nvSpPr>
          <p:cNvPr id="54" name="TextBox 53"/>
          <p:cNvSpPr txBox="1">
            <a:spLocks/>
          </p:cNvSpPr>
          <p:nvPr/>
        </p:nvSpPr>
        <p:spPr>
          <a:xfrm rot="0">
            <a:off x="3886200" y="5179695"/>
            <a:ext cx="457835" cy="457835"/>
          </a:xfrm>
          <a:prstGeom prst="rect"/>
          <a:noFill/>
        </p:spPr>
        <p:txBody>
          <a:bodyPr wrap="square" lIns="0" tIns="0" rIns="0" bIns="0" numCol="1" vert="horz" anchor="t">
            <a:spAutoFit/>
          </a:bodyPr>
          <a:lstStyle/>
          <a:p>
            <a:pPr marL="0" indent="0">
              <a:spcAft>
                <a:spcPts val="500"/>
              </a:spcAft>
              <a:buFontTx/>
              <a:buNone/>
            </a:pPr>
            <a:r>
              <a:rPr lang="ko-KR" sz="2700" b="0">
                <a:solidFill>
                  <a:srgbClr val="13366B"/>
                </a:solidFill>
                <a:latin typeface="NanumGothic" charset="0"/>
                <a:ea typeface="NanumGothic" charset="0"/>
                <a:cs typeface="NanumGothic" charset="0"/>
              </a:rPr>
              <a:t>→</a:t>
            </a:r>
            <a:endParaRPr lang="ko-KR" altLang="en-US" sz="2700" b="0">
              <a:solidFill>
                <a:srgbClr val="13366B"/>
              </a:solidFill>
              <a:latin typeface="NanumGothic" charset="0"/>
              <a:ea typeface="NanumGothic" charset="0"/>
              <a:cs typeface="NanumGothic" charset="0"/>
            </a:endParaRPr>
          </a:p>
        </p:txBody>
      </p:sp>
      <p:sp>
        <p:nvSpPr>
          <p:cNvPr id="55" name="TextBox 54"/>
          <p:cNvSpPr txBox="1">
            <a:spLocks/>
          </p:cNvSpPr>
          <p:nvPr/>
        </p:nvSpPr>
        <p:spPr>
          <a:xfrm rot="0">
            <a:off x="7772400" y="5179695"/>
            <a:ext cx="457835" cy="457835"/>
          </a:xfrm>
          <a:prstGeom prst="rect"/>
          <a:noFill/>
        </p:spPr>
        <p:txBody>
          <a:bodyPr wrap="square" lIns="0" tIns="0" rIns="0" bIns="0" numCol="1" vert="horz" anchor="t">
            <a:spAutoFit/>
          </a:bodyPr>
          <a:lstStyle/>
          <a:p>
            <a:pPr marL="0" indent="0">
              <a:spcAft>
                <a:spcPts val="500"/>
              </a:spcAft>
              <a:buFontTx/>
              <a:buNone/>
            </a:pPr>
            <a:r>
              <a:rPr lang="ko-KR" sz="2700" b="0">
                <a:solidFill>
                  <a:srgbClr val="13366B"/>
                </a:solidFill>
                <a:latin typeface="NanumGothic" charset="0"/>
                <a:ea typeface="NanumGothic" charset="0"/>
                <a:cs typeface="NanumGothic" charset="0"/>
              </a:rPr>
              <a:t>↔</a:t>
            </a:r>
            <a:endParaRPr lang="ko-KR" altLang="en-US" sz="2700" b="0">
              <a:solidFill>
                <a:srgbClr val="13366B"/>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6"/>
          <p:cNvSpPr txBox="1">
            <a:spLocks/>
          </p:cNvSpPr>
          <p:nvPr/>
        </p:nvSpPr>
        <p:spPr>
          <a:xfrm rot="0">
            <a:off x="773430" y="303847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2. 실험구성과 조건</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700" b="1" lang="ko-KR">
                <a:solidFill>
                  <a:srgbClr val="FFFFFF"/>
                </a:solidFill>
                <a:latin typeface="NanumGothic"/>
                <a:ea typeface="NanumGothic"/>
                <a:cs typeface="NanumGothic"/>
              </a:rPr>
              <a:t>실험 절차와 측정 범위</a:t>
            </a:r>
          </a:p>
        </p:txBody>
      </p:sp>
      <p:sp>
        <p:nvSpPr>
          <p:cNvPr id="3" name="TextBox 2"/>
          <p:cNvSpPr txBox="1"/>
          <p:nvPr/>
        </p:nvSpPr>
        <p:spPr>
          <a:xfrm>
            <a:off x="11064240" y="365760"/>
            <a:ext cx="658495" cy="274320"/>
          </a:xfrm>
          <a:prstGeom prst="rect">
            <a:avLst/>
          </a:prstGeom>
          <a:noFill/>
        </p:spPr>
        <p:txBody>
          <a:bodyPr wrap="square" lIns="0" rIns="0" tIns="0" bIns="0">
            <a:spAutoFit/>
          </a:bodyPr>
          <a:lstStyle/>
          <a:p>
            <a:pPr algn="r">
              <a:spcAft>
                <a:spcPts val="500"/>
              </a:spcAft>
            </a:pPr>
            <a:r>
              <a:rPr sz="1300" b="0" lang="en-US">
                <a:solidFill>
                  <a:srgbClr val="FFFFFF"/>
                </a:solidFill>
                <a:latin typeface="Poppins"/>
                <a:ea typeface="Poppins"/>
                <a:cs typeface="Poppins"/>
              </a:rPr>
              <a:t>08</a:t>
            </a:r>
          </a:p>
        </p:txBody>
      </p:sp>
      <p:sp>
        <p:nvSpPr>
          <p:cNvPr id="4" name="TextBox 3"/>
          <p:cNvSpPr txBox="1"/>
          <p:nvPr/>
        </p:nvSpPr>
        <p:spPr>
          <a:xfrm>
            <a:off x="502920" y="1243330"/>
            <a:ext cx="11064875" cy="292735"/>
          </a:xfrm>
          <a:prstGeom prst="rect">
            <a:avLst/>
          </a:prstGeom>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컴파일</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FVP </a:t>
            </a:r>
            <a:r>
              <a:rPr lang="ko-KR" sz="1900" b="0">
                <a:solidFill>
                  <a:srgbClr val="566577"/>
                </a:solidFill>
                <a:latin typeface="NanumGothic" charset="0"/>
                <a:ea typeface="NanumGothic" charset="0"/>
                <a:cs typeface="NanumGothic" charset="0"/>
              </a:rPr>
              <a:t>실행</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전체</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모델</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계측</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Operator</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분석</a:t>
            </a:r>
            <a:endParaRPr lang="ko-KR" altLang="en-US" sz="1900" b="0">
              <a:solidFill>
                <a:srgbClr val="566577"/>
              </a:solidFill>
              <a:latin typeface="NanumGothic" charset="0"/>
              <a:ea typeface="NanumGothic" charset="0"/>
              <a:cs typeface="NanumGothic" charset="0"/>
            </a:endParaRPr>
          </a:p>
        </p:txBody>
      </p:sp>
      <p:sp>
        <p:nvSpPr>
          <p:cNvPr id="8" name="Rectangle 7"/>
          <p:cNvSpPr>
            <a:spLocks/>
          </p:cNvSpPr>
          <p:nvPr/>
        </p:nvSpPr>
        <p:spPr>
          <a:xfrm rot="0">
            <a:off x="594360" y="2199005"/>
            <a:ext cx="224091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704215" y="2381885"/>
            <a:ext cx="202120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INT8 </a:t>
            </a:r>
            <a:r>
              <a:rPr lang="ko-KR" sz="2300" b="1">
                <a:solidFill>
                  <a:srgbClr val="13366B"/>
                </a:solidFill>
                <a:latin typeface="NanumGothic" charset="0"/>
                <a:ea typeface="NanumGothic" charset="0"/>
                <a:cs typeface="NanumGothic" charset="0"/>
              </a:rPr>
              <a:t>모델</a:t>
            </a:r>
            <a:endParaRPr lang="ko-KR" altLang="en-US" sz="2300" b="1">
              <a:solidFill>
                <a:srgbClr val="13366B"/>
              </a:solidFill>
              <a:latin typeface="NanumGothic" charset="0"/>
              <a:ea typeface="NanumGothic" charset="0"/>
              <a:cs typeface="NanumGothic" charset="0"/>
            </a:endParaRPr>
          </a:p>
        </p:txBody>
      </p:sp>
      <p:sp>
        <p:nvSpPr>
          <p:cNvPr id="10" name="Rectangle 9"/>
          <p:cNvSpPr>
            <a:spLocks/>
          </p:cNvSpPr>
          <p:nvPr/>
        </p:nvSpPr>
        <p:spPr>
          <a:xfrm rot="0">
            <a:off x="3474720" y="2199005"/>
            <a:ext cx="228663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1" name="TextBox 10"/>
          <p:cNvSpPr txBox="1">
            <a:spLocks/>
          </p:cNvSpPr>
          <p:nvPr/>
        </p:nvSpPr>
        <p:spPr>
          <a:xfrm rot="0">
            <a:off x="3584575" y="2381885"/>
            <a:ext cx="2066924"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Vela </a:t>
            </a:r>
            <a:r>
              <a:rPr lang="ko-KR" sz="2300" b="1">
                <a:solidFill>
                  <a:srgbClr val="13366B"/>
                </a:solidFill>
                <a:latin typeface="NanumGothic" charset="0"/>
                <a:ea typeface="NanumGothic" charset="0"/>
                <a:cs typeface="NanumGothic" charset="0"/>
              </a:rPr>
              <a:t>컴파일</a:t>
            </a:r>
            <a:endParaRPr lang="ko-KR" altLang="en-US" sz="2300" b="1">
              <a:solidFill>
                <a:srgbClr val="13366B"/>
              </a:solidFill>
              <a:latin typeface="NanumGothic" charset="0"/>
              <a:ea typeface="NanumGothic" charset="0"/>
              <a:cs typeface="NanumGothic" charset="0"/>
            </a:endParaRPr>
          </a:p>
        </p:txBody>
      </p:sp>
      <p:sp>
        <p:nvSpPr>
          <p:cNvPr id="12" name="Rectangle 11"/>
          <p:cNvSpPr>
            <a:spLocks/>
          </p:cNvSpPr>
          <p:nvPr/>
        </p:nvSpPr>
        <p:spPr>
          <a:xfrm rot="0">
            <a:off x="6400800" y="2199005"/>
            <a:ext cx="224091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3" name="TextBox 12"/>
          <p:cNvSpPr txBox="1">
            <a:spLocks/>
          </p:cNvSpPr>
          <p:nvPr/>
        </p:nvSpPr>
        <p:spPr>
          <a:xfrm rot="0">
            <a:off x="6510655" y="2381885"/>
            <a:ext cx="202120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FVP </a:t>
            </a:r>
            <a:r>
              <a:rPr lang="ko-KR" sz="2300" b="1">
                <a:solidFill>
                  <a:srgbClr val="13366B"/>
                </a:solidFill>
                <a:latin typeface="NanumGothic" charset="0"/>
                <a:ea typeface="NanumGothic" charset="0"/>
                <a:cs typeface="NanumGothic" charset="0"/>
              </a:rPr>
              <a:t>실행</a:t>
            </a:r>
            <a:endParaRPr lang="ko-KR" altLang="en-US" sz="2300" b="1">
              <a:solidFill>
                <a:srgbClr val="13366B"/>
              </a:solidFill>
              <a:latin typeface="NanumGothic" charset="0"/>
              <a:ea typeface="NanumGothic" charset="0"/>
              <a:cs typeface="NanumGothic" charset="0"/>
            </a:endParaRPr>
          </a:p>
        </p:txBody>
      </p:sp>
      <p:sp>
        <p:nvSpPr>
          <p:cNvPr id="14" name="Rectangle 13"/>
          <p:cNvSpPr>
            <a:spLocks/>
          </p:cNvSpPr>
          <p:nvPr/>
        </p:nvSpPr>
        <p:spPr>
          <a:xfrm rot="0">
            <a:off x="9235440" y="2199005"/>
            <a:ext cx="233235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5" name="TextBox 14"/>
          <p:cNvSpPr txBox="1">
            <a:spLocks/>
          </p:cNvSpPr>
          <p:nvPr/>
        </p:nvSpPr>
        <p:spPr>
          <a:xfrm rot="0">
            <a:off x="9345295" y="2381885"/>
            <a:ext cx="211264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PMU </a:t>
            </a:r>
            <a:r>
              <a:rPr lang="ko-KR" sz="2300" b="1">
                <a:solidFill>
                  <a:srgbClr val="13366B"/>
                </a:solidFill>
                <a:latin typeface="NanumGothic" charset="0"/>
                <a:ea typeface="NanumGothic" charset="0"/>
                <a:cs typeface="NanumGothic" charset="0"/>
              </a:rPr>
              <a:t>수집</a:t>
            </a:r>
            <a:endParaRPr lang="ko-KR" altLang="en-US" sz="2300" b="1">
              <a:solidFill>
                <a:srgbClr val="13366B"/>
              </a:solidFill>
              <a:latin typeface="NanumGothic" charset="0"/>
              <a:ea typeface="NanumGothic" charset="0"/>
              <a:cs typeface="NanumGothic" charset="0"/>
            </a:endParaRPr>
          </a:p>
        </p:txBody>
      </p:sp>
      <p:sp>
        <p:nvSpPr>
          <p:cNvPr id="16" name="TextBox 15"/>
          <p:cNvSpPr txBox="1">
            <a:spLocks/>
          </p:cNvSpPr>
          <p:nvPr/>
        </p:nvSpPr>
        <p:spPr>
          <a:xfrm rot="0">
            <a:off x="2971800"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7" name="TextBox 16"/>
          <p:cNvSpPr txBox="1">
            <a:spLocks/>
          </p:cNvSpPr>
          <p:nvPr/>
        </p:nvSpPr>
        <p:spPr>
          <a:xfrm rot="0">
            <a:off x="5897880"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8" name="TextBox 17"/>
          <p:cNvSpPr txBox="1">
            <a:spLocks/>
          </p:cNvSpPr>
          <p:nvPr/>
        </p:nvSpPr>
        <p:spPr>
          <a:xfrm rot="0">
            <a:off x="8705215"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9" name="TextBox 18"/>
          <p:cNvSpPr txBox="1">
            <a:spLocks/>
          </p:cNvSpPr>
          <p:nvPr/>
        </p:nvSpPr>
        <p:spPr>
          <a:xfrm rot="0">
            <a:off x="640080" y="3451860"/>
            <a:ext cx="3338195" cy="439420"/>
          </a:xfrm>
          <a:prstGeom prst="rect"/>
          <a:noFill/>
        </p:spPr>
        <p:txBody>
          <a:bodyPr wrap="square" lIns="0" tIns="0" rIns="0" bIns="0" numCol="1" vert="horz" anchor="t">
            <a:spAutoFit/>
          </a:bodyPr>
          <a:lstStyle/>
          <a:p>
            <a:pPr marL="0" indent="0">
              <a:spcAft>
                <a:spcPts val="500"/>
              </a:spcAft>
              <a:buFontTx/>
              <a:buNone/>
            </a:pPr>
            <a:r>
              <a:rPr lang="ko-KR" sz="2400" b="1">
                <a:solidFill>
                  <a:srgbClr val="13366B"/>
                </a:solidFill>
                <a:latin typeface="NanumGothic" charset="0"/>
                <a:ea typeface="NanumGothic" charset="0"/>
                <a:cs typeface="NanumGothic" charset="0"/>
              </a:rPr>
              <a:t>전체</a:t>
            </a:r>
            <a:r>
              <a:rPr lang="en-US" sz="2400" b="1">
                <a:solidFill>
                  <a:srgbClr val="13366B"/>
                </a:solidFill>
                <a:latin typeface="Poppins" charset="0"/>
                <a:ea typeface="Poppins" charset="0"/>
                <a:cs typeface="Poppins" charset="0"/>
              </a:rPr>
              <a:t> </a:t>
            </a:r>
            <a:r>
              <a:rPr lang="ko-KR" sz="2400" b="1">
                <a:solidFill>
                  <a:srgbClr val="13366B"/>
                </a:solidFill>
                <a:latin typeface="NanumGothic" charset="0"/>
                <a:ea typeface="NanumGothic" charset="0"/>
                <a:cs typeface="NanumGothic" charset="0"/>
              </a:rPr>
              <a:t>모델</a:t>
            </a:r>
            <a:endParaRPr lang="ko-KR" altLang="en-US" sz="2400" b="1">
              <a:solidFill>
                <a:srgbClr val="13366B"/>
              </a:solidFill>
              <a:latin typeface="NanumGothic" charset="0"/>
              <a:ea typeface="NanumGothic" charset="0"/>
              <a:cs typeface="NanumGothic" charset="0"/>
            </a:endParaRPr>
          </a:p>
        </p:txBody>
      </p:sp>
      <p:sp>
        <p:nvSpPr>
          <p:cNvPr id="20" name="TextBox 19"/>
          <p:cNvSpPr txBox="1">
            <a:spLocks/>
          </p:cNvSpPr>
          <p:nvPr/>
        </p:nvSpPr>
        <p:spPr>
          <a:xfrm rot="0">
            <a:off x="640080" y="4110354"/>
            <a:ext cx="3338195" cy="1232535"/>
          </a:xfrm>
          <a:prstGeom prst="rect"/>
          <a:noFill/>
        </p:spPr>
        <p:txBody>
          <a:bodyPr wrap="square" lIns="0" tIns="0" rIns="0" bIns="0" numCol="1" vert="horz" anchor="t">
            <a:spAutoFit/>
          </a:bodyPr>
          <a:lstStyle/>
          <a:p>
            <a:pPr marL="0" indent="0">
              <a:spcAft>
                <a:spcPts val="500"/>
              </a:spcAft>
              <a:buFontTx/>
              <a:buNone/>
            </a:pPr>
            <a:r>
              <a:rPr lang="en-US" sz="1900" b="0">
                <a:solidFill>
                  <a:srgbClr val="22364B"/>
                </a:solidFill>
                <a:latin typeface="Poppins" charset="0"/>
                <a:ea typeface="Poppins" charset="0"/>
                <a:cs typeface="Poppins" charset="0"/>
              </a:rPr>
              <a:t>total cycles </a:t>
            </a:r>
            <a:r>
              <a:rPr lang="en-US" sz="1900" b="0">
                <a:solidFill>
                  <a:srgbClr val="22364B"/>
                </a:solidFill>
                <a:latin typeface="Poppins" charset="0"/>
                <a:ea typeface="Poppins" charset="0"/>
                <a:cs typeface="Poppins" charset="0"/>
              </a:rPr>
              <a:t>/</a:t>
            </a:r>
            <a:r>
              <a:rPr lang="en-US" sz="1900" b="0">
                <a:solidFill>
                  <a:srgbClr val="22364B"/>
                </a:solidFill>
                <a:latin typeface="Poppins" charset="0"/>
                <a:ea typeface="Poppins" charset="0"/>
                <a:cs typeface="Poppins" charset="0"/>
              </a:rPr>
              <a:t> active cycles</a:t>
            </a:r>
            <a:endParaRPr lang="ko-KR" altLang="en-US" sz="1900" b="0">
              <a:solidFill>
                <a:srgbClr val="22364B"/>
              </a:solidFill>
              <a:latin typeface="Poppins" charset="0"/>
              <a:ea typeface="Poppins" charset="0"/>
              <a:cs typeface="Poppins" charset="0"/>
            </a:endParaRPr>
          </a:p>
          <a:p>
            <a:pPr marL="0" indent="0">
              <a:buFontTx/>
              <a:buNone/>
            </a:pPr>
            <a:r>
              <a:rPr lang="en-US" sz="1900" b="0">
                <a:solidFill>
                  <a:srgbClr val="22364B"/>
                </a:solidFill>
                <a:latin typeface="Poppins" charset="0"/>
                <a:ea typeface="Poppins" charset="0"/>
                <a:cs typeface="Poppins" charset="0"/>
              </a:rPr>
              <a:t>메모리 read/write beats</a:t>
            </a:r>
            <a:endParaRPr lang="ko-KR" altLang="en-US" sz="1900" b="0">
              <a:solidFill>
                <a:srgbClr val="22364B"/>
              </a:solidFill>
              <a:latin typeface="Poppins" charset="0"/>
              <a:ea typeface="Poppins" charset="0"/>
              <a:cs typeface="Poppins" charset="0"/>
            </a:endParaRPr>
          </a:p>
          <a:p>
            <a:pPr marL="0" indent="0">
              <a:buFontTx/>
              <a:buNone/>
            </a:pPr>
            <a:r>
              <a:rPr lang="en-US" sz="1900" b="0">
                <a:solidFill>
                  <a:srgbClr val="22364B"/>
                </a:solidFill>
                <a:latin typeface="Poppins" charset="0"/>
                <a:ea typeface="Poppins" charset="0"/>
                <a:cs typeface="Poppins" charset="0"/>
              </a:rPr>
              <a:t>매회 새 프로세스 실행</a:t>
            </a:r>
            <a:r>
              <a:rPr lang="en-US" sz="1900" b="0">
                <a:solidFill>
                  <a:srgbClr val="22364B"/>
                </a:solidFill>
                <a:latin typeface="Poppins" charset="0"/>
                <a:ea typeface="Poppins" charset="0"/>
                <a:cs typeface="Poppins" charset="0"/>
              </a:rPr>
              <a:t>,</a:t>
            </a:r>
            <a:r>
              <a:rPr lang="en-US" sz="1900" b="0">
                <a:solidFill>
                  <a:srgbClr val="22364B"/>
                </a:solidFill>
                <a:latin typeface="Poppins" charset="0"/>
                <a:ea typeface="Poppins" charset="0"/>
                <a:cs typeface="Poppins" charset="0"/>
              </a:rPr>
              <a:t> 3회 반복</a:t>
            </a:r>
            <a:r>
              <a:rPr lang="en-US" sz="1900" b="0">
                <a:solidFill>
                  <a:srgbClr val="22364B"/>
                </a:solidFill>
                <a:latin typeface="Poppins" charset="0"/>
                <a:ea typeface="Poppins" charset="0"/>
                <a:cs typeface="Poppins" charset="0"/>
              </a:rPr>
              <a:t>하여 검증</a:t>
            </a:r>
            <a:endParaRPr lang="ko-KR" altLang="en-US" sz="1900" b="0">
              <a:solidFill>
                <a:srgbClr val="22364B"/>
              </a:solidFill>
              <a:latin typeface="Poppins" charset="0"/>
              <a:ea typeface="Poppins" charset="0"/>
              <a:cs typeface="Poppins" charset="0"/>
            </a:endParaRPr>
          </a:p>
        </p:txBody>
      </p:sp>
      <p:sp>
        <p:nvSpPr>
          <p:cNvPr id="21" name="TextBox 20"/>
          <p:cNvSpPr txBox="1">
            <a:spLocks/>
          </p:cNvSpPr>
          <p:nvPr/>
        </p:nvSpPr>
        <p:spPr>
          <a:xfrm rot="0">
            <a:off x="4434840" y="3451860"/>
            <a:ext cx="3338195" cy="369570"/>
          </a:xfrm>
          <a:prstGeom prst="rect"/>
          <a:noFill/>
        </p:spPr>
        <p:txBody>
          <a:bodyPr wrap="square" lIns="0" tIns="0" rIns="0" bIns="0" numCol="1" vert="horz" anchor="t">
            <a:spAutoFit/>
          </a:bodyPr>
          <a:lstStyle/>
          <a:p>
            <a:pPr marL="0" indent="0">
              <a:spcAft>
                <a:spcPts val="500"/>
              </a:spcAft>
              <a:buFontTx/>
              <a:buNone/>
            </a:pPr>
            <a:r>
              <a:rPr lang="en-US" sz="2400" b="1">
                <a:solidFill>
                  <a:srgbClr val="13366B"/>
                </a:solidFill>
                <a:latin typeface="Poppins" charset="0"/>
                <a:ea typeface="Poppins" charset="0"/>
                <a:cs typeface="Poppins" charset="0"/>
              </a:rPr>
              <a:t>Operator</a:t>
            </a:r>
            <a:endParaRPr lang="ko-KR" altLang="en-US" sz="2400" b="1">
              <a:solidFill>
                <a:srgbClr val="13366B"/>
              </a:solidFill>
              <a:latin typeface="NanumGothic" charset="0"/>
              <a:ea typeface="NanumGothic" charset="0"/>
              <a:cs typeface="NanumGothic" charset="0"/>
            </a:endParaRPr>
          </a:p>
        </p:txBody>
      </p:sp>
      <p:sp>
        <p:nvSpPr>
          <p:cNvPr id="22" name="TextBox 21"/>
          <p:cNvSpPr txBox="1">
            <a:spLocks/>
          </p:cNvSpPr>
          <p:nvPr/>
        </p:nvSpPr>
        <p:spPr>
          <a:xfrm rot="0">
            <a:off x="4434840" y="4110354"/>
            <a:ext cx="3338195" cy="1232535"/>
          </a:xfrm>
          <a:prstGeom prst="rect"/>
          <a:noFill/>
        </p:spPr>
        <p:txBody>
          <a:bodyPr wrap="square" lIns="0" tIns="0" rIns="0" bIns="0" numCol="1" vert="horz" anchor="t">
            <a:spAutoFit/>
          </a:bodyPr>
          <a:lstStyle/>
          <a:p>
            <a:pPr marL="0" indent="0">
              <a:spcAft>
                <a:spcPts val="500"/>
              </a:spcAft>
              <a:buFontTx/>
              <a:buNone/>
            </a:pPr>
            <a:r>
              <a:rPr lang="ko-KR" sz="1900" b="0">
                <a:solidFill>
                  <a:srgbClr val="22364B"/>
                </a:solidFill>
                <a:latin typeface="NanumGothic" charset="0"/>
                <a:ea typeface="NanumGothic" charset="0"/>
                <a:cs typeface="NanumGothic" charset="0"/>
              </a:rPr>
              <a:t>특정 Operator를 그룹화 하여</a:t>
            </a:r>
            <a:r>
              <a:rPr lang="ko-KR" sz="1900" b="0">
                <a:solidFill>
                  <a:srgbClr val="22364B"/>
                </a:solidFill>
                <a:latin typeface="NanumGothic" charset="0"/>
                <a:ea typeface="NanumGothic" charset="0"/>
                <a:cs typeface="NanumGothic" charset="0"/>
              </a:rPr>
              <a:t> </a:t>
            </a:r>
            <a:r>
              <a:rPr lang="ko-KR" sz="1900" b="0">
                <a:solidFill>
                  <a:srgbClr val="22364B"/>
                </a:solidFill>
                <a:latin typeface="NanumGothic" charset="0"/>
                <a:ea typeface="NanumGothic" charset="0"/>
                <a:cs typeface="NanumGothic" charset="0"/>
              </a:rPr>
              <a:t>PMU</a:t>
            </a:r>
            <a:r>
              <a:rPr lang="ko-KR" sz="1900" b="0">
                <a:solidFill>
                  <a:srgbClr val="22364B"/>
                </a:solidFill>
                <a:latin typeface="NanumGothic" charset="0"/>
                <a:ea typeface="NanumGothic" charset="0"/>
                <a:cs typeface="NanumGothic" charset="0"/>
              </a:rPr>
              <a:t> </a:t>
            </a:r>
            <a:r>
              <a:rPr lang="ko-KR" sz="1900" b="0">
                <a:solidFill>
                  <a:srgbClr val="22364B"/>
                </a:solidFill>
                <a:latin typeface="NanumGothic" charset="0"/>
                <a:ea typeface="NanumGothic" charset="0"/>
                <a:cs typeface="NanumGothic" charset="0"/>
              </a:rPr>
              <a:t>수집</a:t>
            </a:r>
            <a:endParaRPr lang="ko-KR" altLang="en-US" sz="1900" b="0">
              <a:solidFill>
                <a:srgbClr val="22364B"/>
              </a:solidFill>
              <a:latin typeface="NanumGothic" charset="0"/>
              <a:ea typeface="NanumGothic" charset="0"/>
              <a:cs typeface="NanumGothic" charset="0"/>
            </a:endParaRPr>
          </a:p>
          <a:p>
            <a:pPr marL="0" indent="0">
              <a:buFontTx/>
              <a:buNone/>
            </a:pPr>
            <a:r>
              <a:rPr lang="ko-KR" sz="1900" b="0">
                <a:solidFill>
                  <a:srgbClr val="22364B"/>
                </a:solidFill>
                <a:latin typeface="NanumGothic" charset="0"/>
                <a:ea typeface="NanumGothic" charset="0"/>
                <a:cs typeface="NanumGothic" charset="0"/>
              </a:rPr>
              <a:t>상세 분석</a:t>
            </a:r>
            <a:r>
              <a:rPr lang="ko-KR" sz="1900" b="0">
                <a:solidFill>
                  <a:srgbClr val="22364B"/>
                </a:solidFill>
                <a:latin typeface="NanumGothic" charset="0"/>
                <a:ea typeface="NanumGothic" charset="0"/>
                <a:cs typeface="NanumGothic" charset="0"/>
              </a:rPr>
              <a:t>(RNN Noise) 시</a:t>
            </a:r>
            <a:r>
              <a:rPr lang="ko-KR" sz="1900" b="0">
                <a:solidFill>
                  <a:srgbClr val="22364B"/>
                </a:solidFill>
                <a:latin typeface="NanumGothic" charset="0"/>
                <a:ea typeface="NanumGothic" charset="0"/>
                <a:cs typeface="NanumGothic" charset="0"/>
              </a:rPr>
              <a:t>에만 적용</a:t>
            </a:r>
            <a:endParaRPr lang="ko-KR" altLang="en-US" sz="1900" b="0">
              <a:solidFill>
                <a:srgbClr val="22364B"/>
              </a:solidFill>
              <a:latin typeface="NanumGothic" charset="0"/>
              <a:ea typeface="NanumGothic" charset="0"/>
              <a:cs typeface="NanumGothic" charset="0"/>
            </a:endParaRPr>
          </a:p>
        </p:txBody>
      </p:sp>
      <p:sp>
        <p:nvSpPr>
          <p:cNvPr id="23" name="TextBox 22"/>
          <p:cNvSpPr txBox="1">
            <a:spLocks/>
          </p:cNvSpPr>
          <p:nvPr/>
        </p:nvSpPr>
        <p:spPr>
          <a:xfrm rot="0">
            <a:off x="8229600" y="3451860"/>
            <a:ext cx="3338195" cy="369570"/>
          </a:xfrm>
          <a:prstGeom prst="rect"/>
          <a:noFill/>
        </p:spPr>
        <p:txBody>
          <a:bodyPr wrap="square" lIns="0" tIns="0" rIns="0" bIns="0" numCol="1" vert="horz" anchor="t">
            <a:spAutoFit/>
          </a:bodyPr>
          <a:lstStyle/>
          <a:p>
            <a:pPr marL="0" indent="0">
              <a:spcAft>
                <a:spcPts val="500"/>
              </a:spcAft>
              <a:buFontTx/>
              <a:buNone/>
            </a:pPr>
            <a:r>
              <a:rPr lang="ko-KR" sz="2400" b="1">
                <a:solidFill>
                  <a:srgbClr val="13366B"/>
                </a:solidFill>
                <a:latin typeface="NanumGothic" charset="0"/>
                <a:ea typeface="NanumGothic" charset="0"/>
                <a:cs typeface="NanumGothic" charset="0"/>
              </a:rPr>
              <a:t>비교</a:t>
            </a:r>
            <a:r>
              <a:rPr lang="ko-KR" sz="2400" b="1">
                <a:solidFill>
                  <a:srgbClr val="13366B"/>
                </a:solidFill>
                <a:latin typeface="NanumGothic" charset="0"/>
                <a:ea typeface="NanumGothic" charset="0"/>
                <a:cs typeface="NanumGothic" charset="0"/>
              </a:rPr>
              <a:t>-</a:t>
            </a:r>
            <a:r>
              <a:rPr lang="ko-KR" sz="2400" b="1">
                <a:solidFill>
                  <a:srgbClr val="13366B"/>
                </a:solidFill>
                <a:latin typeface="NanumGothic" charset="0"/>
                <a:ea typeface="NanumGothic" charset="0"/>
                <a:cs typeface="NanumGothic" charset="0"/>
              </a:rPr>
              <a:t>검증</a:t>
            </a:r>
            <a:endParaRPr lang="ko-KR" altLang="en-US" sz="2400" b="1">
              <a:solidFill>
                <a:srgbClr val="13366B"/>
              </a:solidFill>
              <a:latin typeface="NanumGothic" charset="0"/>
              <a:ea typeface="NanumGothic" charset="0"/>
              <a:cs typeface="NanumGothic" charset="0"/>
            </a:endParaRPr>
          </a:p>
        </p:txBody>
      </p:sp>
      <p:sp>
        <p:nvSpPr>
          <p:cNvPr id="24" name="TextBox 23"/>
          <p:cNvSpPr txBox="1">
            <a:spLocks/>
          </p:cNvSpPr>
          <p:nvPr/>
        </p:nvSpPr>
        <p:spPr>
          <a:xfrm rot="0">
            <a:off x="8229600" y="4110354"/>
            <a:ext cx="3338195" cy="648335"/>
          </a:xfrm>
          <a:prstGeom prst="rect"/>
          <a:noFill/>
        </p:spPr>
        <p:txBody>
          <a:bodyPr wrap="square" lIns="0" tIns="0" rIns="0" bIns="0" numCol="1" vert="horz" anchor="t">
            <a:spAutoFit/>
          </a:bodyPr>
          <a:lstStyle/>
          <a:p>
            <a:pPr marL="0" indent="0">
              <a:spcAft>
                <a:spcPts val="500"/>
              </a:spcAft>
              <a:buFontTx/>
              <a:buNone/>
            </a:pPr>
            <a:r>
              <a:rPr lang="ko-KR" sz="1900" b="0">
                <a:solidFill>
                  <a:srgbClr val="22364B"/>
                </a:solidFill>
                <a:latin typeface="NanumGothic" charset="0"/>
                <a:ea typeface="NanumGothic" charset="0"/>
                <a:cs typeface="NanumGothic" charset="0"/>
              </a:rPr>
              <a:t>모델</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컴파일</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산출물</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추적</a:t>
            </a:r>
            <a:endParaRPr lang="ko-KR" altLang="en-US" sz="1900" b="0">
              <a:solidFill>
                <a:srgbClr val="22364B"/>
              </a:solidFill>
              <a:latin typeface="NanumGothic" charset="0"/>
              <a:ea typeface="NanumGothic" charset="0"/>
              <a:cs typeface="NanumGothic" charset="0"/>
            </a:endParaRPr>
          </a:p>
          <a:p>
            <a:pPr marL="0" indent="0">
              <a:spcAft>
                <a:spcPts val="500"/>
              </a:spcAft>
              <a:buFontTx/>
              <a:buNone/>
            </a:pPr>
            <a:r>
              <a:rPr lang="ko-KR" sz="1900" b="0">
                <a:solidFill>
                  <a:srgbClr val="22364B"/>
                </a:solidFill>
                <a:latin typeface="NanumGothic" charset="0"/>
                <a:ea typeface="NanumGothic" charset="0"/>
                <a:cs typeface="NanumGothic" charset="0"/>
              </a:rPr>
              <a:t>구성별</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정규화</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순위</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효율</a:t>
            </a:r>
            <a:r>
              <a:rPr lang="ko-KR" sz="1900" b="0">
                <a:solidFill>
                  <a:srgbClr val="22364B"/>
                </a:solidFill>
                <a:latin typeface="NanumGothic" charset="0"/>
                <a:ea typeface="NanumGothic" charset="0"/>
                <a:cs typeface="NanumGothic" charset="0"/>
              </a:rPr>
              <a:t>계산</a:t>
            </a:r>
            <a:endParaRPr lang="ko-KR" altLang="en-US" sz="1900" b="0">
              <a:solidFill>
                <a:srgbClr val="22364B"/>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0" tIns="0" rIns="0" bIns="0" vert="horz" anchor="t">
            <a:spAutoFit/>
          </a:bodyPr>
          <a:lstStyle/>
          <a:p>
            <a:pPr marL="0" indent="0" rtl="0" algn="l" defTabSz="914400" eaLnBrk="1" latinLnBrk="0" hangingPunct="1">
              <a:buFontTx/>
              <a:buNone/>
            </a:pPr>
            <a:r>
              <a:rPr sz="2700" b="1">
                <a:solidFill>
                  <a:srgbClr val="FFFFFF"/>
                </a:solidFill>
                <a:latin typeface="NanumGothic" charset="0"/>
                <a:ea typeface="NanumGothic" charset="0"/>
                <a:sym typeface="나눔고딕" charset="0"/>
              </a:rPr>
              <a:t>실험 변수와 수집 지표</a:t>
            </a:r>
            <a:endParaRPr lang="ko-KR" altLang="en-US" sz="2700" b="1">
              <a:solidFill>
                <a:srgbClr val="FFFFFF"/>
              </a:solidFill>
              <a:latin typeface="NanumGothic"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06</a:t>
            </a:r>
            <a:endParaRPr lang="ko-KR" altLang="en-US" sz="1300" b="0">
              <a:solidFill>
                <a:srgbClr val="FFFFFF"/>
              </a:solidFill>
              <a:latin typeface="Poppins" charset="0"/>
              <a:ea typeface="Poppins" charset="0"/>
              <a:sym typeface="나눔고딕"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31140"/>
          </a:xfrm>
          <a:prstGeom prst="rect"/>
          <a:noFill/>
        </p:spPr>
        <p:txBody>
          <a:bodyPr wrap="square" lIns="0" tIns="0" rIns="0" bIns="0" numCol="1" vert="horz" anchor="t">
            <a:spAutoFit/>
          </a:bodyPr>
          <a:lstStyle/>
          <a:p>
            <a:pPr marL="0" indent="0" rtl="0" algn="l" defTabSz="914400" eaLnBrk="1" latinLnBrk="0" hangingPunct="1">
              <a:buFontTx/>
              <a:buNone/>
            </a:pPr>
            <a:r>
              <a:rPr sz="1500" b="1">
                <a:solidFill>
                  <a:srgbClr val="13366B"/>
                </a:solidFill>
                <a:latin typeface="NanumGothic" charset="0"/>
                <a:ea typeface="NanumGothic" charset="0"/>
              </a:rPr>
              <a:t>비교</a:t>
            </a:r>
            <a:r>
              <a:rPr sz="1500" b="1">
                <a:solidFill>
                  <a:srgbClr val="13366B"/>
                </a:solidFill>
                <a:latin typeface="Poppins" charset="0"/>
                <a:ea typeface="Poppins" charset="0"/>
              </a:rPr>
              <a:t> </a:t>
            </a:r>
            <a:r>
              <a:rPr sz="1500" b="1">
                <a:solidFill>
                  <a:srgbClr val="13366B"/>
                </a:solidFill>
                <a:latin typeface="NanumGothic" charset="0"/>
                <a:ea typeface="NanumGothic" charset="0"/>
              </a:rPr>
              <a:t>지표</a:t>
            </a:r>
            <a:r>
              <a:rPr sz="1500" b="1">
                <a:solidFill>
                  <a:srgbClr val="13366B"/>
                </a:solidFill>
                <a:latin typeface="Poppins" charset="0"/>
                <a:ea typeface="Poppins" charset="0"/>
              </a:rPr>
              <a:t>: </a:t>
            </a:r>
            <a:r>
              <a:rPr sz="1500" b="1">
                <a:solidFill>
                  <a:schemeClr val="accent1"/>
                </a:solidFill>
                <a:latin typeface="Poppins" charset="0"/>
                <a:ea typeface="Poppins" charset="0"/>
              </a:rPr>
              <a:t>Cycle Ratio</a:t>
            </a:r>
            <a:r>
              <a:rPr sz="1500" b="1">
                <a:solidFill>
                  <a:srgbClr val="13366B"/>
                </a:solidFill>
                <a:latin typeface="Poppins" charset="0"/>
                <a:ea typeface="Poppins" charset="0"/>
              </a:rPr>
              <a:t> = </a:t>
            </a:r>
            <a:r>
              <a:rPr sz="1500" b="1">
                <a:solidFill>
                  <a:srgbClr val="13366B"/>
                </a:solidFill>
                <a:latin typeface="NanumGothic" charset="0"/>
                <a:ea typeface="NanumGothic" charset="0"/>
              </a:rPr>
              <a:t>기준</a:t>
            </a:r>
            <a:r>
              <a:rPr sz="1500" b="1">
                <a:solidFill>
                  <a:srgbClr val="13366B"/>
                </a:solidFill>
                <a:latin typeface="Poppins" charset="0"/>
                <a:ea typeface="Poppins" charset="0"/>
              </a:rPr>
              <a:t> cycle</a:t>
            </a:r>
            <a:r>
              <a:rPr sz="1500" b="1">
                <a:solidFill>
                  <a:srgbClr val="13366B"/>
                </a:solidFill>
                <a:latin typeface="Poppins" charset="0"/>
                <a:ea typeface="Poppins" charset="0"/>
              </a:rPr>
              <a:t>(MAC Scale 변경 시)</a:t>
            </a:r>
            <a:r>
              <a:rPr sz="1500" b="1">
                <a:solidFill>
                  <a:srgbClr val="13366B"/>
                </a:solidFill>
                <a:latin typeface="Poppins" charset="0"/>
                <a:ea typeface="Poppins" charset="0"/>
              </a:rPr>
              <a:t> / </a:t>
            </a:r>
            <a:r>
              <a:rPr sz="1500" b="1">
                <a:solidFill>
                  <a:srgbClr val="13366B"/>
                </a:solidFill>
                <a:latin typeface="NanumGothic" charset="0"/>
                <a:ea typeface="NanumGothic" charset="0"/>
              </a:rPr>
              <a:t>비교</a:t>
            </a:r>
            <a:r>
              <a:rPr sz="1500" b="1">
                <a:solidFill>
                  <a:srgbClr val="13366B"/>
                </a:solidFill>
                <a:latin typeface="Poppins" charset="0"/>
                <a:ea typeface="Poppins" charset="0"/>
              </a:rPr>
              <a:t> cycle  </a:t>
            </a:r>
            <a:r>
              <a:rPr sz="1500" b="1">
                <a:solidFill>
                  <a:srgbClr val="13366B"/>
                </a:solidFill>
                <a:latin typeface="Poppins" charset="0"/>
                <a:ea typeface="Poppins" charset="0"/>
              </a:rPr>
              <a:t>,</a:t>
            </a:r>
            <a:r>
              <a:rPr sz="1500" b="1">
                <a:solidFill>
                  <a:srgbClr val="13366B"/>
                </a:solidFill>
                <a:latin typeface="Poppins" charset="0"/>
                <a:ea typeface="Poppins" charset="0"/>
              </a:rPr>
              <a:t> </a:t>
            </a:r>
            <a:r>
              <a:rPr sz="1500" b="1">
                <a:solidFill>
                  <a:srgbClr val="A40F16"/>
                </a:solidFill>
                <a:latin typeface="NanumGothic" charset="0"/>
                <a:ea typeface="NanumGothic" charset="0"/>
              </a:rPr>
              <a:t>효율성</a:t>
            </a:r>
            <a:r>
              <a:rPr sz="1500" b="1">
                <a:solidFill>
                  <a:srgbClr val="13366B"/>
                </a:solidFill>
                <a:latin typeface="Poppins" charset="0"/>
                <a:ea typeface="Poppins" charset="0"/>
              </a:rPr>
              <a:t> = </a:t>
            </a:r>
            <a:r>
              <a:rPr sz="1500" b="1">
                <a:solidFill>
                  <a:srgbClr val="13366B"/>
                </a:solidFill>
                <a:latin typeface="Poppins" charset="0"/>
                <a:ea typeface="Poppins" charset="0"/>
              </a:rPr>
              <a:t>Cycle Ratio</a:t>
            </a:r>
            <a:r>
              <a:rPr sz="1500" b="1">
                <a:solidFill>
                  <a:srgbClr val="13366B"/>
                </a:solidFill>
                <a:latin typeface="Poppins" charset="0"/>
                <a:ea typeface="Poppins" charset="0"/>
              </a:rPr>
              <a:t> / MAC </a:t>
            </a:r>
            <a:r>
              <a:rPr sz="1500" b="1">
                <a:solidFill>
                  <a:srgbClr val="13366B"/>
                </a:solidFill>
                <a:latin typeface="NanumGothic" charset="0"/>
                <a:ea typeface="NanumGothic" charset="0"/>
              </a:rPr>
              <a:t>증가</a:t>
            </a:r>
            <a:r>
              <a:rPr sz="1500" b="1">
                <a:solidFill>
                  <a:srgbClr val="13366B"/>
                </a:solidFill>
                <a:latin typeface="Poppins" charset="0"/>
                <a:ea typeface="Poppins" charset="0"/>
              </a:rPr>
              <a:t> </a:t>
            </a:r>
            <a:r>
              <a:rPr sz="1500" b="1">
                <a:solidFill>
                  <a:srgbClr val="13366B"/>
                </a:solidFill>
                <a:latin typeface="NanumGothic" charset="0"/>
                <a:ea typeface="NanumGothic" charset="0"/>
              </a:rPr>
              <a:t>배수</a:t>
            </a:r>
            <a:r>
              <a:rPr sz="1500" b="1">
                <a:solidFill>
                  <a:srgbClr val="13366B"/>
                </a:solidFill>
                <a:latin typeface="NanumGothic" charset="0"/>
                <a:ea typeface="NanumGothic" charset="0"/>
              </a:rPr>
              <a:t>(2^n)</a:t>
            </a:r>
            <a:endParaRPr lang="ko-KR" altLang="en-US" sz="1500" b="1">
              <a:solidFill>
                <a:srgbClr val="13366B"/>
              </a:solidFill>
              <a:latin typeface="NanumGothic" charset="0"/>
              <a:ea typeface="NanumGothic" charset="0"/>
            </a:endParaRPr>
          </a:p>
        </p:txBody>
      </p:sp>
      <p:sp>
        <p:nvSpPr>
          <p:cNvPr id="8" name="Rect 0"/>
          <p:cNvSpPr>
            <a:spLocks/>
          </p:cNvSpPr>
          <p:nvPr/>
        </p:nvSpPr>
        <p:spPr>
          <a:xfrm rot="0">
            <a:off x="502920" y="1762125"/>
            <a:ext cx="2232660"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9" name="Rect 0"/>
          <p:cNvSpPr txBox="1">
            <a:spLocks/>
          </p:cNvSpPr>
          <p:nvPr/>
        </p:nvSpPr>
        <p:spPr>
          <a:xfrm rot="0">
            <a:off x="612775" y="183515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실험 변수</a:t>
            </a:r>
            <a:endParaRPr lang="ko-KR" altLang="en-US" sz="1350" b="1">
              <a:solidFill>
                <a:srgbClr val="FFFFFF"/>
              </a:solidFill>
              <a:latin typeface="NanumGothic" charset="0"/>
              <a:ea typeface="NanumGothic" charset="0"/>
            </a:endParaRPr>
          </a:p>
        </p:txBody>
      </p:sp>
      <p:sp>
        <p:nvSpPr>
          <p:cNvPr id="10" name="Rect 0"/>
          <p:cNvSpPr>
            <a:spLocks/>
          </p:cNvSpPr>
          <p:nvPr/>
        </p:nvSpPr>
        <p:spPr>
          <a:xfrm rot="0">
            <a:off x="2734310" y="1762125"/>
            <a:ext cx="4519295"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1" name="Rect 0"/>
          <p:cNvSpPr txBox="1">
            <a:spLocks/>
          </p:cNvSpPr>
          <p:nvPr/>
        </p:nvSpPr>
        <p:spPr>
          <a:xfrm rot="0">
            <a:off x="2843530" y="1835150"/>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설정</a:t>
            </a:r>
            <a:r>
              <a:rPr sz="1350" b="1">
                <a:solidFill>
                  <a:srgbClr val="FFFFFF"/>
                </a:solidFill>
                <a:latin typeface="Poppins" charset="0"/>
                <a:ea typeface="Poppins" charset="0"/>
              </a:rPr>
              <a:t> </a:t>
            </a:r>
            <a:r>
              <a:rPr sz="1350" b="1">
                <a:solidFill>
                  <a:srgbClr val="FFFFFF"/>
                </a:solidFill>
                <a:latin typeface="NanumGothic" charset="0"/>
                <a:ea typeface="NanumGothic" charset="0"/>
              </a:rPr>
              <a:t>범위</a:t>
            </a:r>
            <a:endParaRPr lang="ko-KR" altLang="en-US" sz="1350" b="1">
              <a:solidFill>
                <a:srgbClr val="FFFFFF"/>
              </a:solidFill>
              <a:latin typeface="NanumGothic" charset="0"/>
              <a:ea typeface="NanumGothic" charset="0"/>
            </a:endParaRPr>
          </a:p>
        </p:txBody>
      </p:sp>
      <p:sp>
        <p:nvSpPr>
          <p:cNvPr id="12" name="Rect 0"/>
          <p:cNvSpPr>
            <a:spLocks/>
          </p:cNvSpPr>
          <p:nvPr/>
        </p:nvSpPr>
        <p:spPr>
          <a:xfrm rot="0">
            <a:off x="7252335" y="1762125"/>
            <a:ext cx="4407535"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3" name="Rect 0"/>
          <p:cNvSpPr txBox="1">
            <a:spLocks/>
          </p:cNvSpPr>
          <p:nvPr/>
        </p:nvSpPr>
        <p:spPr>
          <a:xfrm rot="0">
            <a:off x="7361555" y="1835150"/>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비교에서</a:t>
            </a:r>
            <a:r>
              <a:rPr sz="1350" b="1">
                <a:solidFill>
                  <a:srgbClr val="FFFFFF"/>
                </a:solidFill>
                <a:latin typeface="Poppins" charset="0"/>
                <a:ea typeface="Poppins" charset="0"/>
              </a:rPr>
              <a:t> </a:t>
            </a:r>
            <a:r>
              <a:rPr sz="1350" b="1">
                <a:solidFill>
                  <a:srgbClr val="FFFFFF"/>
                </a:solidFill>
                <a:latin typeface="NanumGothic" charset="0"/>
                <a:ea typeface="NanumGothic" charset="0"/>
              </a:rPr>
              <a:t>달라지는</a:t>
            </a:r>
            <a:r>
              <a:rPr sz="1350" b="1">
                <a:solidFill>
                  <a:srgbClr val="FFFFFF"/>
                </a:solidFill>
                <a:latin typeface="Poppins" charset="0"/>
                <a:ea typeface="Poppins" charset="0"/>
              </a:rPr>
              <a:t> </a:t>
            </a:r>
            <a:r>
              <a:rPr sz="1350" b="1">
                <a:solidFill>
                  <a:srgbClr val="FFFFFF"/>
                </a:solidFill>
                <a:latin typeface="NanumGothic" charset="0"/>
                <a:ea typeface="NanumGothic" charset="0"/>
              </a:rPr>
              <a:t>조건</a:t>
            </a:r>
            <a:endParaRPr lang="ko-KR" altLang="en-US" sz="1350" b="1">
              <a:solidFill>
                <a:srgbClr val="FFFFFF"/>
              </a:solidFill>
              <a:latin typeface="NanumGothic" charset="0"/>
              <a:ea typeface="NanumGothic" charset="0"/>
            </a:endParaRPr>
          </a:p>
        </p:txBody>
      </p:sp>
      <p:sp>
        <p:nvSpPr>
          <p:cNvPr id="14" name="Rect 0"/>
          <p:cNvSpPr>
            <a:spLocks/>
          </p:cNvSpPr>
          <p:nvPr/>
        </p:nvSpPr>
        <p:spPr>
          <a:xfrm rot="0">
            <a:off x="502920" y="2118360"/>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5" name="Rect 0"/>
          <p:cNvSpPr txBox="1">
            <a:spLocks/>
          </p:cNvSpPr>
          <p:nvPr/>
        </p:nvSpPr>
        <p:spPr>
          <a:xfrm rot="0">
            <a:off x="612775" y="219138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 type</a:t>
            </a:r>
            <a:endParaRPr lang="ko-KR" altLang="en-US" sz="1350" b="0">
              <a:solidFill>
                <a:srgbClr val="22364B"/>
              </a:solidFill>
              <a:latin typeface="Poppins" charset="0"/>
              <a:ea typeface="Poppins" charset="0"/>
            </a:endParaRPr>
          </a:p>
        </p:txBody>
      </p:sp>
      <p:sp>
        <p:nvSpPr>
          <p:cNvPr id="16" name="Rect 0"/>
          <p:cNvSpPr>
            <a:spLocks/>
          </p:cNvSpPr>
          <p:nvPr/>
        </p:nvSpPr>
        <p:spPr>
          <a:xfrm rot="0">
            <a:off x="2734310" y="2118360"/>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7" name="Rect 0"/>
          <p:cNvSpPr txBox="1">
            <a:spLocks/>
          </p:cNvSpPr>
          <p:nvPr/>
        </p:nvSpPr>
        <p:spPr>
          <a:xfrm rot="0">
            <a:off x="2843530" y="2191385"/>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U55 / U65 / U85</a:t>
            </a:r>
            <a:endParaRPr lang="ko-KR" altLang="en-US" sz="1350" b="0">
              <a:solidFill>
                <a:srgbClr val="22364B"/>
              </a:solidFill>
              <a:latin typeface="Poppins" charset="0"/>
              <a:ea typeface="Poppins" charset="0"/>
            </a:endParaRPr>
          </a:p>
        </p:txBody>
      </p:sp>
      <p:sp>
        <p:nvSpPr>
          <p:cNvPr id="18" name="Rect 0"/>
          <p:cNvSpPr>
            <a:spLocks/>
          </p:cNvSpPr>
          <p:nvPr/>
        </p:nvSpPr>
        <p:spPr>
          <a:xfrm rot="0">
            <a:off x="7252335" y="2118360"/>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9" name="Rect 0"/>
          <p:cNvSpPr txBox="1">
            <a:spLocks/>
          </p:cNvSpPr>
          <p:nvPr/>
        </p:nvSpPr>
        <p:spPr>
          <a:xfrm rot="0">
            <a:off x="7361555" y="2191385"/>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 </a:t>
            </a:r>
            <a:r>
              <a:rPr sz="1350" b="0">
                <a:solidFill>
                  <a:srgbClr val="22364B"/>
                </a:solidFill>
                <a:latin typeface="NanumGothic" charset="0"/>
                <a:ea typeface="NanumGothic" charset="0"/>
              </a:rPr>
              <a:t>아키텍처</a:t>
            </a:r>
            <a:endParaRPr lang="ko-KR" altLang="en-US" sz="1350" b="0">
              <a:solidFill>
                <a:srgbClr val="22364B"/>
              </a:solidFill>
              <a:latin typeface="NanumGothic" charset="0"/>
              <a:ea typeface="NanumGothic" charset="0"/>
            </a:endParaRPr>
          </a:p>
        </p:txBody>
      </p:sp>
      <p:sp>
        <p:nvSpPr>
          <p:cNvPr id="20" name="Rect 0"/>
          <p:cNvSpPr>
            <a:spLocks/>
          </p:cNvSpPr>
          <p:nvPr/>
        </p:nvSpPr>
        <p:spPr>
          <a:xfrm rot="0">
            <a:off x="502920" y="2475230"/>
            <a:ext cx="2232660"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1" name="Rect 0"/>
          <p:cNvSpPr txBox="1">
            <a:spLocks/>
          </p:cNvSpPr>
          <p:nvPr/>
        </p:nvSpPr>
        <p:spPr>
          <a:xfrm rot="0">
            <a:off x="612775" y="254825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MAC configuration</a:t>
            </a:r>
            <a:endParaRPr lang="ko-KR" altLang="en-US" sz="1350" b="0">
              <a:solidFill>
                <a:srgbClr val="22364B"/>
              </a:solidFill>
              <a:latin typeface="Poppins" charset="0"/>
              <a:ea typeface="Poppins" charset="0"/>
            </a:endParaRPr>
          </a:p>
        </p:txBody>
      </p:sp>
      <p:sp>
        <p:nvSpPr>
          <p:cNvPr id="22" name="Rect 0"/>
          <p:cNvSpPr>
            <a:spLocks/>
          </p:cNvSpPr>
          <p:nvPr/>
        </p:nvSpPr>
        <p:spPr>
          <a:xfrm rot="0">
            <a:off x="2734310" y="2475230"/>
            <a:ext cx="451929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3" name="Rect 0"/>
          <p:cNvSpPr txBox="1">
            <a:spLocks/>
          </p:cNvSpPr>
          <p:nvPr/>
        </p:nvSpPr>
        <p:spPr>
          <a:xfrm rot="0">
            <a:off x="2843530" y="2548255"/>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a:t>
            </a:r>
            <a:r>
              <a:rPr sz="1350" b="0">
                <a:solidFill>
                  <a:srgbClr val="22364B"/>
                </a:solidFill>
                <a:latin typeface="NanumGothic" charset="0"/>
                <a:ea typeface="NanumGothic" charset="0"/>
              </a:rPr>
              <a:t>별</a:t>
            </a:r>
            <a:r>
              <a:rPr sz="1350" b="0">
                <a:solidFill>
                  <a:srgbClr val="22364B"/>
                </a:solidFill>
                <a:latin typeface="Poppins" charset="0"/>
                <a:ea typeface="Poppins" charset="0"/>
              </a:rPr>
              <a:t> </a:t>
            </a:r>
            <a:r>
              <a:rPr sz="1350" b="0">
                <a:solidFill>
                  <a:srgbClr val="22364B"/>
                </a:solidFill>
                <a:latin typeface="NanumGothic" charset="0"/>
                <a:ea typeface="NanumGothic" charset="0"/>
              </a:rPr>
              <a:t>지원</a:t>
            </a:r>
            <a:r>
              <a:rPr sz="1350" b="0">
                <a:solidFill>
                  <a:srgbClr val="22364B"/>
                </a:solidFill>
                <a:latin typeface="Poppins" charset="0"/>
                <a:ea typeface="Poppins" charset="0"/>
              </a:rPr>
              <a:t> MAC </a:t>
            </a:r>
            <a:r>
              <a:rPr sz="1350" b="0">
                <a:solidFill>
                  <a:srgbClr val="22364B"/>
                </a:solidFill>
                <a:latin typeface="NanumGothic" charset="0"/>
                <a:ea typeface="NanumGothic" charset="0"/>
              </a:rPr>
              <a:t>수</a:t>
            </a:r>
            <a:r>
              <a:rPr sz="1350" b="0">
                <a:solidFill>
                  <a:srgbClr val="22364B"/>
                </a:solidFill>
                <a:latin typeface="NanumGothic" charset="0"/>
                <a:ea typeface="NanumGothic" charset="0"/>
              </a:rPr>
              <a:t> (32~2048)</a:t>
            </a:r>
            <a:endParaRPr lang="ko-KR" altLang="en-US" sz="1350" b="0">
              <a:solidFill>
                <a:srgbClr val="22364B"/>
              </a:solidFill>
              <a:latin typeface="NanumGothic" charset="0"/>
              <a:ea typeface="NanumGothic" charset="0"/>
            </a:endParaRPr>
          </a:p>
        </p:txBody>
      </p:sp>
      <p:sp>
        <p:nvSpPr>
          <p:cNvPr id="24" name="Rect 0"/>
          <p:cNvSpPr>
            <a:spLocks/>
          </p:cNvSpPr>
          <p:nvPr/>
        </p:nvSpPr>
        <p:spPr>
          <a:xfrm rot="0">
            <a:off x="7252335" y="2475230"/>
            <a:ext cx="440753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5" name="Rect 0"/>
          <p:cNvSpPr txBox="1">
            <a:spLocks/>
          </p:cNvSpPr>
          <p:nvPr/>
        </p:nvSpPr>
        <p:spPr>
          <a:xfrm rot="0">
            <a:off x="7361555" y="2548255"/>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병렬</a:t>
            </a:r>
            <a:r>
              <a:rPr sz="1350" b="0">
                <a:solidFill>
                  <a:srgbClr val="22364B"/>
                </a:solidFill>
                <a:latin typeface="Poppins" charset="0"/>
                <a:ea typeface="Poppins" charset="0"/>
              </a:rPr>
              <a:t> </a:t>
            </a:r>
            <a:r>
              <a:rPr sz="1350" b="0">
                <a:solidFill>
                  <a:srgbClr val="22364B"/>
                </a:solidFill>
                <a:latin typeface="NanumGothic" charset="0"/>
                <a:ea typeface="NanumGothic" charset="0"/>
              </a:rPr>
              <a:t>연산</a:t>
            </a:r>
            <a:r>
              <a:rPr sz="1350" b="0">
                <a:solidFill>
                  <a:srgbClr val="22364B"/>
                </a:solidFill>
                <a:latin typeface="Poppins" charset="0"/>
                <a:ea typeface="Poppins" charset="0"/>
              </a:rPr>
              <a:t> </a:t>
            </a:r>
            <a:r>
              <a:rPr sz="1350" b="0">
                <a:solidFill>
                  <a:srgbClr val="22364B"/>
                </a:solidFill>
                <a:latin typeface="NanumGothic" charset="0"/>
                <a:ea typeface="NanumGothic" charset="0"/>
              </a:rPr>
              <a:t>처리량</a:t>
            </a:r>
            <a:endParaRPr lang="ko-KR" altLang="en-US" sz="1350" b="0">
              <a:solidFill>
                <a:srgbClr val="22364B"/>
              </a:solidFill>
              <a:latin typeface="NanumGothic" charset="0"/>
              <a:ea typeface="NanumGothic" charset="0"/>
            </a:endParaRPr>
          </a:p>
        </p:txBody>
      </p:sp>
      <p:sp>
        <p:nvSpPr>
          <p:cNvPr id="26" name="Rect 0"/>
          <p:cNvSpPr>
            <a:spLocks/>
          </p:cNvSpPr>
          <p:nvPr/>
        </p:nvSpPr>
        <p:spPr>
          <a:xfrm rot="0">
            <a:off x="502920" y="2831465"/>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7" name="Rect 0"/>
          <p:cNvSpPr txBox="1">
            <a:spLocks/>
          </p:cNvSpPr>
          <p:nvPr/>
        </p:nvSpPr>
        <p:spPr>
          <a:xfrm rot="0">
            <a:off x="612775" y="290512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System configuration</a:t>
            </a:r>
            <a:endParaRPr lang="ko-KR" altLang="en-US" sz="1350" b="0">
              <a:solidFill>
                <a:srgbClr val="22364B"/>
              </a:solidFill>
              <a:latin typeface="Poppins" charset="0"/>
              <a:ea typeface="Poppins" charset="0"/>
            </a:endParaRPr>
          </a:p>
        </p:txBody>
      </p:sp>
      <p:sp>
        <p:nvSpPr>
          <p:cNvPr id="28" name="Rect 0"/>
          <p:cNvSpPr>
            <a:spLocks/>
          </p:cNvSpPr>
          <p:nvPr/>
        </p:nvSpPr>
        <p:spPr>
          <a:xfrm rot="0">
            <a:off x="2734310" y="2831465"/>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9" name="Rect 0"/>
          <p:cNvSpPr txBox="1">
            <a:spLocks/>
          </p:cNvSpPr>
          <p:nvPr/>
        </p:nvSpPr>
        <p:spPr>
          <a:xfrm rot="0">
            <a:off x="2843530" y="2905125"/>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NPU/MAC</a:t>
            </a:r>
            <a:r>
              <a:rPr sz="1350" b="0">
                <a:solidFill>
                  <a:srgbClr val="22364B"/>
                </a:solidFill>
                <a:latin typeface="NanumGothic" charset="0"/>
                <a:ea typeface="NanumGothic" charset="0"/>
              </a:rPr>
              <a:t>별</a:t>
            </a:r>
            <a:r>
              <a:rPr sz="1350" b="0">
                <a:solidFill>
                  <a:srgbClr val="22364B"/>
                </a:solidFill>
                <a:latin typeface="NanumGothic" charset="0"/>
                <a:ea typeface="NanumGothic" charset="0"/>
              </a:rPr>
              <a:t>,</a:t>
            </a:r>
            <a:r>
              <a:rPr sz="1350" b="0">
                <a:solidFill>
                  <a:srgbClr val="22364B"/>
                </a:solidFill>
                <a:latin typeface="Poppins" charset="0"/>
                <a:ea typeface="Poppins" charset="0"/>
              </a:rPr>
              <a:t> Arm</a:t>
            </a:r>
            <a:r>
              <a:rPr sz="1350" b="0">
                <a:solidFill>
                  <a:srgbClr val="22364B"/>
                </a:solidFill>
                <a:latin typeface="Poppins" charset="0"/>
                <a:ea typeface="Poppins" charset="0"/>
              </a:rPr>
              <a:t>에서</a:t>
            </a:r>
            <a:r>
              <a:rPr sz="1350" b="0">
                <a:solidFill>
                  <a:srgbClr val="22364B"/>
                </a:solidFill>
                <a:latin typeface="Poppins" charset="0"/>
                <a:ea typeface="Poppins" charset="0"/>
              </a:rPr>
              <a:t> </a:t>
            </a:r>
            <a:r>
              <a:rPr sz="1350" b="0">
                <a:solidFill>
                  <a:srgbClr val="22364B"/>
                </a:solidFill>
                <a:latin typeface="NanumGothic" charset="0"/>
                <a:ea typeface="NanumGothic" charset="0"/>
              </a:rPr>
              <a:t>기본</a:t>
            </a:r>
            <a:r>
              <a:rPr sz="1350" b="0">
                <a:solidFill>
                  <a:srgbClr val="22364B"/>
                </a:solidFill>
                <a:latin typeface="Poppins" charset="0"/>
                <a:ea typeface="Poppins" charset="0"/>
              </a:rPr>
              <a:t> </a:t>
            </a:r>
            <a:r>
              <a:rPr sz="1350" b="0">
                <a:solidFill>
                  <a:srgbClr val="22364B"/>
                </a:solidFill>
                <a:latin typeface="Poppins" charset="0"/>
                <a:ea typeface="Poppins" charset="0"/>
              </a:rPr>
              <a:t>Profile(.ini)</a:t>
            </a:r>
            <a:r>
              <a:rPr sz="1350" b="0">
                <a:solidFill>
                  <a:srgbClr val="22364B"/>
                </a:solidFill>
                <a:latin typeface="NanumGothic" charset="0"/>
                <a:ea typeface="NanumGothic" charset="0"/>
              </a:rPr>
              <a:t> 제공</a:t>
            </a:r>
            <a:endParaRPr lang="ko-KR" altLang="en-US" sz="1350" b="0">
              <a:solidFill>
                <a:srgbClr val="22364B"/>
              </a:solidFill>
              <a:latin typeface="NanumGothic" charset="0"/>
              <a:ea typeface="NanumGothic" charset="0"/>
            </a:endParaRPr>
          </a:p>
        </p:txBody>
      </p:sp>
      <p:sp>
        <p:nvSpPr>
          <p:cNvPr id="30" name="Rect 0"/>
          <p:cNvSpPr>
            <a:spLocks/>
          </p:cNvSpPr>
          <p:nvPr/>
        </p:nvSpPr>
        <p:spPr>
          <a:xfrm rot="0">
            <a:off x="7252335" y="2831465"/>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1" name="Rect 0"/>
          <p:cNvSpPr txBox="1">
            <a:spLocks/>
          </p:cNvSpPr>
          <p:nvPr/>
        </p:nvSpPr>
        <p:spPr>
          <a:xfrm rot="0">
            <a:off x="7361555" y="2905125"/>
            <a:ext cx="4188460"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예상 Clock</a:t>
            </a:r>
            <a:r>
              <a:rPr sz="1350" b="0">
                <a:solidFill>
                  <a:srgbClr val="22364B"/>
                </a:solidFill>
                <a:latin typeface="Poppins" charset="0"/>
                <a:ea typeface="Poppins" charset="0"/>
              </a:rPr>
              <a:t>/예상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Poppins" charset="0"/>
                <a:ea typeface="Poppins" charset="0"/>
              </a:rPr>
              <a:t>Latency/예상 </a:t>
            </a:r>
            <a:r>
              <a:rPr sz="1350" b="0">
                <a:solidFill>
                  <a:srgbClr val="22364B"/>
                </a:solidFill>
                <a:latin typeface="NanumGothic" charset="0"/>
                <a:ea typeface="NanumGothic" charset="0"/>
              </a:rPr>
              <a:t>대역폭</a:t>
            </a:r>
            <a:endParaRPr lang="ko-KR" altLang="en-US" sz="1350" b="0">
              <a:solidFill>
                <a:srgbClr val="22364B"/>
              </a:solidFill>
              <a:latin typeface="NanumGothic" charset="0"/>
              <a:ea typeface="NanumGothic" charset="0"/>
            </a:endParaRPr>
          </a:p>
        </p:txBody>
      </p:sp>
      <p:sp>
        <p:nvSpPr>
          <p:cNvPr id="32" name="Rect 0"/>
          <p:cNvSpPr>
            <a:spLocks/>
          </p:cNvSpPr>
          <p:nvPr/>
        </p:nvSpPr>
        <p:spPr>
          <a:xfrm rot="0">
            <a:off x="502920" y="3188335"/>
            <a:ext cx="2232660"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3" name="Rect 0"/>
          <p:cNvSpPr txBox="1">
            <a:spLocks/>
          </p:cNvSpPr>
          <p:nvPr/>
        </p:nvSpPr>
        <p:spPr>
          <a:xfrm rot="0">
            <a:off x="612775" y="326136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Memory mode</a:t>
            </a:r>
            <a:endParaRPr lang="ko-KR" altLang="en-US" sz="1350" b="0">
              <a:solidFill>
                <a:srgbClr val="22364B"/>
              </a:solidFill>
              <a:latin typeface="Poppins" charset="0"/>
              <a:ea typeface="Poppins" charset="0"/>
            </a:endParaRPr>
          </a:p>
        </p:txBody>
      </p:sp>
      <p:sp>
        <p:nvSpPr>
          <p:cNvPr id="34" name="Rect 0"/>
          <p:cNvSpPr>
            <a:spLocks/>
          </p:cNvSpPr>
          <p:nvPr/>
        </p:nvSpPr>
        <p:spPr>
          <a:xfrm rot="0">
            <a:off x="2734310" y="3188335"/>
            <a:ext cx="451929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5" name="Rect 0"/>
          <p:cNvSpPr txBox="1">
            <a:spLocks/>
          </p:cNvSpPr>
          <p:nvPr/>
        </p:nvSpPr>
        <p:spPr>
          <a:xfrm rot="0">
            <a:off x="2843530" y="3261360"/>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Sram_Only / Shared_Sram / Dedicated_Sram</a:t>
            </a:r>
            <a:endParaRPr lang="ko-KR" altLang="en-US" sz="1350" b="0">
              <a:solidFill>
                <a:srgbClr val="22364B"/>
              </a:solidFill>
              <a:latin typeface="Poppins" charset="0"/>
              <a:ea typeface="Poppins" charset="0"/>
            </a:endParaRPr>
          </a:p>
        </p:txBody>
      </p:sp>
      <p:sp>
        <p:nvSpPr>
          <p:cNvPr id="36" name="Rect 0"/>
          <p:cNvSpPr>
            <a:spLocks/>
          </p:cNvSpPr>
          <p:nvPr/>
        </p:nvSpPr>
        <p:spPr>
          <a:xfrm rot="0">
            <a:off x="7252335" y="3188335"/>
            <a:ext cx="440753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7" name="Rect 0"/>
          <p:cNvSpPr txBox="1">
            <a:spLocks/>
          </p:cNvSpPr>
          <p:nvPr/>
        </p:nvSpPr>
        <p:spPr>
          <a:xfrm rot="0">
            <a:off x="7361555" y="3261360"/>
            <a:ext cx="4188460"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Weight / Activation, Feature / C</a:t>
            </a:r>
            <a:r>
              <a:rPr sz="1350" b="0">
                <a:solidFill>
                  <a:srgbClr val="22364B"/>
                </a:solidFill>
                <a:latin typeface="Poppins" charset="0"/>
                <a:ea typeface="Poppins" charset="0"/>
              </a:rPr>
              <a:t>ache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NanumGothic" charset="0"/>
                <a:ea typeface="NanumGothic" charset="0"/>
              </a:rPr>
              <a:t>배치</a:t>
            </a:r>
            <a:endParaRPr lang="ko-KR" altLang="en-US" sz="1350" b="0">
              <a:solidFill>
                <a:srgbClr val="22364B"/>
              </a:solidFill>
              <a:latin typeface="NanumGothic" charset="0"/>
              <a:ea typeface="NanumGothic" charset="0"/>
            </a:endParaRPr>
          </a:p>
        </p:txBody>
      </p:sp>
      <p:sp>
        <p:nvSpPr>
          <p:cNvPr id="38" name="Rect 0"/>
          <p:cNvSpPr>
            <a:spLocks/>
          </p:cNvSpPr>
          <p:nvPr/>
        </p:nvSpPr>
        <p:spPr>
          <a:xfrm rot="0">
            <a:off x="502920" y="3545205"/>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9" name="Rect 0"/>
          <p:cNvSpPr txBox="1">
            <a:spLocks/>
          </p:cNvSpPr>
          <p:nvPr/>
        </p:nvSpPr>
        <p:spPr>
          <a:xfrm rot="0">
            <a:off x="612775" y="361823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Memory timing</a:t>
            </a:r>
            <a:endParaRPr lang="ko-KR" altLang="en-US" sz="1350" b="0">
              <a:solidFill>
                <a:srgbClr val="22364B"/>
              </a:solidFill>
              <a:latin typeface="Poppins" charset="0"/>
              <a:ea typeface="Poppins" charset="0"/>
            </a:endParaRPr>
          </a:p>
        </p:txBody>
      </p:sp>
      <p:sp>
        <p:nvSpPr>
          <p:cNvPr id="40" name="Rect 0"/>
          <p:cNvSpPr>
            <a:spLocks/>
          </p:cNvSpPr>
          <p:nvPr/>
        </p:nvSpPr>
        <p:spPr>
          <a:xfrm rot="0">
            <a:off x="2734310" y="3545205"/>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1" name="Rect 0"/>
          <p:cNvSpPr txBox="1">
            <a:spLocks/>
          </p:cNvSpPr>
          <p:nvPr/>
        </p:nvSpPr>
        <p:spPr>
          <a:xfrm rot="0">
            <a:off x="2843530" y="3618230"/>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FVP SImulator 상의</a:t>
            </a:r>
            <a:r>
              <a:rPr sz="1350" b="0">
                <a:solidFill>
                  <a:srgbClr val="22364B"/>
                </a:solidFill>
                <a:latin typeface="Poppins" charset="0"/>
                <a:ea typeface="Poppins" charset="0"/>
              </a:rPr>
              <a:t> </a:t>
            </a:r>
            <a:r>
              <a:rPr sz="1350" b="0">
                <a:solidFill>
                  <a:srgbClr val="22364B"/>
                </a:solidFill>
                <a:latin typeface="Poppins" charset="0"/>
                <a:ea typeface="Poppins" charset="0"/>
              </a:rPr>
              <a:t>Latency/</a:t>
            </a:r>
            <a:r>
              <a:rPr sz="1350" b="0">
                <a:solidFill>
                  <a:srgbClr val="22364B"/>
                </a:solidFill>
                <a:latin typeface="Poppins" charset="0"/>
                <a:ea typeface="Poppins" charset="0"/>
              </a:rPr>
              <a:t>대기열</a:t>
            </a:r>
            <a:r>
              <a:rPr sz="1350" b="0">
                <a:solidFill>
                  <a:srgbClr val="22364B"/>
                </a:solidFill>
                <a:latin typeface="Poppins" charset="0"/>
                <a:ea typeface="Poppins" charset="0"/>
              </a:rPr>
              <a:t>/</a:t>
            </a:r>
            <a:r>
              <a:rPr sz="1350" b="0">
                <a:solidFill>
                  <a:srgbClr val="22364B"/>
                </a:solidFill>
                <a:latin typeface="Poppins" charset="0"/>
                <a:ea typeface="Poppins" charset="0"/>
              </a:rPr>
              <a:t>대역폭</a:t>
            </a:r>
            <a:endParaRPr lang="ko-KR" altLang="en-US" sz="1350" b="0">
              <a:solidFill>
                <a:srgbClr val="22364B"/>
              </a:solidFill>
              <a:latin typeface="Poppins" charset="0"/>
              <a:ea typeface="Poppins" charset="0"/>
            </a:endParaRPr>
          </a:p>
        </p:txBody>
      </p:sp>
      <p:sp>
        <p:nvSpPr>
          <p:cNvPr id="42" name="Rect 0"/>
          <p:cNvSpPr>
            <a:spLocks/>
          </p:cNvSpPr>
          <p:nvPr/>
        </p:nvSpPr>
        <p:spPr>
          <a:xfrm rot="0">
            <a:off x="7252335" y="3545205"/>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3" name="Rect 0"/>
          <p:cNvSpPr txBox="1">
            <a:spLocks/>
          </p:cNvSpPr>
          <p:nvPr/>
        </p:nvSpPr>
        <p:spPr>
          <a:xfrm rot="0">
            <a:off x="7361555" y="3618230"/>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실행</a:t>
            </a:r>
            <a:r>
              <a:rPr sz="1350" b="0">
                <a:solidFill>
                  <a:srgbClr val="22364B"/>
                </a:solidFill>
                <a:latin typeface="Poppins" charset="0"/>
                <a:ea typeface="Poppins" charset="0"/>
              </a:rPr>
              <a:t> </a:t>
            </a:r>
            <a:r>
              <a:rPr sz="1350" b="0">
                <a:solidFill>
                  <a:srgbClr val="22364B"/>
                </a:solidFill>
                <a:latin typeface="NanumGothic" charset="0"/>
                <a:ea typeface="NanumGothic" charset="0"/>
              </a:rPr>
              <a:t>시</a:t>
            </a:r>
            <a:r>
              <a:rPr sz="1350" b="0">
                <a:solidFill>
                  <a:srgbClr val="22364B"/>
                </a:solidFill>
                <a:latin typeface="Poppins" charset="0"/>
                <a:ea typeface="Poppins" charset="0"/>
              </a:rPr>
              <a:t>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NanumGothic" charset="0"/>
                <a:ea typeface="NanumGothic" charset="0"/>
              </a:rPr>
              <a:t>서비스</a:t>
            </a:r>
            <a:r>
              <a:rPr sz="1350" b="0">
                <a:solidFill>
                  <a:srgbClr val="22364B"/>
                </a:solidFill>
                <a:latin typeface="Poppins" charset="0"/>
                <a:ea typeface="Poppins" charset="0"/>
              </a:rPr>
              <a:t> </a:t>
            </a:r>
            <a:r>
              <a:rPr sz="1350" b="0">
                <a:solidFill>
                  <a:srgbClr val="22364B"/>
                </a:solidFill>
                <a:latin typeface="NanumGothic" charset="0"/>
                <a:ea typeface="NanumGothic" charset="0"/>
              </a:rPr>
              <a:t>조건</a:t>
            </a:r>
            <a:endParaRPr lang="ko-KR" altLang="en-US" sz="1350" b="0">
              <a:solidFill>
                <a:srgbClr val="22364B"/>
              </a:solidFill>
              <a:latin typeface="NanumGothic" charset="0"/>
              <a:ea typeface="NanumGothic" charset="0"/>
            </a:endParaRPr>
          </a:p>
        </p:txBody>
      </p:sp>
      <p:sp>
        <p:nvSpPr>
          <p:cNvPr id="44" name="Rect 0"/>
          <p:cNvSpPr>
            <a:spLocks/>
          </p:cNvSpPr>
          <p:nvPr/>
        </p:nvSpPr>
        <p:spPr>
          <a:xfrm rot="0">
            <a:off x="502920" y="4102099"/>
            <a:ext cx="5469890" cy="15106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5" name="Rect 0"/>
          <p:cNvSpPr txBox="1">
            <a:spLocks/>
          </p:cNvSpPr>
          <p:nvPr/>
        </p:nvSpPr>
        <p:spPr>
          <a:xfrm rot="0">
            <a:off x="648970" y="4227195"/>
            <a:ext cx="5176520" cy="292735"/>
          </a:xfrm>
          <a:prstGeom prst="rect"/>
          <a:noFill/>
        </p:spPr>
        <p:txBody>
          <a:bodyPr wrap="square" lIns="0" tIns="0" rIns="0" bIns="0" numCol="1" vert="horz" anchor="t">
            <a:spAutoFit/>
          </a:bodyPr>
          <a:lstStyle/>
          <a:p>
            <a:pPr marL="0" indent="0" rtl="0" algn="l" defTabSz="914400" eaLnBrk="1" latinLnBrk="0" hangingPunct="1">
              <a:buFontTx/>
              <a:buNone/>
            </a:pPr>
            <a:r>
              <a:rPr sz="1900" b="1">
                <a:solidFill>
                  <a:srgbClr val="13366B"/>
                </a:solidFill>
                <a:latin typeface="Poppins" charset="0"/>
                <a:ea typeface="Poppins" charset="0"/>
              </a:rPr>
              <a:t>Vela  </a:t>
            </a:r>
            <a:r>
              <a:rPr sz="1900" b="1">
                <a:solidFill>
                  <a:srgbClr val="13366B"/>
                </a:solidFill>
                <a:latin typeface="Poppins" charset="0"/>
                <a:ea typeface="Poppins" charset="0"/>
              </a:rPr>
              <a:t>-</a:t>
            </a:r>
            <a:r>
              <a:rPr sz="1900" b="1">
                <a:solidFill>
                  <a:srgbClr val="13366B"/>
                </a:solidFill>
                <a:latin typeface="Poppins" charset="0"/>
                <a:ea typeface="Poppins" charset="0"/>
              </a:rPr>
              <a:t>  </a:t>
            </a:r>
            <a:r>
              <a:rPr sz="1900" b="1">
                <a:solidFill>
                  <a:srgbClr val="13366B"/>
                </a:solidFill>
                <a:latin typeface="NanumGothic" charset="0"/>
                <a:ea typeface="NanumGothic" charset="0"/>
              </a:rPr>
              <a:t>컴파일러</a:t>
            </a:r>
            <a:r>
              <a:rPr sz="1900" b="1">
                <a:solidFill>
                  <a:srgbClr val="13366B"/>
                </a:solidFill>
                <a:latin typeface="Poppins" charset="0"/>
                <a:ea typeface="Poppins" charset="0"/>
              </a:rPr>
              <a:t> </a:t>
            </a:r>
            <a:r>
              <a:rPr sz="1900" b="1">
                <a:solidFill>
                  <a:srgbClr val="13366B"/>
                </a:solidFill>
                <a:latin typeface="Poppins" charset="0"/>
                <a:ea typeface="Poppins" charset="0"/>
              </a:rPr>
              <a:t>Output</a:t>
            </a:r>
            <a:endParaRPr lang="ko-KR" altLang="en-US" sz="1900" b="1">
              <a:solidFill>
                <a:srgbClr val="13366B"/>
              </a:solidFill>
              <a:latin typeface="NanumGothic" charset="0"/>
              <a:ea typeface="NanumGothic" charset="0"/>
            </a:endParaRPr>
          </a:p>
        </p:txBody>
      </p:sp>
      <p:sp>
        <p:nvSpPr>
          <p:cNvPr id="46" name="Rect 0"/>
          <p:cNvSpPr txBox="1">
            <a:spLocks/>
          </p:cNvSpPr>
          <p:nvPr/>
        </p:nvSpPr>
        <p:spPr>
          <a:xfrm rot="0">
            <a:off x="648970" y="4629785"/>
            <a:ext cx="5278120" cy="861695"/>
          </a:xfrm>
          <a:prstGeom prst="rect"/>
          <a:noFill/>
        </p:spPr>
        <p:txBody>
          <a:bodyPr wrap="square" lIns="0" tIns="0" rIns="0" bIns="0" numCol="1" vert="horz" anchor="t">
            <a:spAutoFit/>
          </a:bodyPr>
          <a:lstStyle/>
          <a:p>
            <a:pPr marL="0" indent="0" rtl="0" algn="l" defTabSz="914400" eaLnBrk="1" latinLnBrk="0" hangingPunct="1">
              <a:buFontTx/>
              <a:buNone/>
            </a:pPr>
            <a:r>
              <a:rPr sz="1400" b="0">
                <a:solidFill>
                  <a:srgbClr val="22364B"/>
                </a:solidFill>
                <a:latin typeface="Poppins" charset="0"/>
                <a:ea typeface="Poppins" charset="0"/>
              </a:rPr>
              <a:t>Input: INT8(TFLite) + Arm Profile Config(.ini) + Memory Mode</a:t>
            </a:r>
            <a:endParaRPr lang="ko-KR" altLang="en-US" sz="1400" b="0">
              <a:solidFill>
                <a:srgbClr val="22364B"/>
              </a:solidFill>
              <a:latin typeface="Poppins" charset="0"/>
              <a:ea typeface="Poppins" charset="0"/>
            </a:endParaRPr>
          </a:p>
          <a:p>
            <a:pPr marL="0" indent="0" algn="l">
              <a:buFontTx/>
              <a:buNone/>
            </a:pP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Output: Ethos-U Custom Operator로 변환된 TFLite Container</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 = Operator + W</a:t>
            </a:r>
            <a:r>
              <a:rPr sz="1400" b="0">
                <a:solidFill>
                  <a:srgbClr val="22364B"/>
                </a:solidFill>
                <a:latin typeface="Poppins" charset="0"/>
                <a:ea typeface="Poppins" charset="0"/>
              </a:rPr>
              <a:t>eight </a:t>
            </a:r>
            <a:r>
              <a:rPr sz="1400" b="0">
                <a:solidFill>
                  <a:srgbClr val="22364B"/>
                </a:solidFill>
                <a:latin typeface="Poppins" charset="0"/>
                <a:ea typeface="Poppins" charset="0"/>
              </a:rPr>
              <a:t>+ Activation/Feature</a:t>
            </a:r>
            <a:endParaRPr lang="ko-KR" altLang="en-US" sz="1400" b="0">
              <a:solidFill>
                <a:srgbClr val="22364B"/>
              </a:solidFill>
              <a:latin typeface="Poppins" charset="0"/>
              <a:ea typeface="Poppins" charset="0"/>
            </a:endParaRPr>
          </a:p>
        </p:txBody>
      </p:sp>
      <p:sp>
        <p:nvSpPr>
          <p:cNvPr id="47" name="Rect 0"/>
          <p:cNvSpPr>
            <a:spLocks/>
          </p:cNvSpPr>
          <p:nvPr/>
        </p:nvSpPr>
        <p:spPr>
          <a:xfrm rot="0">
            <a:off x="6190615" y="4108450"/>
            <a:ext cx="5469255" cy="15100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8" name="Rect 0"/>
          <p:cNvSpPr txBox="1">
            <a:spLocks/>
          </p:cNvSpPr>
          <p:nvPr/>
        </p:nvSpPr>
        <p:spPr>
          <a:xfrm>
            <a:off x="6336665" y="4227195"/>
            <a:ext cx="5177155" cy="292735"/>
          </a:xfrm>
          <a:prstGeom prst="rect"/>
          <a:noFill/>
        </p:spPr>
        <p:txBody>
          <a:bodyPr wrap="square" lIns="0" tIns="0" rIns="0" bIns="0" numCol="1" vert="horz" anchor="t">
            <a:spAutoFit/>
          </a:bodyPr>
          <a:lstStyle/>
          <a:p>
            <a:pPr marL="0" indent="0" rtl="0" algn="l" defTabSz="914400" eaLnBrk="1" latinLnBrk="0" hangingPunct="1">
              <a:buFontTx/>
              <a:buNone/>
            </a:pPr>
            <a:r>
              <a:rPr sz="1900" b="1">
                <a:solidFill>
                  <a:srgbClr val="13366B"/>
                </a:solidFill>
                <a:latin typeface="Poppins" charset="0"/>
                <a:ea typeface="Poppins" charset="0"/>
              </a:rPr>
              <a:t>FVP PMU  -  </a:t>
            </a:r>
            <a:r>
              <a:rPr sz="1900" b="1">
                <a:solidFill>
                  <a:srgbClr val="13366B"/>
                </a:solidFill>
                <a:latin typeface="Poppins" charset="0"/>
                <a:ea typeface="Poppins" charset="0"/>
              </a:rPr>
              <a:t>NPU </a:t>
            </a:r>
            <a:r>
              <a:rPr sz="1900" b="1">
                <a:solidFill>
                  <a:srgbClr val="13366B"/>
                </a:solidFill>
                <a:latin typeface="NanumGothic" charset="0"/>
                <a:ea typeface="NanumGothic" charset="0"/>
              </a:rPr>
              <a:t>Cycle</a:t>
            </a:r>
            <a:r>
              <a:rPr sz="1900" b="1">
                <a:solidFill>
                  <a:srgbClr val="13366B"/>
                </a:solidFill>
                <a:latin typeface="Poppins" charset="0"/>
                <a:ea typeface="Poppins" charset="0"/>
              </a:rPr>
              <a:t> </a:t>
            </a:r>
            <a:r>
              <a:rPr sz="1900" b="1">
                <a:solidFill>
                  <a:srgbClr val="13366B"/>
                </a:solidFill>
                <a:latin typeface="NanumGothic" charset="0"/>
                <a:ea typeface="NanumGothic" charset="0"/>
              </a:rPr>
              <a:t>관측값</a:t>
            </a:r>
            <a:endParaRPr lang="ko-KR" altLang="en-US" sz="1900" b="1">
              <a:solidFill>
                <a:srgbClr val="13366B"/>
              </a:solidFill>
              <a:latin typeface="NanumGothic" charset="0"/>
              <a:ea typeface="NanumGothic" charset="0"/>
            </a:endParaRPr>
          </a:p>
        </p:txBody>
      </p:sp>
      <p:sp>
        <p:nvSpPr>
          <p:cNvPr id="49" name="Rect 0"/>
          <p:cNvSpPr txBox="1">
            <a:spLocks/>
          </p:cNvSpPr>
          <p:nvPr/>
        </p:nvSpPr>
        <p:spPr>
          <a:xfrm>
            <a:off x="6336665" y="4629785"/>
            <a:ext cx="5177155" cy="861695"/>
          </a:xfrm>
          <a:prstGeom prst="rect"/>
          <a:noFill/>
        </p:spPr>
        <p:txBody>
          <a:bodyPr wrap="square" lIns="0" tIns="0" rIns="0" bIns="0" numCol="1" vert="horz" anchor="t">
            <a:spAutoFit/>
          </a:bodyPr>
          <a:lstStyle/>
          <a:p>
            <a:pPr marL="0" indent="0" rtl="0" algn="l" defTabSz="914400" eaLnBrk="1" latinLnBrk="0" hangingPunct="1">
              <a:buFontTx/>
              <a:buNone/>
            </a:pPr>
            <a:r>
              <a:rPr sz="1400" b="0">
                <a:solidFill>
                  <a:srgbClr val="22364B"/>
                </a:solidFill>
                <a:latin typeface="Poppins" charset="0"/>
                <a:ea typeface="Poppins" charset="0"/>
              </a:rPr>
              <a:t>NPU </a:t>
            </a:r>
            <a:r>
              <a:rPr sz="1400" b="0">
                <a:solidFill>
                  <a:srgbClr val="22364B"/>
                </a:solidFill>
                <a:latin typeface="Poppins" charset="0"/>
                <a:ea typeface="Poppins" charset="0"/>
              </a:rPr>
              <a:t>Total / </a:t>
            </a:r>
            <a:r>
              <a:rPr sz="1400" b="0">
                <a:solidFill>
                  <a:srgbClr val="22364B"/>
                </a:solidFill>
                <a:latin typeface="Poppins" charset="0"/>
                <a:ea typeface="Poppins" charset="0"/>
              </a:rPr>
              <a:t>NPU Active</a:t>
            </a:r>
            <a:r>
              <a:rPr sz="1400" b="0">
                <a:solidFill>
                  <a:srgbClr val="22364B"/>
                </a:solidFill>
                <a:latin typeface="Poppins" charset="0"/>
                <a:ea typeface="Poppins" charset="0"/>
              </a:rPr>
              <a:t> cycles / Idle(Total − </a:t>
            </a:r>
            <a:r>
              <a:rPr sz="1400" b="0">
                <a:solidFill>
                  <a:srgbClr val="22364B"/>
                </a:solidFill>
                <a:latin typeface="Poppins" charset="0"/>
                <a:ea typeface="Poppins" charset="0"/>
              </a:rPr>
              <a:t>Active</a:t>
            </a:r>
            <a:r>
              <a:rPr sz="1400" b="0">
                <a:solidFill>
                  <a:srgbClr val="22364B"/>
                </a:solidFill>
                <a:latin typeface="Poppins" charset="0"/>
                <a:ea typeface="Poppins" charset="0"/>
              </a:rPr>
              <a:t> cycles)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SRAM: Read / Write beats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External(DRAM,Flash) memory:  Read / Write beats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UART 출력으로 수집한 NPU 사이클과 메모리 Traffic </a:t>
            </a:r>
            <a:endParaRPr lang="ko-KR" altLang="en-US" sz="1400" b="0">
              <a:solidFill>
                <a:srgbClr val="22364B"/>
              </a:solidFill>
              <a:latin typeface="Poppins" charset="0"/>
              <a:ea typeface="Poppins" charset="0"/>
            </a:endParaRPr>
          </a:p>
        </p:txBody>
      </p:sp>
      <p:sp>
        <p:nvSpPr>
          <p:cNvPr id="50" name="텍스트 상자 1"/>
          <p:cNvSpPr txBox="1">
            <a:spLocks/>
          </p:cNvSpPr>
          <p:nvPr/>
        </p:nvSpPr>
        <p:spPr>
          <a:xfrm rot="0">
            <a:off x="502920" y="1243330"/>
            <a:ext cx="11066145" cy="292735"/>
          </a:xfrm>
          <a:prstGeom prst="rect"/>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Vela, FVP Simulator 에서 설정 가능한 변수값</a:t>
            </a:r>
            <a:endParaRPr lang="ko-KR" altLang="en-US" sz="1900" b="0">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0" tIns="0" rIns="0" bIns="0" vert="horz" anchor="t">
            <a:spAutoFit/>
          </a:bodyPr>
          <a:lstStyle/>
          <a:p>
            <a:pPr marL="0" indent="0" rtl="0" algn="l" defTabSz="914400" eaLnBrk="1" latinLnBrk="0" hangingPunct="1">
              <a:buFontTx/>
              <a:buNone/>
            </a:pPr>
            <a:r>
              <a:rPr sz="2700" b="1">
                <a:solidFill>
                  <a:srgbClr val="FFFFFF"/>
                </a:solidFill>
                <a:latin typeface="NanumGothic" charset="0"/>
                <a:ea typeface="NanumGothic" charset="0"/>
                <a:sym typeface="나눔고딕" charset="0"/>
              </a:rPr>
              <a:t>평가</a:t>
            </a:r>
            <a:r>
              <a:rPr sz="2700" b="1">
                <a:solidFill>
                  <a:srgbClr val="FFFFFF"/>
                </a:solidFill>
                <a:latin typeface="Poppins" charset="0"/>
                <a:ea typeface="Poppins" charset="0"/>
                <a:sym typeface="나눔고딕" charset="0"/>
              </a:rPr>
              <a:t> </a:t>
            </a:r>
            <a:r>
              <a:rPr sz="2700" b="1">
                <a:solidFill>
                  <a:srgbClr val="FFFFFF"/>
                </a:solidFill>
                <a:latin typeface="NanumGothic" charset="0"/>
                <a:ea typeface="NanumGothic" charset="0"/>
                <a:sym typeface="나눔고딕" charset="0"/>
              </a:rPr>
              <a:t>모델</a:t>
            </a:r>
            <a:r>
              <a:rPr sz="2700" b="1">
                <a:solidFill>
                  <a:srgbClr val="FFFFFF"/>
                </a:solidFill>
                <a:latin typeface="Poppins" charset="0"/>
                <a:ea typeface="Poppins" charset="0"/>
                <a:sym typeface="나눔고딕" charset="0"/>
              </a:rPr>
              <a:t> 7</a:t>
            </a:r>
            <a:r>
              <a:rPr sz="2700" b="1">
                <a:solidFill>
                  <a:srgbClr val="FFFFFF"/>
                </a:solidFill>
                <a:latin typeface="NanumGothic" charset="0"/>
                <a:ea typeface="NanumGothic" charset="0"/>
                <a:sym typeface="나눔고딕" charset="0"/>
              </a:rPr>
              <a:t>종</a:t>
            </a:r>
            <a:endParaRPr lang="ko-KR" altLang="en-US" sz="2700" b="1">
              <a:solidFill>
                <a:srgbClr val="FFFFFF"/>
              </a:solidFill>
              <a:latin typeface="NanumGothic"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07</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rot="0">
            <a:off x="496569" y="1238250"/>
            <a:ext cx="11111230" cy="277495"/>
          </a:xfrm>
          <a:prstGeom prst="rect"/>
          <a:noFill/>
        </p:spPr>
        <p:txBody>
          <a:bodyPr wrap="square" lIns="0" tIns="0" rIns="0" bIns="0" numCol="1" vert="horz" anchor="t">
            <a:spAutoFit/>
          </a:bodyPr>
          <a:lstStyle/>
          <a:p>
            <a:pPr marL="0" indent="0" rtl="0" algn="l" defTabSz="914400" eaLnBrk="1" latinLnBrk="0" hangingPunct="1">
              <a:buFontTx/>
              <a:buNone/>
            </a:pPr>
            <a:r>
              <a:rPr sz="1800" b="0">
                <a:solidFill>
                  <a:srgbClr val="566577"/>
                </a:solidFill>
                <a:latin typeface="NanumGothic" charset="0"/>
                <a:ea typeface="NanumGothic" charset="0"/>
              </a:rPr>
              <a:t>연산 구조가 다른 7개 모델로 MAC </a:t>
            </a:r>
            <a:r>
              <a:rPr sz="1800" b="0">
                <a:solidFill>
                  <a:srgbClr val="566577"/>
                </a:solidFill>
                <a:latin typeface="NanumGothic" charset="0"/>
                <a:ea typeface="NanumGothic" charset="0"/>
              </a:rPr>
              <a:t>Scaling</a:t>
            </a:r>
            <a:r>
              <a:rPr sz="1800" b="0">
                <a:solidFill>
                  <a:srgbClr val="566577"/>
                </a:solidFill>
                <a:latin typeface="NanumGothic" charset="0"/>
                <a:ea typeface="NanumGothic" charset="0"/>
              </a:rPr>
              <a:t> 특성비교</a:t>
            </a:r>
            <a:endParaRPr lang="ko-KR" altLang="en-US" sz="1800" b="0">
              <a:solidFill>
                <a:srgbClr val="566577"/>
              </a:solidFill>
              <a:latin typeface="NanumGothic" charset="0"/>
              <a:ea typeface="NanumGothic"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모든 모델은 INT8이며 CPU fallback 연산</a:t>
            </a:r>
            <a:r>
              <a:rPr sz="1700" b="1">
                <a:solidFill>
                  <a:srgbClr val="13366B"/>
                </a:solidFill>
                <a:latin typeface="NanumGothic" charset="0"/>
                <a:ea typeface="NanumGothic" charset="0"/>
              </a:rPr>
              <a:t>은 존재하지 않았음</a:t>
            </a:r>
            <a:endParaRPr lang="ko-KR" altLang="en-US" sz="1700" b="1">
              <a:solidFill>
                <a:srgbClr val="13366B"/>
              </a:solidFill>
              <a:latin typeface="NanumGothic" charset="0"/>
              <a:ea typeface="NanumGothic" charset="0"/>
            </a:endParaRPr>
          </a:p>
        </p:txBody>
      </p:sp>
      <p:sp>
        <p:nvSpPr>
          <p:cNvPr id="8" name="Rect 0"/>
          <p:cNvSpPr>
            <a:spLocks/>
          </p:cNvSpPr>
          <p:nvPr/>
        </p:nvSpPr>
        <p:spPr>
          <a:xfrm rot="0">
            <a:off x="502920" y="1847215"/>
            <a:ext cx="3235960"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 name="Rect 0"/>
          <p:cNvSpPr txBox="1">
            <a:spLocks/>
          </p:cNvSpPr>
          <p:nvPr/>
        </p:nvSpPr>
        <p:spPr>
          <a:xfrm rot="0">
            <a:off x="621665" y="194754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sym typeface="나눔고딕" charset="0"/>
              </a:rPr>
              <a:t>모델</a:t>
            </a:r>
            <a:endParaRPr lang="ko-KR" altLang="en-US" sz="1650" b="1">
              <a:solidFill>
                <a:srgbClr val="FFFFFF"/>
              </a:solidFill>
              <a:latin typeface="NanumGothic" charset="0"/>
              <a:ea typeface="NanumGothic" charset="0"/>
              <a:sym typeface="나눔고딕" charset="0"/>
            </a:endParaRPr>
          </a:p>
        </p:txBody>
      </p:sp>
      <p:sp>
        <p:nvSpPr>
          <p:cNvPr id="10" name="Rect 0"/>
          <p:cNvSpPr>
            <a:spLocks/>
          </p:cNvSpPr>
          <p:nvPr/>
        </p:nvSpPr>
        <p:spPr>
          <a:xfrm rot="0">
            <a:off x="3738245" y="1847215"/>
            <a:ext cx="2232025"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 name="Rect 0"/>
          <p:cNvSpPr txBox="1">
            <a:spLocks/>
          </p:cNvSpPr>
          <p:nvPr/>
        </p:nvSpPr>
        <p:spPr>
          <a:xfrm rot="0">
            <a:off x="3856990" y="1947545"/>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sym typeface="나눔고딕" charset="0"/>
              </a:rPr>
              <a:t>작업</a:t>
            </a:r>
            <a:endParaRPr lang="ko-KR" altLang="en-US" sz="1650" b="1">
              <a:solidFill>
                <a:srgbClr val="FFFFFF"/>
              </a:solidFill>
              <a:latin typeface="NanumGothic" charset="0"/>
              <a:ea typeface="NanumGothic" charset="0"/>
              <a:sym typeface="나눔고딕" charset="0"/>
            </a:endParaRPr>
          </a:p>
        </p:txBody>
      </p:sp>
      <p:sp>
        <p:nvSpPr>
          <p:cNvPr id="12" name="Rect 0"/>
          <p:cNvSpPr>
            <a:spLocks/>
          </p:cNvSpPr>
          <p:nvPr/>
        </p:nvSpPr>
        <p:spPr>
          <a:xfrm rot="0">
            <a:off x="5969000" y="1847215"/>
            <a:ext cx="5690235"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 name="Rect 0"/>
          <p:cNvSpPr txBox="1">
            <a:spLocks/>
          </p:cNvSpPr>
          <p:nvPr/>
        </p:nvSpPr>
        <p:spPr>
          <a:xfrm>
            <a:off x="6088380" y="1947544"/>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rPr>
              <a:t>주요</a:t>
            </a:r>
            <a:r>
              <a:rPr sz="1650" b="1">
                <a:solidFill>
                  <a:srgbClr val="FFFFFF"/>
                </a:solidFill>
                <a:latin typeface="Poppins" charset="0"/>
                <a:ea typeface="Poppins" charset="0"/>
              </a:rPr>
              <a:t> </a:t>
            </a:r>
            <a:r>
              <a:rPr sz="1650" b="1">
                <a:solidFill>
                  <a:srgbClr val="FFFFFF"/>
                </a:solidFill>
                <a:latin typeface="NanumGothic" charset="0"/>
                <a:ea typeface="NanumGothic" charset="0"/>
              </a:rPr>
              <a:t>특성</a:t>
            </a:r>
            <a:endParaRPr lang="ko-KR" altLang="en-US" sz="1650" b="1">
              <a:solidFill>
                <a:srgbClr val="FFFFFF"/>
              </a:solidFill>
              <a:latin typeface="NanumGothic" charset="0"/>
              <a:ea typeface="NanumGothic" charset="0"/>
            </a:endParaRPr>
          </a:p>
        </p:txBody>
      </p:sp>
      <p:sp>
        <p:nvSpPr>
          <p:cNvPr id="14" name="Rect 0"/>
          <p:cNvSpPr>
            <a:spLocks/>
          </p:cNvSpPr>
          <p:nvPr/>
        </p:nvSpPr>
        <p:spPr>
          <a:xfrm rot="0">
            <a:off x="502920" y="2277110"/>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 name="Rect 0"/>
          <p:cNvSpPr txBox="1">
            <a:spLocks/>
          </p:cNvSpPr>
          <p:nvPr/>
        </p:nvSpPr>
        <p:spPr>
          <a:xfrm rot="0">
            <a:off x="621665" y="237744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RNNoise</a:t>
            </a:r>
            <a:endParaRPr lang="ko-KR" altLang="en-US" sz="1650" b="0">
              <a:solidFill>
                <a:srgbClr val="22364B"/>
              </a:solidFill>
              <a:latin typeface="Poppins" charset="0"/>
              <a:ea typeface="Poppins" charset="0"/>
              <a:sym typeface="나눔고딕" charset="0"/>
            </a:endParaRPr>
          </a:p>
        </p:txBody>
      </p:sp>
      <p:sp>
        <p:nvSpPr>
          <p:cNvPr id="16" name="Rect 0"/>
          <p:cNvSpPr>
            <a:spLocks/>
          </p:cNvSpPr>
          <p:nvPr/>
        </p:nvSpPr>
        <p:spPr>
          <a:xfrm rot="0">
            <a:off x="3738245" y="2277110"/>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7" name="Rect 0"/>
          <p:cNvSpPr txBox="1">
            <a:spLocks/>
          </p:cNvSpPr>
          <p:nvPr/>
        </p:nvSpPr>
        <p:spPr>
          <a:xfrm rot="0">
            <a:off x="3856990" y="2377440"/>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잡음</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억제</a:t>
            </a:r>
            <a:endParaRPr lang="ko-KR" altLang="en-US" sz="1650" b="0">
              <a:solidFill>
                <a:srgbClr val="22364B"/>
              </a:solidFill>
              <a:latin typeface="NanumGothic" charset="0"/>
              <a:ea typeface="NanumGothic" charset="0"/>
              <a:sym typeface="나눔고딕" charset="0"/>
            </a:endParaRPr>
          </a:p>
        </p:txBody>
      </p:sp>
      <p:sp>
        <p:nvSpPr>
          <p:cNvPr id="18" name="Rect 0"/>
          <p:cNvSpPr>
            <a:spLocks/>
          </p:cNvSpPr>
          <p:nvPr/>
        </p:nvSpPr>
        <p:spPr>
          <a:xfrm rot="0">
            <a:off x="5969000" y="2277110"/>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9" name="Rect 0"/>
          <p:cNvSpPr txBox="1">
            <a:spLocks/>
          </p:cNvSpPr>
          <p:nvPr/>
        </p:nvSpPr>
        <p:spPr>
          <a:xfrm>
            <a:off x="6088380" y="2377440"/>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작은</a:t>
            </a:r>
            <a:r>
              <a:rPr sz="1650" b="0">
                <a:solidFill>
                  <a:srgbClr val="22364B"/>
                </a:solidFill>
                <a:latin typeface="Poppins" charset="0"/>
                <a:ea typeface="Poppins" charset="0"/>
              </a:rPr>
              <a:t> FC</a:t>
            </a:r>
            <a:r>
              <a:rPr sz="1650" b="0">
                <a:solidFill>
                  <a:srgbClr val="22364B"/>
                </a:solidFill>
                <a:latin typeface="Poppins" charset="0"/>
                <a:ea typeface="Poppins" charset="0"/>
              </a:rPr>
              <a:t>,</a:t>
            </a:r>
            <a:r>
              <a:rPr sz="1650" b="0">
                <a:solidFill>
                  <a:srgbClr val="22364B"/>
                </a:solidFill>
                <a:latin typeface="Poppins" charset="0"/>
                <a:ea typeface="Poppins" charset="0"/>
              </a:rPr>
              <a:t>GRU / </a:t>
            </a:r>
            <a:r>
              <a:rPr sz="1650" b="0">
                <a:solidFill>
                  <a:srgbClr val="22364B"/>
                </a:solidFill>
                <a:latin typeface="NanumGothic" charset="0"/>
                <a:ea typeface="NanumGothic" charset="0"/>
              </a:rPr>
              <a:t>다수의</a:t>
            </a:r>
            <a:r>
              <a:rPr sz="1650" b="0">
                <a:solidFill>
                  <a:srgbClr val="22364B"/>
                </a:solidFill>
                <a:latin typeface="Poppins" charset="0"/>
                <a:ea typeface="Poppins" charset="0"/>
              </a:rPr>
              <a:t> </a:t>
            </a:r>
            <a:r>
              <a:rPr sz="1650" b="0">
                <a:solidFill>
                  <a:srgbClr val="22364B"/>
                </a:solidFill>
                <a:latin typeface="Poppins" charset="0"/>
                <a:ea typeface="Poppins" charset="0"/>
              </a:rPr>
              <a:t>Element Wise</a:t>
            </a:r>
            <a:r>
              <a:rPr sz="1650" b="0">
                <a:solidFill>
                  <a:srgbClr val="22364B"/>
                </a:solidFill>
                <a:latin typeface="Poppins" charset="0"/>
                <a:ea typeface="Poppins" charset="0"/>
              </a:rPr>
              <a:t> </a:t>
            </a:r>
            <a:r>
              <a:rPr sz="1650" b="0">
                <a:solidFill>
                  <a:srgbClr val="22364B"/>
                </a:solidFill>
                <a:latin typeface="NanumGothic" charset="0"/>
                <a:ea typeface="NanumGothic" charset="0"/>
              </a:rPr>
              <a:t>연산</a:t>
            </a:r>
            <a:endParaRPr lang="ko-KR" altLang="en-US" sz="1650" b="0">
              <a:solidFill>
                <a:srgbClr val="22364B"/>
              </a:solidFill>
              <a:latin typeface="NanumGothic" charset="0"/>
              <a:ea typeface="NanumGothic" charset="0"/>
            </a:endParaRPr>
          </a:p>
        </p:txBody>
      </p:sp>
      <p:sp>
        <p:nvSpPr>
          <p:cNvPr id="20" name="Rect 0"/>
          <p:cNvSpPr>
            <a:spLocks/>
          </p:cNvSpPr>
          <p:nvPr/>
        </p:nvSpPr>
        <p:spPr>
          <a:xfrm rot="0">
            <a:off x="502920" y="270637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1" name="Rect 0"/>
          <p:cNvSpPr txBox="1">
            <a:spLocks/>
          </p:cNvSpPr>
          <p:nvPr/>
        </p:nvSpPr>
        <p:spPr>
          <a:xfrm rot="0">
            <a:off x="621665" y="280733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MicroNet KWS</a:t>
            </a:r>
            <a:endParaRPr lang="ko-KR" altLang="en-US" sz="1650" b="0">
              <a:solidFill>
                <a:srgbClr val="22364B"/>
              </a:solidFill>
              <a:latin typeface="Poppins" charset="0"/>
              <a:ea typeface="Poppins" charset="0"/>
              <a:sym typeface="나눔고딕" charset="0"/>
            </a:endParaRPr>
          </a:p>
        </p:txBody>
      </p:sp>
      <p:sp>
        <p:nvSpPr>
          <p:cNvPr id="22" name="Rect 0"/>
          <p:cNvSpPr>
            <a:spLocks/>
          </p:cNvSpPr>
          <p:nvPr/>
        </p:nvSpPr>
        <p:spPr>
          <a:xfrm rot="0">
            <a:off x="3738245" y="270637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3" name="Rect 0"/>
          <p:cNvSpPr txBox="1">
            <a:spLocks/>
          </p:cNvSpPr>
          <p:nvPr/>
        </p:nvSpPr>
        <p:spPr>
          <a:xfrm>
            <a:off x="3856990" y="2807335"/>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Keyword Detection</a:t>
            </a:r>
            <a:endParaRPr lang="ko-KR" altLang="en-US" sz="1650" b="0">
              <a:solidFill>
                <a:srgbClr val="22364B"/>
              </a:solidFill>
              <a:latin typeface="NanumGothic" charset="0"/>
              <a:ea typeface="NanumGothic" charset="0"/>
            </a:endParaRPr>
          </a:p>
        </p:txBody>
      </p:sp>
      <p:sp>
        <p:nvSpPr>
          <p:cNvPr id="24" name="Rect 0"/>
          <p:cNvSpPr>
            <a:spLocks/>
          </p:cNvSpPr>
          <p:nvPr/>
        </p:nvSpPr>
        <p:spPr>
          <a:xfrm rot="0">
            <a:off x="5969000" y="270637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5" name="Rect 0"/>
          <p:cNvSpPr txBox="1">
            <a:spLocks/>
          </p:cNvSpPr>
          <p:nvPr/>
        </p:nvSpPr>
        <p:spPr>
          <a:xfrm rot="0">
            <a:off x="6088380" y="2807335"/>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소규모</a:t>
            </a:r>
            <a:r>
              <a:rPr sz="1650" b="0">
                <a:solidFill>
                  <a:srgbClr val="22364B"/>
                </a:solidFill>
                <a:latin typeface="Poppins" charset="0"/>
                <a:ea typeface="Poppins" charset="0"/>
                <a:sym typeface="나눔고딕" charset="0"/>
              </a:rPr>
              <a:t> CNN</a:t>
            </a:r>
            <a:endParaRPr lang="ko-KR" altLang="en-US" sz="1650" b="0">
              <a:solidFill>
                <a:srgbClr val="22364B"/>
              </a:solidFill>
              <a:latin typeface="Poppins" charset="0"/>
              <a:ea typeface="Poppins" charset="0"/>
              <a:sym typeface="나눔고딕" charset="0"/>
            </a:endParaRPr>
          </a:p>
        </p:txBody>
      </p:sp>
      <p:sp>
        <p:nvSpPr>
          <p:cNvPr id="26" name="Rect 0"/>
          <p:cNvSpPr>
            <a:spLocks/>
          </p:cNvSpPr>
          <p:nvPr/>
        </p:nvSpPr>
        <p:spPr>
          <a:xfrm rot="0">
            <a:off x="502920" y="3136265"/>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7" name="Rect 0"/>
          <p:cNvSpPr txBox="1">
            <a:spLocks/>
          </p:cNvSpPr>
          <p:nvPr/>
        </p:nvSpPr>
        <p:spPr>
          <a:xfrm rot="0">
            <a:off x="621665" y="323723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AD Medium</a:t>
            </a:r>
            <a:endParaRPr lang="ko-KR" altLang="en-US" sz="1650" b="0">
              <a:solidFill>
                <a:srgbClr val="22364B"/>
              </a:solidFill>
              <a:latin typeface="Poppins" charset="0"/>
              <a:ea typeface="Poppins" charset="0"/>
              <a:sym typeface="나눔고딕" charset="0"/>
            </a:endParaRPr>
          </a:p>
        </p:txBody>
      </p:sp>
      <p:sp>
        <p:nvSpPr>
          <p:cNvPr id="28" name="Rect 0"/>
          <p:cNvSpPr>
            <a:spLocks/>
          </p:cNvSpPr>
          <p:nvPr/>
        </p:nvSpPr>
        <p:spPr>
          <a:xfrm rot="0">
            <a:off x="3738245" y="3136265"/>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9" name="Rect 0"/>
          <p:cNvSpPr txBox="1">
            <a:spLocks/>
          </p:cNvSpPr>
          <p:nvPr/>
        </p:nvSpPr>
        <p:spPr>
          <a:xfrm>
            <a:off x="3856990" y="3237230"/>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Anomarly Detection</a:t>
            </a:r>
            <a:endParaRPr lang="ko-KR" altLang="en-US" sz="1650" b="0">
              <a:solidFill>
                <a:srgbClr val="22364B"/>
              </a:solidFill>
              <a:latin typeface="NanumGothic" charset="0"/>
              <a:ea typeface="NanumGothic" charset="0"/>
            </a:endParaRPr>
          </a:p>
        </p:txBody>
      </p:sp>
      <p:sp>
        <p:nvSpPr>
          <p:cNvPr id="30" name="Rect 0"/>
          <p:cNvSpPr>
            <a:spLocks/>
          </p:cNvSpPr>
          <p:nvPr/>
        </p:nvSpPr>
        <p:spPr>
          <a:xfrm rot="0">
            <a:off x="5969000" y="3136265"/>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1" name="Rect 0"/>
          <p:cNvSpPr txBox="1">
            <a:spLocks/>
          </p:cNvSpPr>
          <p:nvPr/>
        </p:nvSpPr>
        <p:spPr>
          <a:xfrm rot="0">
            <a:off x="6088380" y="323723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Conv2D </a:t>
            </a:r>
            <a:r>
              <a:rPr sz="1650" b="0">
                <a:solidFill>
                  <a:srgbClr val="22364B"/>
                </a:solidFill>
                <a:latin typeface="NanumGothic" charset="0"/>
                <a:ea typeface="NanumGothic" charset="0"/>
                <a:sym typeface="나눔고딕" charset="0"/>
              </a:rPr>
              <a:t>중심</a:t>
            </a:r>
            <a:endParaRPr lang="ko-KR" altLang="en-US" sz="1650" b="0">
              <a:solidFill>
                <a:srgbClr val="22364B"/>
              </a:solidFill>
              <a:latin typeface="NanumGothic" charset="0"/>
              <a:ea typeface="NanumGothic" charset="0"/>
              <a:sym typeface="나눔고딕" charset="0"/>
            </a:endParaRPr>
          </a:p>
        </p:txBody>
      </p:sp>
      <p:sp>
        <p:nvSpPr>
          <p:cNvPr id="32" name="Rect 0"/>
          <p:cNvSpPr>
            <a:spLocks/>
          </p:cNvSpPr>
          <p:nvPr/>
        </p:nvSpPr>
        <p:spPr>
          <a:xfrm rot="0">
            <a:off x="502920" y="356616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3" name="Rect 0"/>
          <p:cNvSpPr txBox="1">
            <a:spLocks/>
          </p:cNvSpPr>
          <p:nvPr/>
        </p:nvSpPr>
        <p:spPr>
          <a:xfrm rot="0">
            <a:off x="621665" y="366649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Visual Wake Words</a:t>
            </a:r>
            <a:endParaRPr lang="ko-KR" altLang="en-US" sz="1650" b="0">
              <a:solidFill>
                <a:srgbClr val="22364B"/>
              </a:solidFill>
              <a:latin typeface="Poppins" charset="0"/>
              <a:ea typeface="Poppins" charset="0"/>
              <a:sym typeface="나눔고딕" charset="0"/>
            </a:endParaRPr>
          </a:p>
        </p:txBody>
      </p:sp>
      <p:sp>
        <p:nvSpPr>
          <p:cNvPr id="34" name="Rect 0"/>
          <p:cNvSpPr>
            <a:spLocks/>
          </p:cNvSpPr>
          <p:nvPr/>
        </p:nvSpPr>
        <p:spPr>
          <a:xfrm rot="0">
            <a:off x="3738245" y="356616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5" name="Rect 0"/>
          <p:cNvSpPr txBox="1">
            <a:spLocks/>
          </p:cNvSpPr>
          <p:nvPr/>
        </p:nvSpPr>
        <p:spPr>
          <a:xfrm rot="0">
            <a:off x="3856990" y="3666489"/>
            <a:ext cx="23469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사람 유무 판별</a:t>
            </a:r>
            <a:endParaRPr lang="ko-KR" altLang="en-US" sz="1650" b="0">
              <a:solidFill>
                <a:srgbClr val="22364B"/>
              </a:solidFill>
              <a:latin typeface="NanumGothic" charset="0"/>
              <a:ea typeface="NanumGothic" charset="0"/>
            </a:endParaRPr>
          </a:p>
        </p:txBody>
      </p:sp>
      <p:sp>
        <p:nvSpPr>
          <p:cNvPr id="36" name="Rect 0"/>
          <p:cNvSpPr>
            <a:spLocks/>
          </p:cNvSpPr>
          <p:nvPr/>
        </p:nvSpPr>
        <p:spPr>
          <a:xfrm rot="0">
            <a:off x="5969000" y="356616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7" name="Rect 0"/>
          <p:cNvSpPr txBox="1">
            <a:spLocks/>
          </p:cNvSpPr>
          <p:nvPr/>
        </p:nvSpPr>
        <p:spPr>
          <a:xfrm rot="0">
            <a:off x="6088380" y="366649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Depthwise </a:t>
            </a:r>
            <a:r>
              <a:rPr sz="1650" b="0">
                <a:solidFill>
                  <a:srgbClr val="22364B"/>
                </a:solidFill>
                <a:latin typeface="NanumGothic" charset="0"/>
                <a:ea typeface="NanumGothic" charset="0"/>
                <a:sym typeface="나눔고딕" charset="0"/>
              </a:rPr>
              <a:t>비중이</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큰</a:t>
            </a:r>
            <a:r>
              <a:rPr sz="1650" b="0">
                <a:solidFill>
                  <a:srgbClr val="22364B"/>
                </a:solidFill>
                <a:latin typeface="Poppins" charset="0"/>
                <a:ea typeface="Poppins" charset="0"/>
                <a:sym typeface="나눔고딕" charset="0"/>
              </a:rPr>
              <a:t> CNN</a:t>
            </a:r>
            <a:endParaRPr lang="ko-KR" altLang="en-US" sz="1650" b="0">
              <a:solidFill>
                <a:srgbClr val="22364B"/>
              </a:solidFill>
              <a:latin typeface="Poppins" charset="0"/>
              <a:ea typeface="Poppins" charset="0"/>
              <a:sym typeface="나눔고딕" charset="0"/>
            </a:endParaRPr>
          </a:p>
        </p:txBody>
      </p:sp>
      <p:sp>
        <p:nvSpPr>
          <p:cNvPr id="38" name="Rect 0"/>
          <p:cNvSpPr>
            <a:spLocks/>
          </p:cNvSpPr>
          <p:nvPr/>
        </p:nvSpPr>
        <p:spPr>
          <a:xfrm rot="0">
            <a:off x="502920" y="3996055"/>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9" name="Rect 0"/>
          <p:cNvSpPr txBox="1">
            <a:spLocks/>
          </p:cNvSpPr>
          <p:nvPr/>
        </p:nvSpPr>
        <p:spPr>
          <a:xfrm rot="0">
            <a:off x="621665" y="409638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YOLO-Fastest</a:t>
            </a:r>
            <a:endParaRPr lang="ko-KR" altLang="en-US" sz="1650" b="0">
              <a:solidFill>
                <a:srgbClr val="22364B"/>
              </a:solidFill>
              <a:latin typeface="Poppins" charset="0"/>
              <a:ea typeface="Poppins" charset="0"/>
              <a:sym typeface="나눔고딕" charset="0"/>
            </a:endParaRPr>
          </a:p>
        </p:txBody>
      </p:sp>
      <p:sp>
        <p:nvSpPr>
          <p:cNvPr id="40" name="Rect 0"/>
          <p:cNvSpPr>
            <a:spLocks/>
          </p:cNvSpPr>
          <p:nvPr/>
        </p:nvSpPr>
        <p:spPr>
          <a:xfrm rot="0">
            <a:off x="3738245" y="3996055"/>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1" name="Rect 0"/>
          <p:cNvSpPr txBox="1">
            <a:spLocks/>
          </p:cNvSpPr>
          <p:nvPr/>
        </p:nvSpPr>
        <p:spPr>
          <a:xfrm>
            <a:off x="3856990" y="4096385"/>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Object Detection</a:t>
            </a:r>
            <a:endParaRPr lang="ko-KR" altLang="en-US" sz="1650" b="0">
              <a:solidFill>
                <a:srgbClr val="22364B"/>
              </a:solidFill>
              <a:latin typeface="NanumGothic" charset="0"/>
              <a:ea typeface="NanumGothic" charset="0"/>
            </a:endParaRPr>
          </a:p>
        </p:txBody>
      </p:sp>
      <p:sp>
        <p:nvSpPr>
          <p:cNvPr id="42" name="Rect 0"/>
          <p:cNvSpPr>
            <a:spLocks/>
          </p:cNvSpPr>
          <p:nvPr/>
        </p:nvSpPr>
        <p:spPr>
          <a:xfrm rot="0">
            <a:off x="5969000" y="3996055"/>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3" name="Rect 0"/>
          <p:cNvSpPr txBox="1">
            <a:spLocks/>
          </p:cNvSpPr>
          <p:nvPr/>
        </p:nvSpPr>
        <p:spPr>
          <a:xfrm>
            <a:off x="6088380" y="4096385"/>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Poppins" charset="0"/>
                <a:ea typeface="Poppins" charset="0"/>
              </a:rPr>
              <a:t>F</a:t>
            </a:r>
            <a:r>
              <a:rPr sz="1650" b="0">
                <a:solidFill>
                  <a:srgbClr val="22364B"/>
                </a:solidFill>
                <a:latin typeface="Poppins" charset="0"/>
                <a:ea typeface="Poppins" charset="0"/>
              </a:rPr>
              <a:t>eature map</a:t>
            </a:r>
            <a:r>
              <a:rPr sz="1650" b="0">
                <a:solidFill>
                  <a:srgbClr val="22364B"/>
                </a:solidFill>
                <a:latin typeface="Poppins" charset="0"/>
                <a:ea typeface="Poppins" charset="0"/>
              </a:rPr>
              <a:t>(Multi-Scale)</a:t>
            </a:r>
            <a:endParaRPr lang="ko-KR" altLang="en-US" sz="1650" b="0">
              <a:solidFill>
                <a:srgbClr val="22364B"/>
              </a:solidFill>
              <a:latin typeface="Poppins" charset="0"/>
              <a:ea typeface="Poppins" charset="0"/>
            </a:endParaRPr>
          </a:p>
        </p:txBody>
      </p:sp>
      <p:sp>
        <p:nvSpPr>
          <p:cNvPr id="44" name="Rect 0"/>
          <p:cNvSpPr>
            <a:spLocks/>
          </p:cNvSpPr>
          <p:nvPr/>
        </p:nvSpPr>
        <p:spPr>
          <a:xfrm rot="0">
            <a:off x="502920" y="442595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5" name="Rect 0"/>
          <p:cNvSpPr txBox="1">
            <a:spLocks/>
          </p:cNvSpPr>
          <p:nvPr/>
        </p:nvSpPr>
        <p:spPr>
          <a:xfrm rot="0">
            <a:off x="621665" y="452628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MobileNetV2</a:t>
            </a:r>
            <a:endParaRPr lang="ko-KR" altLang="en-US" sz="1650" b="0">
              <a:solidFill>
                <a:srgbClr val="22364B"/>
              </a:solidFill>
              <a:latin typeface="Poppins" charset="0"/>
              <a:ea typeface="Poppins" charset="0"/>
              <a:sym typeface="나눔고딕" charset="0"/>
            </a:endParaRPr>
          </a:p>
        </p:txBody>
      </p:sp>
      <p:sp>
        <p:nvSpPr>
          <p:cNvPr id="46" name="Rect 0"/>
          <p:cNvSpPr>
            <a:spLocks/>
          </p:cNvSpPr>
          <p:nvPr/>
        </p:nvSpPr>
        <p:spPr>
          <a:xfrm rot="0">
            <a:off x="3738245" y="442595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7" name="Rect 0"/>
          <p:cNvSpPr txBox="1">
            <a:spLocks/>
          </p:cNvSpPr>
          <p:nvPr/>
        </p:nvSpPr>
        <p:spPr>
          <a:xfrm rot="0">
            <a:off x="3856990" y="4526280"/>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이미지</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분류</a:t>
            </a:r>
            <a:endParaRPr lang="ko-KR" altLang="en-US" sz="1650" b="0">
              <a:solidFill>
                <a:srgbClr val="22364B"/>
              </a:solidFill>
              <a:latin typeface="NanumGothic" charset="0"/>
              <a:ea typeface="NanumGothic" charset="0"/>
              <a:sym typeface="나눔고딕" charset="0"/>
            </a:endParaRPr>
          </a:p>
        </p:txBody>
      </p:sp>
      <p:sp>
        <p:nvSpPr>
          <p:cNvPr id="48" name="Rect 0"/>
          <p:cNvSpPr>
            <a:spLocks/>
          </p:cNvSpPr>
          <p:nvPr/>
        </p:nvSpPr>
        <p:spPr>
          <a:xfrm rot="0">
            <a:off x="5969000" y="442595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9" name="Rect 0"/>
          <p:cNvSpPr txBox="1">
            <a:spLocks/>
          </p:cNvSpPr>
          <p:nvPr/>
        </p:nvSpPr>
        <p:spPr>
          <a:xfrm rot="0">
            <a:off x="6088380" y="452628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Conv + Depthwise</a:t>
            </a:r>
            <a:endParaRPr lang="ko-KR" altLang="en-US" sz="1650" b="0">
              <a:solidFill>
                <a:srgbClr val="22364B"/>
              </a:solidFill>
              <a:latin typeface="Poppins" charset="0"/>
              <a:ea typeface="Poppins" charset="0"/>
              <a:sym typeface="나눔고딕" charset="0"/>
            </a:endParaRPr>
          </a:p>
        </p:txBody>
      </p:sp>
      <p:sp>
        <p:nvSpPr>
          <p:cNvPr id="50" name="Rect 0"/>
          <p:cNvSpPr>
            <a:spLocks/>
          </p:cNvSpPr>
          <p:nvPr/>
        </p:nvSpPr>
        <p:spPr>
          <a:xfrm rot="0">
            <a:off x="502920" y="4855210"/>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1" name="Rect 0"/>
          <p:cNvSpPr txBox="1">
            <a:spLocks/>
          </p:cNvSpPr>
          <p:nvPr/>
        </p:nvSpPr>
        <p:spPr>
          <a:xfrm rot="0">
            <a:off x="621665" y="495617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Wav2Letter</a:t>
            </a:r>
            <a:endParaRPr lang="ko-KR" altLang="en-US" sz="1650" b="0">
              <a:solidFill>
                <a:srgbClr val="22364B"/>
              </a:solidFill>
              <a:latin typeface="Poppins" charset="0"/>
              <a:ea typeface="Poppins" charset="0"/>
              <a:sym typeface="나눔고딕" charset="0"/>
            </a:endParaRPr>
          </a:p>
        </p:txBody>
      </p:sp>
      <p:sp>
        <p:nvSpPr>
          <p:cNvPr id="52" name="Rect 0"/>
          <p:cNvSpPr>
            <a:spLocks/>
          </p:cNvSpPr>
          <p:nvPr/>
        </p:nvSpPr>
        <p:spPr>
          <a:xfrm rot="0">
            <a:off x="3738245" y="4855210"/>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3" name="Rect 0"/>
          <p:cNvSpPr txBox="1">
            <a:spLocks/>
          </p:cNvSpPr>
          <p:nvPr/>
        </p:nvSpPr>
        <p:spPr>
          <a:xfrm rot="0">
            <a:off x="3856990" y="4956175"/>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음성</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인식</a:t>
            </a:r>
            <a:endParaRPr lang="ko-KR" altLang="en-US" sz="1650" b="0">
              <a:solidFill>
                <a:srgbClr val="22364B"/>
              </a:solidFill>
              <a:latin typeface="NanumGothic" charset="0"/>
              <a:ea typeface="NanumGothic" charset="0"/>
              <a:sym typeface="나눔고딕" charset="0"/>
            </a:endParaRPr>
          </a:p>
        </p:txBody>
      </p:sp>
      <p:sp>
        <p:nvSpPr>
          <p:cNvPr id="54" name="Rect 0"/>
          <p:cNvSpPr>
            <a:spLocks/>
          </p:cNvSpPr>
          <p:nvPr/>
        </p:nvSpPr>
        <p:spPr>
          <a:xfrm rot="0">
            <a:off x="5969000" y="4855210"/>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5" name="Rect 0"/>
          <p:cNvSpPr txBox="1">
            <a:spLocks/>
          </p:cNvSpPr>
          <p:nvPr/>
        </p:nvSpPr>
        <p:spPr>
          <a:xfrm rot="0">
            <a:off x="6088380" y="4956175"/>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실행 사이클이 가장 큰 모델</a:t>
            </a:r>
            <a:endParaRPr lang="ko-KR" altLang="en-US" sz="1650" b="0">
              <a:solidFill>
                <a:srgbClr val="22364B"/>
              </a:solidFill>
              <a:latin typeface="NanumGothic" charset="0"/>
              <a:ea typeface="NanumGothic" charset="0"/>
              <a:sym typeface="나눔고딕" charset="0"/>
            </a:endParaRPr>
          </a:p>
        </p:txBody>
      </p:sp>
      <p:sp>
        <p:nvSpPr>
          <p:cNvPr id="56" name="Rect 0"/>
          <p:cNvSpPr txBox="1">
            <a:spLocks/>
          </p:cNvSpPr>
          <p:nvPr/>
        </p:nvSpPr>
        <p:spPr>
          <a:xfrm rot="0">
            <a:off x="612775" y="5449570"/>
            <a:ext cx="10973435" cy="256540"/>
          </a:xfrm>
          <a:prstGeom prst="rect"/>
          <a:noFill/>
        </p:spPr>
        <p:txBody>
          <a:bodyPr wrap="square" lIns="0" tIns="0" rIns="0" bIns="0" vert="horz" anchor="t">
            <a:spAutoFit/>
          </a:bodyPr>
          <a:lstStyle/>
          <a:p>
            <a:pPr marL="0" indent="0" rtl="0" algn="l" defTabSz="914400" eaLnBrk="1" latinLnBrk="0" hangingPunct="1">
              <a:buFontTx/>
              <a:buNone/>
            </a:pPr>
            <a:r>
              <a:rPr sz="1550" b="0">
                <a:solidFill>
                  <a:srgbClr val="566577"/>
                </a:solidFill>
                <a:latin typeface="Poppins" charset="0"/>
                <a:ea typeface="Poppins" charset="0"/>
                <a:sym typeface="나눔고딕" charset="0"/>
              </a:rPr>
              <a:t>MLEK 예제 모델로 평가했으며, MLPerf Tiny 벤치마크를 실행한 결과는 아니다.</a:t>
            </a:r>
            <a:endParaRPr lang="ko-KR" altLang="en-US" sz="1550" b="0">
              <a:solidFill>
                <a:srgbClr val="566577"/>
              </a:solidFill>
              <a:latin typeface="Poppins" charset="0"/>
              <a:ea typeface="Poppins"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플랫폼 간 지표 일관성</a:t>
            </a: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09</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동일 모델·NPU</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MAC</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Vela 산출물의 플랫폼 간 비교</a:t>
            </a:r>
            <a:endParaRPr lang="ko-KR" altLang="en-US" sz="1700" b="0">
              <a:solidFill>
                <a:srgbClr val="566577"/>
              </a:solidFill>
              <a:latin typeface="NanumGothic" charset="0"/>
              <a:ea typeface="NanumGothic" charset="0"/>
              <a:cs typeface="NanumGothic" charset="0"/>
            </a:endParaRPr>
          </a:p>
        </p:txBody>
      </p:sp>
      <p:sp>
        <p:nvSpPr>
          <p:cNvPr id="5" name="Rectangle 4"/>
          <p:cNvSpPr/>
          <p:nvPr/>
        </p:nvSpPr>
        <p:spPr>
          <a:xfrm>
            <a:off x="457200" y="5806440"/>
            <a:ext cx="11265535"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275"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순위와 사이클 변화 방향은 유지됐지만, 효율 등급은 일부 조건에서 달라졌다.</a:t>
            </a:r>
          </a:p>
        </p:txBody>
      </p:sp>
      <p:sp>
        <p:nvSpPr>
          <p:cNvPr id="8" name="Rectangle 7"/>
          <p:cNvSpPr/>
          <p:nvPr/>
        </p:nvSpPr>
        <p:spPr>
          <a:xfrm>
            <a:off x="502920" y="1874520"/>
            <a:ext cx="3011805"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665" y="1984375"/>
            <a:ext cx="2774315"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동일</a:t>
            </a:r>
            <a:r>
              <a:rPr sz="1500" b="1">
                <a:solidFill>
                  <a:srgbClr val="FFFFFF"/>
                </a:solidFill>
                <a:latin typeface="Poppins"/>
                <a:ea typeface="Poppins"/>
                <a:cs typeface="Poppins"/>
              </a:rPr>
              <a:t> NPU </a:t>
            </a:r>
            <a:r>
              <a:rPr sz="1500" b="1">
                <a:solidFill>
                  <a:srgbClr val="FFFFFF"/>
                </a:solidFill>
                <a:latin typeface="NanumGothic"/>
                <a:ea typeface="NanumGothic"/>
                <a:cs typeface="NanumGothic"/>
              </a:rPr>
              <a:t>비교</a:t>
            </a:r>
          </a:p>
        </p:txBody>
      </p:sp>
      <p:sp>
        <p:nvSpPr>
          <p:cNvPr id="10" name="Rectangle 9"/>
          <p:cNvSpPr/>
          <p:nvPr/>
        </p:nvSpPr>
        <p:spPr>
          <a:xfrm>
            <a:off x="3514725" y="1874520"/>
            <a:ext cx="1896745"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4105" y="1984375"/>
            <a:ext cx="1658620" cy="338455"/>
          </a:xfrm>
          <a:prstGeom prst="rect">
            <a:avLst/>
          </a:prstGeom>
          <a:noFill/>
        </p:spPr>
        <p:txBody>
          <a:bodyPr wrap="square" lIns="0" rIns="0" tIns="0" bIns="0">
            <a:spAutoFit/>
          </a:bodyPr>
          <a:lstStyle/>
          <a:p>
            <a:pPr>
              <a:spcAft>
                <a:spcPts val="300"/>
              </a:spcAft>
            </a:pPr>
            <a:r>
              <a:rPr sz="1500" b="1">
                <a:solidFill>
                  <a:srgbClr val="FFFFFF"/>
                </a:solidFill>
                <a:latin typeface="Poppins"/>
                <a:ea typeface="Poppins"/>
                <a:cs typeface="Poppins"/>
              </a:rPr>
              <a:t>TA </a:t>
            </a:r>
            <a:r>
              <a:rPr sz="1500" b="1">
                <a:solidFill>
                  <a:srgbClr val="FFFFFF"/>
                </a:solidFill>
                <a:latin typeface="NanumGothic"/>
                <a:ea typeface="NanumGothic"/>
                <a:cs typeface="NanumGothic"/>
              </a:rPr>
              <a:t>조건</a:t>
            </a:r>
          </a:p>
        </p:txBody>
      </p:sp>
      <p:sp>
        <p:nvSpPr>
          <p:cNvPr id="12" name="Rectangle 11"/>
          <p:cNvSpPr/>
          <p:nvPr/>
        </p:nvSpPr>
        <p:spPr>
          <a:xfrm>
            <a:off x="5411470" y="1874520"/>
            <a:ext cx="223139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0215" y="1984375"/>
            <a:ext cx="1993265"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모델</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비용</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순위</a:t>
            </a:r>
          </a:p>
        </p:txBody>
      </p:sp>
      <p:sp>
        <p:nvSpPr>
          <p:cNvPr id="14" name="Rectangle 13"/>
          <p:cNvSpPr/>
          <p:nvPr/>
        </p:nvSpPr>
        <p:spPr>
          <a:xfrm>
            <a:off x="7642860" y="1874520"/>
            <a:ext cx="200787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1605" y="1984375"/>
            <a:ext cx="1770380"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변화 방향 일치</a:t>
            </a:r>
          </a:p>
        </p:txBody>
      </p:sp>
      <p:sp>
        <p:nvSpPr>
          <p:cNvPr id="16" name="Rectangle 15"/>
          <p:cNvSpPr/>
          <p:nvPr/>
        </p:nvSpPr>
        <p:spPr>
          <a:xfrm>
            <a:off x="9650730" y="1874520"/>
            <a:ext cx="200787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9475" y="1984375"/>
            <a:ext cx="1770380"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효율</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등급</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일치</a:t>
            </a:r>
          </a:p>
        </p:txBody>
      </p:sp>
      <p:sp>
        <p:nvSpPr>
          <p:cNvPr id="18" name="Rectangle 17"/>
          <p:cNvSpPr/>
          <p:nvPr/>
        </p:nvSpPr>
        <p:spPr>
          <a:xfrm>
            <a:off x="502920" y="2350135"/>
            <a:ext cx="301180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665" y="245999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310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315</a:t>
            </a:r>
          </a:p>
        </p:txBody>
      </p:sp>
      <p:sp>
        <p:nvSpPr>
          <p:cNvPr id="20" name="Rectangle 19"/>
          <p:cNvSpPr/>
          <p:nvPr/>
        </p:nvSpPr>
        <p:spPr>
          <a:xfrm>
            <a:off x="3514725" y="2350135"/>
            <a:ext cx="189674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4105" y="245999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OFF / OFF</a:t>
            </a:r>
          </a:p>
        </p:txBody>
      </p:sp>
      <p:sp>
        <p:nvSpPr>
          <p:cNvPr id="22" name="Rectangle 21"/>
          <p:cNvSpPr/>
          <p:nvPr/>
        </p:nvSpPr>
        <p:spPr>
          <a:xfrm>
            <a:off x="5411470" y="2350135"/>
            <a:ext cx="223139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0215" y="245999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24" name="Rectangle 23"/>
          <p:cNvSpPr/>
          <p:nvPr/>
        </p:nvSpPr>
        <p:spPr>
          <a:xfrm>
            <a:off x="7642860" y="2350135"/>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61605" y="245999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26" name="Rectangle 25"/>
          <p:cNvSpPr/>
          <p:nvPr/>
        </p:nvSpPr>
        <p:spPr>
          <a:xfrm>
            <a:off x="9650730" y="2350135"/>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9475" y="245999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28" name="Rectangle 27"/>
          <p:cNvSpPr/>
          <p:nvPr/>
        </p:nvSpPr>
        <p:spPr>
          <a:xfrm>
            <a:off x="502920" y="2825750"/>
            <a:ext cx="301180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665" y="293497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U55: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310</a:t>
            </a:r>
          </a:p>
        </p:txBody>
      </p:sp>
      <p:sp>
        <p:nvSpPr>
          <p:cNvPr id="30" name="Rectangle 29"/>
          <p:cNvSpPr/>
          <p:nvPr/>
        </p:nvSpPr>
        <p:spPr>
          <a:xfrm>
            <a:off x="3514725" y="2825750"/>
            <a:ext cx="189674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4105" y="293497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32" name="Rectangle 31"/>
          <p:cNvSpPr/>
          <p:nvPr/>
        </p:nvSpPr>
        <p:spPr>
          <a:xfrm>
            <a:off x="5411470" y="2825750"/>
            <a:ext cx="223139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0215" y="293497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34" name="Rectangle 33"/>
          <p:cNvSpPr/>
          <p:nvPr/>
        </p:nvSpPr>
        <p:spPr>
          <a:xfrm>
            <a:off x="7642860" y="2825750"/>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61605" y="293497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18 / 18</a:t>
            </a:r>
          </a:p>
        </p:txBody>
      </p:sp>
      <p:sp>
        <p:nvSpPr>
          <p:cNvPr id="36" name="Rectangle 35"/>
          <p:cNvSpPr/>
          <p:nvPr/>
        </p:nvSpPr>
        <p:spPr>
          <a:xfrm>
            <a:off x="9650730" y="2825750"/>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69475" y="293497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14 / 18</a:t>
            </a:r>
          </a:p>
        </p:txBody>
      </p:sp>
      <p:sp>
        <p:nvSpPr>
          <p:cNvPr id="38" name="Rectangle 37"/>
          <p:cNvSpPr/>
          <p:nvPr/>
        </p:nvSpPr>
        <p:spPr>
          <a:xfrm>
            <a:off x="502920" y="3300730"/>
            <a:ext cx="301180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665" y="3410585"/>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310</a:t>
            </a:r>
          </a:p>
        </p:txBody>
      </p:sp>
      <p:sp>
        <p:nvSpPr>
          <p:cNvPr id="40" name="Rectangle 39"/>
          <p:cNvSpPr/>
          <p:nvPr/>
        </p:nvSpPr>
        <p:spPr>
          <a:xfrm>
            <a:off x="3514725" y="3300730"/>
            <a:ext cx="189674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4105" y="3410585"/>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42" name="Rectangle 41"/>
          <p:cNvSpPr/>
          <p:nvPr/>
        </p:nvSpPr>
        <p:spPr>
          <a:xfrm>
            <a:off x="5411470" y="3300730"/>
            <a:ext cx="223139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30215" y="3410585"/>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44" name="Rectangle 43"/>
          <p:cNvSpPr/>
          <p:nvPr/>
        </p:nvSpPr>
        <p:spPr>
          <a:xfrm>
            <a:off x="7642860" y="3300730"/>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61605" y="3410585"/>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46" name="Rectangle 45"/>
          <p:cNvSpPr/>
          <p:nvPr/>
        </p:nvSpPr>
        <p:spPr>
          <a:xfrm>
            <a:off x="9650730" y="3300730"/>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69475" y="3410585"/>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5 / 7</a:t>
            </a:r>
          </a:p>
        </p:txBody>
      </p:sp>
      <p:sp>
        <p:nvSpPr>
          <p:cNvPr id="48" name="Rectangle 47"/>
          <p:cNvSpPr/>
          <p:nvPr/>
        </p:nvSpPr>
        <p:spPr>
          <a:xfrm>
            <a:off x="502920" y="3776345"/>
            <a:ext cx="301180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665" y="388620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315</a:t>
            </a:r>
          </a:p>
        </p:txBody>
      </p:sp>
      <p:sp>
        <p:nvSpPr>
          <p:cNvPr id="50" name="Rectangle 49"/>
          <p:cNvSpPr/>
          <p:nvPr/>
        </p:nvSpPr>
        <p:spPr>
          <a:xfrm>
            <a:off x="3514725" y="3776345"/>
            <a:ext cx="189674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34105" y="388620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52" name="Rectangle 51"/>
          <p:cNvSpPr/>
          <p:nvPr/>
        </p:nvSpPr>
        <p:spPr>
          <a:xfrm>
            <a:off x="5411470" y="3776345"/>
            <a:ext cx="223139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30215" y="388620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54" name="Rectangle 53"/>
          <p:cNvSpPr/>
          <p:nvPr/>
        </p:nvSpPr>
        <p:spPr>
          <a:xfrm>
            <a:off x="7642860" y="3776345"/>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61605" y="388620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56" name="Rectangle 55"/>
          <p:cNvSpPr/>
          <p:nvPr/>
        </p:nvSpPr>
        <p:spPr>
          <a:xfrm>
            <a:off x="9650730" y="3776345"/>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69475" y="388620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5 / 7</a:t>
            </a:r>
          </a:p>
        </p:txBody>
      </p:sp>
      <p:sp>
        <p:nvSpPr>
          <p:cNvPr id="58" name="TextBox 57"/>
          <p:cNvSpPr txBox="1"/>
          <p:nvPr/>
        </p:nvSpPr>
        <p:spPr>
          <a:xfrm>
            <a:off x="594360" y="4462145"/>
            <a:ext cx="10972800" cy="320040"/>
          </a:xfrm>
          <a:prstGeom prst="rect">
            <a:avLst/>
          </a:prstGeom>
          <a:noFill/>
        </p:spPr>
        <p:txBody>
          <a:bodyPr wrap="square" lIns="0" rIns="0" tIns="0" bIns="0">
            <a:spAutoFit/>
          </a:bodyPr>
          <a:lstStyle/>
          <a:p>
            <a:pPr>
              <a:spcAft>
                <a:spcPts val="500"/>
              </a:spcAft>
            </a:pPr>
            <a:r>
              <a:rPr sz="1600" b="1">
                <a:solidFill>
                  <a:srgbClr val="13366B"/>
                </a:solidFill>
                <a:latin typeface="NanumGothic"/>
                <a:ea typeface="NanumGothic"/>
                <a:cs typeface="NanumGothic"/>
              </a:rPr>
              <a:t>예: U55 / VWW 128→256 효율 0.639 → 0.795 (등급 경계 0.75를 넘음)</a:t>
            </a:r>
          </a:p>
        </p:txBody>
      </p:sp>
      <p:sp>
        <p:nvSpPr>
          <p:cNvPr id="59" name="TextBox 58"/>
          <p:cNvSpPr txBox="1"/>
          <p:nvPr/>
        </p:nvSpPr>
        <p:spPr>
          <a:xfrm>
            <a:off x="594360" y="5001895"/>
            <a:ext cx="10972800" cy="621665"/>
          </a:xfrm>
          <a:prstGeom prst="rect">
            <a:avLst/>
          </a:prstGeom>
          <a:noFill/>
        </p:spPr>
        <p:txBody>
          <a:bodyPr wrap="square" lIns="0" rIns="0" tIns="0" bIns="0">
            <a:spAutoFit/>
          </a:bodyPr>
          <a:lstStyle/>
          <a:p>
            <a:pPr>
              <a:spcAft>
                <a:spcPts val="500"/>
              </a:spcAft>
            </a:pPr>
            <a:r>
              <a:rPr sz="1400" b="0">
                <a:solidFill>
                  <a:srgbClr val="566577"/>
                </a:solidFill>
                <a:latin typeface="NanumGothic"/>
                <a:ea typeface="NanumGothic"/>
                <a:cs typeface="NanumGothic"/>
              </a:rPr>
              <a:t>비교 범위는 U55/U65다. U85는 같은 NPU를 다른 플랫폼에서 실행한 쌍이 없다.</a:t>
            </a:r>
          </a:p>
          <a:p>
            <a:pPr>
              <a:spcAft>
                <a:spcPts val="500"/>
              </a:spcAft>
            </a:pPr>
            <a:pPr/>
            <a:r>
              <a:rPr sz="1400" b="0">
                <a:solidFill>
                  <a:srgbClr val="566577"/>
                </a:solidFill>
                <a:latin typeface="NanumGothic"/>
                <a:ea typeface="NanumGothic"/>
                <a:cs typeface="NanumGothic"/>
              </a:rPr>
              <a:t>TA ON끼리 비교한 쌍이 없어, TA OFF에서 확인한 일치가 TA ON에서도 성립하는지는 평가하지 못했다.</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전체 측정 조합</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10</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700" b="0">
                <a:solidFill>
                  <a:srgbClr val="566577"/>
                </a:solidFill>
                <a:latin typeface="Poppins" charset="0"/>
                <a:ea typeface="NanumGothic" charset="0"/>
                <a:sym typeface="나눔고딕" charset="0"/>
              </a:rPr>
              <a:t>플랫폼 × NPU × MAC 구성 × 7개 모델 = 133개 구성 · memory mode와 TA는 NPU·플랫폼에 따라 고정</a:t>
            </a:r>
            <a:endParaRPr lang="ko-KR" altLang="en-US" sz="17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874519"/>
            <a:ext cx="132651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957070"/>
            <a:ext cx="108902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플랫폼</a:t>
            </a:r>
            <a:endParaRPr lang="ko-KR" altLang="en-US" sz="1400" b="1">
              <a:solidFill>
                <a:srgbClr val="FFFFFF"/>
              </a:solidFill>
              <a:latin typeface="Poppins" charset="0"/>
              <a:ea typeface="NanumGothic" charset="0"/>
              <a:sym typeface="나눔고딕" charset="0"/>
            </a:endParaRPr>
          </a:p>
        </p:txBody>
      </p:sp>
      <p:sp>
        <p:nvSpPr>
          <p:cNvPr id="7" name="Rect 0"/>
          <p:cNvSpPr>
            <a:spLocks/>
          </p:cNvSpPr>
          <p:nvPr/>
        </p:nvSpPr>
        <p:spPr>
          <a:xfrm rot="0">
            <a:off x="1828800" y="1874519"/>
            <a:ext cx="77787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1947544" y="1957070"/>
            <a:ext cx="54038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NPU</a:t>
            </a:r>
            <a:endParaRPr lang="ko-KR" altLang="en-US" sz="1400" b="1">
              <a:solidFill>
                <a:srgbClr val="FFFFFF"/>
              </a:solidFill>
              <a:latin typeface="Poppins" charset="0"/>
              <a:ea typeface="NanumGothic" charset="0"/>
              <a:sym typeface="나눔고딕" charset="0"/>
            </a:endParaRPr>
          </a:p>
        </p:txBody>
      </p:sp>
      <p:sp>
        <p:nvSpPr>
          <p:cNvPr id="9" name="Rect 0"/>
          <p:cNvSpPr>
            <a:spLocks/>
          </p:cNvSpPr>
          <p:nvPr/>
        </p:nvSpPr>
        <p:spPr>
          <a:xfrm rot="0">
            <a:off x="2606040" y="1874519"/>
            <a:ext cx="150939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2724785" y="1957070"/>
            <a:ext cx="127190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Memory mode</a:t>
            </a:r>
            <a:endParaRPr lang="ko-KR" altLang="en-US" sz="1400" b="1">
              <a:solidFill>
                <a:srgbClr val="FFFFFF"/>
              </a:solidFill>
              <a:latin typeface="Poppins" charset="0"/>
              <a:ea typeface="NanumGothic" charset="0"/>
              <a:sym typeface="나눔고딕" charset="0"/>
            </a:endParaRPr>
          </a:p>
        </p:txBody>
      </p:sp>
      <p:sp>
        <p:nvSpPr>
          <p:cNvPr id="11" name="Rect 0"/>
          <p:cNvSpPr>
            <a:spLocks/>
          </p:cNvSpPr>
          <p:nvPr/>
        </p:nvSpPr>
        <p:spPr>
          <a:xfrm rot="0">
            <a:off x="4114800" y="1874519"/>
            <a:ext cx="68643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4233545" y="1957070"/>
            <a:ext cx="44894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TA</a:t>
            </a:r>
            <a:endParaRPr lang="ko-KR" altLang="en-US" sz="1400" b="1">
              <a:solidFill>
                <a:srgbClr val="FFFFFF"/>
              </a:solidFill>
              <a:latin typeface="Poppins" charset="0"/>
              <a:ea typeface="NanumGothic" charset="0"/>
              <a:sym typeface="나눔고딕" charset="0"/>
            </a:endParaRPr>
          </a:p>
        </p:txBody>
      </p:sp>
      <p:sp>
        <p:nvSpPr>
          <p:cNvPr id="13" name="Rect 0"/>
          <p:cNvSpPr>
            <a:spLocks/>
          </p:cNvSpPr>
          <p:nvPr/>
        </p:nvSpPr>
        <p:spPr>
          <a:xfrm rot="0">
            <a:off x="4800600" y="1874519"/>
            <a:ext cx="251523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4919345" y="1957070"/>
            <a:ext cx="227774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MAC 구성</a:t>
            </a:r>
            <a:endParaRPr lang="ko-KR" altLang="en-US" sz="1400" b="1">
              <a:solidFill>
                <a:srgbClr val="FFFFFF"/>
              </a:solidFill>
              <a:latin typeface="Poppins" charset="0"/>
              <a:ea typeface="NanumGothic" charset="0"/>
              <a:sym typeface="나눔고딕" charset="0"/>
            </a:endParaRPr>
          </a:p>
        </p:txBody>
      </p:sp>
      <p:sp>
        <p:nvSpPr>
          <p:cNvPr id="15" name="Rect 0"/>
          <p:cNvSpPr>
            <a:spLocks/>
          </p:cNvSpPr>
          <p:nvPr/>
        </p:nvSpPr>
        <p:spPr>
          <a:xfrm rot="0">
            <a:off x="7315200" y="1874519"/>
            <a:ext cx="86931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7433945" y="1957070"/>
            <a:ext cx="63182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구성 수</a:t>
            </a:r>
            <a:endParaRPr lang="ko-KR" altLang="en-US" sz="1400" b="1">
              <a:solidFill>
                <a:srgbClr val="FFFFFF"/>
              </a:solidFill>
              <a:latin typeface="Poppins" charset="0"/>
              <a:ea typeface="NanumGothic" charset="0"/>
              <a:sym typeface="나눔고딕" charset="0"/>
            </a:endParaRPr>
          </a:p>
        </p:txBody>
      </p:sp>
      <p:sp>
        <p:nvSpPr>
          <p:cNvPr id="17" name="Rect 0"/>
          <p:cNvSpPr>
            <a:spLocks/>
          </p:cNvSpPr>
          <p:nvPr/>
        </p:nvSpPr>
        <p:spPr>
          <a:xfrm rot="0">
            <a:off x="8183879" y="1874519"/>
            <a:ext cx="356679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8302625" y="1957070"/>
            <a:ext cx="332930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실행된 구성</a:t>
            </a:r>
            <a:endParaRPr lang="ko-KR" altLang="en-US" sz="1400" b="1">
              <a:solidFill>
                <a:srgbClr val="FFFFFF"/>
              </a:solidFill>
              <a:latin typeface="Poppins" charset="0"/>
              <a:ea typeface="NanumGothic" charset="0"/>
              <a:sym typeface="나눔고딕" charset="0"/>
            </a:endParaRPr>
          </a:p>
        </p:txBody>
      </p:sp>
      <p:sp>
        <p:nvSpPr>
          <p:cNvPr id="19" name="Rect 0"/>
          <p:cNvSpPr>
            <a:spLocks/>
          </p:cNvSpPr>
          <p:nvPr/>
        </p:nvSpPr>
        <p:spPr>
          <a:xfrm rot="0">
            <a:off x="502920" y="2331720"/>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621665" y="239585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Corstone-300</a:t>
            </a:r>
            <a:endParaRPr lang="ko-KR" altLang="en-US" sz="1350" b="0">
              <a:solidFill>
                <a:srgbClr val="22364B"/>
              </a:solidFill>
              <a:latin typeface="Poppins" charset="0"/>
              <a:ea typeface="NanumGothic" charset="0"/>
              <a:sym typeface="나눔고딕" charset="0"/>
            </a:endParaRPr>
          </a:p>
        </p:txBody>
      </p:sp>
      <p:sp>
        <p:nvSpPr>
          <p:cNvPr id="21" name="Rect 0"/>
          <p:cNvSpPr>
            <a:spLocks/>
          </p:cNvSpPr>
          <p:nvPr/>
        </p:nvSpPr>
        <p:spPr>
          <a:xfrm rot="0">
            <a:off x="1828800" y="2331720"/>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1947544" y="239585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U55</a:t>
            </a:r>
            <a:endParaRPr lang="ko-KR" altLang="en-US" sz="1350" b="0">
              <a:solidFill>
                <a:srgbClr val="22364B"/>
              </a:solidFill>
              <a:latin typeface="Poppins" charset="0"/>
              <a:ea typeface="NanumGothic" charset="0"/>
              <a:sym typeface="나눔고딕" charset="0"/>
            </a:endParaRPr>
          </a:p>
        </p:txBody>
      </p:sp>
      <p:sp>
        <p:nvSpPr>
          <p:cNvPr id="23" name="Rect 0"/>
          <p:cNvSpPr>
            <a:spLocks/>
          </p:cNvSpPr>
          <p:nvPr/>
        </p:nvSpPr>
        <p:spPr>
          <a:xfrm rot="0">
            <a:off x="2606040" y="2331720"/>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2724785" y="239585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Shared_Sram</a:t>
            </a:r>
            <a:endParaRPr lang="ko-KR" altLang="en-US" sz="1350" b="0">
              <a:solidFill>
                <a:srgbClr val="22364B"/>
              </a:solidFill>
              <a:latin typeface="Poppins" charset="0"/>
              <a:ea typeface="NanumGothic" charset="0"/>
              <a:sym typeface="나눔고딕" charset="0"/>
            </a:endParaRPr>
          </a:p>
        </p:txBody>
      </p:sp>
      <p:sp>
        <p:nvSpPr>
          <p:cNvPr id="25" name="Rect 0"/>
          <p:cNvSpPr>
            <a:spLocks/>
          </p:cNvSpPr>
          <p:nvPr/>
        </p:nvSpPr>
        <p:spPr>
          <a:xfrm rot="0">
            <a:off x="4114800" y="2331720"/>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4233545" y="239585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27" name="Rect 0"/>
          <p:cNvSpPr>
            <a:spLocks/>
          </p:cNvSpPr>
          <p:nvPr/>
        </p:nvSpPr>
        <p:spPr>
          <a:xfrm rot="0">
            <a:off x="4800600" y="2331720"/>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4919345" y="239585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32 · 64 · 128 · 256</a:t>
            </a:r>
            <a:endParaRPr lang="ko-KR" altLang="en-US" sz="1350" b="0">
              <a:solidFill>
                <a:srgbClr val="22364B"/>
              </a:solidFill>
              <a:latin typeface="Poppins" charset="0"/>
              <a:ea typeface="NanumGothic" charset="0"/>
              <a:sym typeface="나눔고딕" charset="0"/>
            </a:endParaRPr>
          </a:p>
        </p:txBody>
      </p:sp>
      <p:sp>
        <p:nvSpPr>
          <p:cNvPr id="29" name="Rect 0"/>
          <p:cNvSpPr>
            <a:spLocks/>
          </p:cNvSpPr>
          <p:nvPr/>
        </p:nvSpPr>
        <p:spPr>
          <a:xfrm rot="0">
            <a:off x="7315200" y="2331720"/>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7433945" y="239585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28</a:t>
            </a:r>
            <a:endParaRPr lang="ko-KR" altLang="en-US" sz="1350" b="0">
              <a:solidFill>
                <a:srgbClr val="22364B"/>
              </a:solidFill>
              <a:latin typeface="Poppins" charset="0"/>
              <a:ea typeface="NanumGothic" charset="0"/>
              <a:sym typeface="나눔고딕" charset="0"/>
            </a:endParaRPr>
          </a:p>
        </p:txBody>
      </p:sp>
      <p:sp>
        <p:nvSpPr>
          <p:cNvPr id="31" name="Rect 0"/>
          <p:cNvSpPr>
            <a:spLocks/>
          </p:cNvSpPr>
          <p:nvPr/>
        </p:nvSpPr>
        <p:spPr>
          <a:xfrm rot="0">
            <a:off x="8183879" y="2331720"/>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8302625" y="239585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  (Wav2Letter 32/64/128 링크 실패)</a:t>
            </a:r>
            <a:endParaRPr lang="ko-KR" altLang="en-US" sz="1350" b="0">
              <a:solidFill>
                <a:srgbClr val="22364B"/>
              </a:solidFill>
              <a:latin typeface="Poppins" charset="0"/>
              <a:ea typeface="NanumGothic" charset="0"/>
              <a:sym typeface="나눔고딕" charset="0"/>
            </a:endParaRPr>
          </a:p>
        </p:txBody>
      </p:sp>
      <p:sp>
        <p:nvSpPr>
          <p:cNvPr id="33" name="Rect 0"/>
          <p:cNvSpPr>
            <a:spLocks/>
          </p:cNvSpPr>
          <p:nvPr/>
        </p:nvSpPr>
        <p:spPr>
          <a:xfrm rot="0">
            <a:off x="502920" y="2715895"/>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621665" y="278003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Corstone-300</a:t>
            </a:r>
            <a:endParaRPr lang="ko-KR" altLang="en-US" sz="1350" b="0">
              <a:solidFill>
                <a:srgbClr val="22364B"/>
              </a:solidFill>
              <a:latin typeface="Poppins" charset="0"/>
              <a:ea typeface="NanumGothic" charset="0"/>
              <a:sym typeface="나눔고딕" charset="0"/>
            </a:endParaRPr>
          </a:p>
        </p:txBody>
      </p:sp>
      <p:sp>
        <p:nvSpPr>
          <p:cNvPr id="35" name="Rect 0"/>
          <p:cNvSpPr>
            <a:spLocks/>
          </p:cNvSpPr>
          <p:nvPr/>
        </p:nvSpPr>
        <p:spPr>
          <a:xfrm rot="0">
            <a:off x="1828800" y="2715895"/>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1947544" y="278003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37" name="Rect 0"/>
          <p:cNvSpPr>
            <a:spLocks/>
          </p:cNvSpPr>
          <p:nvPr/>
        </p:nvSpPr>
        <p:spPr>
          <a:xfrm rot="0">
            <a:off x="2606040" y="2715895"/>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2724785" y="278003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39" name="Rect 0"/>
          <p:cNvSpPr>
            <a:spLocks/>
          </p:cNvSpPr>
          <p:nvPr/>
        </p:nvSpPr>
        <p:spPr>
          <a:xfrm rot="0">
            <a:off x="4114800" y="2715895"/>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4233545" y="278003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41" name="Rect 0"/>
          <p:cNvSpPr>
            <a:spLocks/>
          </p:cNvSpPr>
          <p:nvPr/>
        </p:nvSpPr>
        <p:spPr>
          <a:xfrm rot="0">
            <a:off x="4800600" y="2715895"/>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4919345" y="278003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43" name="Rect 0"/>
          <p:cNvSpPr>
            <a:spLocks/>
          </p:cNvSpPr>
          <p:nvPr/>
        </p:nvSpPr>
        <p:spPr>
          <a:xfrm rot="0">
            <a:off x="7315200" y="2715895"/>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7433945" y="278003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45" name="Rect 0"/>
          <p:cNvSpPr>
            <a:spLocks/>
          </p:cNvSpPr>
          <p:nvPr/>
        </p:nvSpPr>
        <p:spPr>
          <a:xfrm rot="0">
            <a:off x="8183879" y="2715895"/>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8302625" y="278003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47" name="Rect 0"/>
          <p:cNvSpPr>
            <a:spLocks/>
          </p:cNvSpPr>
          <p:nvPr/>
        </p:nvSpPr>
        <p:spPr>
          <a:xfrm rot="0">
            <a:off x="502920" y="3100070"/>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621665" y="316357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Corstone-310</a:t>
            </a:r>
            <a:endParaRPr lang="ko-KR" altLang="en-US" sz="1350" b="0">
              <a:solidFill>
                <a:srgbClr val="22364B"/>
              </a:solidFill>
              <a:latin typeface="Poppins" charset="0"/>
              <a:ea typeface="NanumGothic" charset="0"/>
              <a:sym typeface="나눔고딕" charset="0"/>
            </a:endParaRPr>
          </a:p>
        </p:txBody>
      </p:sp>
      <p:sp>
        <p:nvSpPr>
          <p:cNvPr id="49" name="Rect 0"/>
          <p:cNvSpPr>
            <a:spLocks/>
          </p:cNvSpPr>
          <p:nvPr/>
        </p:nvSpPr>
        <p:spPr>
          <a:xfrm rot="0">
            <a:off x="1828800" y="3100070"/>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1947544" y="316357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U55</a:t>
            </a:r>
            <a:endParaRPr lang="ko-KR" altLang="en-US" sz="1350" b="0">
              <a:solidFill>
                <a:srgbClr val="22364B"/>
              </a:solidFill>
              <a:latin typeface="Poppins" charset="0"/>
              <a:ea typeface="NanumGothic" charset="0"/>
              <a:sym typeface="나눔고딕" charset="0"/>
            </a:endParaRPr>
          </a:p>
        </p:txBody>
      </p:sp>
      <p:sp>
        <p:nvSpPr>
          <p:cNvPr id="51" name="Rect 0"/>
          <p:cNvSpPr>
            <a:spLocks/>
          </p:cNvSpPr>
          <p:nvPr/>
        </p:nvSpPr>
        <p:spPr>
          <a:xfrm rot="0">
            <a:off x="2606040" y="3100070"/>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2724785" y="316357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Shared_Sram</a:t>
            </a:r>
            <a:endParaRPr lang="ko-KR" altLang="en-US" sz="1350" b="0">
              <a:solidFill>
                <a:srgbClr val="22364B"/>
              </a:solidFill>
              <a:latin typeface="Poppins" charset="0"/>
              <a:ea typeface="NanumGothic" charset="0"/>
              <a:sym typeface="나눔고딕" charset="0"/>
            </a:endParaRPr>
          </a:p>
        </p:txBody>
      </p:sp>
      <p:sp>
        <p:nvSpPr>
          <p:cNvPr id="53" name="Rect 0"/>
          <p:cNvSpPr>
            <a:spLocks/>
          </p:cNvSpPr>
          <p:nvPr/>
        </p:nvSpPr>
        <p:spPr>
          <a:xfrm rot="0">
            <a:off x="4114800" y="3100070"/>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4233545" y="316357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55" name="Rect 0"/>
          <p:cNvSpPr>
            <a:spLocks/>
          </p:cNvSpPr>
          <p:nvPr/>
        </p:nvSpPr>
        <p:spPr>
          <a:xfrm rot="0">
            <a:off x="4800600" y="3100070"/>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4919345" y="316357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32 · 64 · 128 · 256</a:t>
            </a:r>
            <a:endParaRPr lang="ko-KR" altLang="en-US" sz="1350" b="0">
              <a:solidFill>
                <a:srgbClr val="22364B"/>
              </a:solidFill>
              <a:latin typeface="Poppins" charset="0"/>
              <a:ea typeface="NanumGothic" charset="0"/>
              <a:sym typeface="나눔고딕" charset="0"/>
            </a:endParaRPr>
          </a:p>
        </p:txBody>
      </p:sp>
      <p:sp>
        <p:nvSpPr>
          <p:cNvPr id="57" name="Rect 0"/>
          <p:cNvSpPr>
            <a:spLocks/>
          </p:cNvSpPr>
          <p:nvPr/>
        </p:nvSpPr>
        <p:spPr>
          <a:xfrm rot="0">
            <a:off x="7315200" y="3100070"/>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7433945" y="316357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28</a:t>
            </a:r>
            <a:endParaRPr lang="ko-KR" altLang="en-US" sz="1350" b="0">
              <a:solidFill>
                <a:srgbClr val="22364B"/>
              </a:solidFill>
              <a:latin typeface="Poppins" charset="0"/>
              <a:ea typeface="NanumGothic" charset="0"/>
              <a:sym typeface="나눔고딕" charset="0"/>
            </a:endParaRPr>
          </a:p>
        </p:txBody>
      </p:sp>
      <p:sp>
        <p:nvSpPr>
          <p:cNvPr id="59" name="Rect 0"/>
          <p:cNvSpPr>
            <a:spLocks/>
          </p:cNvSpPr>
          <p:nvPr/>
        </p:nvSpPr>
        <p:spPr>
          <a:xfrm rot="0">
            <a:off x="8183879" y="3100070"/>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8302625" y="316357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  (Wav2Letter 32/64/128 링크 실패)</a:t>
            </a:r>
            <a:endParaRPr lang="ko-KR" altLang="en-US" sz="1350" b="0">
              <a:solidFill>
                <a:srgbClr val="22364B"/>
              </a:solidFill>
              <a:latin typeface="Poppins" charset="0"/>
              <a:ea typeface="NanumGothic" charset="0"/>
              <a:sym typeface="나눔고딕" charset="0"/>
            </a:endParaRPr>
          </a:p>
        </p:txBody>
      </p:sp>
      <p:sp>
        <p:nvSpPr>
          <p:cNvPr id="61" name="Rect 0"/>
          <p:cNvSpPr>
            <a:spLocks/>
          </p:cNvSpPr>
          <p:nvPr/>
        </p:nvSpPr>
        <p:spPr>
          <a:xfrm rot="0">
            <a:off x="502920" y="3483610"/>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21665" y="354774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Corstone-310</a:t>
            </a:r>
            <a:endParaRPr lang="ko-KR" altLang="en-US" sz="1350" b="0">
              <a:solidFill>
                <a:srgbClr val="22364B"/>
              </a:solidFill>
              <a:latin typeface="Poppins" charset="0"/>
              <a:ea typeface="NanumGothic" charset="0"/>
              <a:sym typeface="나눔고딕" charset="0"/>
            </a:endParaRPr>
          </a:p>
        </p:txBody>
      </p:sp>
      <p:sp>
        <p:nvSpPr>
          <p:cNvPr id="63" name="Rect 0"/>
          <p:cNvSpPr>
            <a:spLocks/>
          </p:cNvSpPr>
          <p:nvPr/>
        </p:nvSpPr>
        <p:spPr>
          <a:xfrm rot="0">
            <a:off x="1828800" y="3483610"/>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1947544" y="354774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65" name="Rect 0"/>
          <p:cNvSpPr>
            <a:spLocks/>
          </p:cNvSpPr>
          <p:nvPr/>
        </p:nvSpPr>
        <p:spPr>
          <a:xfrm rot="0">
            <a:off x="2606040" y="3483610"/>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2724785" y="354774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67" name="Rect 0"/>
          <p:cNvSpPr>
            <a:spLocks/>
          </p:cNvSpPr>
          <p:nvPr/>
        </p:nvSpPr>
        <p:spPr>
          <a:xfrm rot="0">
            <a:off x="4114800" y="3483610"/>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4233545" y="354774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69" name="Rect 0"/>
          <p:cNvSpPr>
            <a:spLocks/>
          </p:cNvSpPr>
          <p:nvPr/>
        </p:nvSpPr>
        <p:spPr>
          <a:xfrm rot="0">
            <a:off x="4800600" y="3483610"/>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4919345" y="354774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71" name="Rect 0"/>
          <p:cNvSpPr>
            <a:spLocks/>
          </p:cNvSpPr>
          <p:nvPr/>
        </p:nvSpPr>
        <p:spPr>
          <a:xfrm rot="0">
            <a:off x="7315200" y="3483610"/>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7433945" y="354774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73" name="Rect 0"/>
          <p:cNvSpPr>
            <a:spLocks/>
          </p:cNvSpPr>
          <p:nvPr/>
        </p:nvSpPr>
        <p:spPr>
          <a:xfrm rot="0">
            <a:off x="8183879" y="3483610"/>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8302625" y="354774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75" name="Rect 0"/>
          <p:cNvSpPr>
            <a:spLocks/>
          </p:cNvSpPr>
          <p:nvPr/>
        </p:nvSpPr>
        <p:spPr>
          <a:xfrm rot="0">
            <a:off x="502920" y="3867785"/>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621665" y="393192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Corstone-315</a:t>
            </a:r>
            <a:endParaRPr lang="ko-KR" altLang="en-US" sz="1350" b="0">
              <a:solidFill>
                <a:srgbClr val="22364B"/>
              </a:solidFill>
              <a:latin typeface="Poppins" charset="0"/>
              <a:ea typeface="NanumGothic" charset="0"/>
              <a:sym typeface="나눔고딕" charset="0"/>
            </a:endParaRPr>
          </a:p>
        </p:txBody>
      </p:sp>
      <p:sp>
        <p:nvSpPr>
          <p:cNvPr id="77" name="Rect 0"/>
          <p:cNvSpPr>
            <a:spLocks/>
          </p:cNvSpPr>
          <p:nvPr/>
        </p:nvSpPr>
        <p:spPr>
          <a:xfrm rot="0">
            <a:off x="1828800" y="3867785"/>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1947544" y="393192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79" name="Rect 0"/>
          <p:cNvSpPr>
            <a:spLocks/>
          </p:cNvSpPr>
          <p:nvPr/>
        </p:nvSpPr>
        <p:spPr>
          <a:xfrm rot="0">
            <a:off x="2606040" y="3867785"/>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2724785" y="393192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81" name="Rect 0"/>
          <p:cNvSpPr>
            <a:spLocks/>
          </p:cNvSpPr>
          <p:nvPr/>
        </p:nvSpPr>
        <p:spPr>
          <a:xfrm rot="0">
            <a:off x="4114800" y="3867785"/>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4233545" y="393192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83" name="Rect 0"/>
          <p:cNvSpPr>
            <a:spLocks/>
          </p:cNvSpPr>
          <p:nvPr/>
        </p:nvSpPr>
        <p:spPr>
          <a:xfrm rot="0">
            <a:off x="4800600" y="3867785"/>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4919345" y="393192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85" name="Rect 0"/>
          <p:cNvSpPr>
            <a:spLocks/>
          </p:cNvSpPr>
          <p:nvPr/>
        </p:nvSpPr>
        <p:spPr>
          <a:xfrm rot="0">
            <a:off x="7315200" y="3867785"/>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7433945" y="393192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87" name="Rect 0"/>
          <p:cNvSpPr>
            <a:spLocks/>
          </p:cNvSpPr>
          <p:nvPr/>
        </p:nvSpPr>
        <p:spPr>
          <a:xfrm rot="0">
            <a:off x="8183879" y="3867785"/>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8302625" y="393192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4251960"/>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431609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Corstone-320</a:t>
            </a:r>
            <a:endParaRPr lang="ko-KR" altLang="en-US" sz="1350" b="0">
              <a:solidFill>
                <a:srgbClr val="22364B"/>
              </a:solidFill>
              <a:latin typeface="Poppins" charset="0"/>
              <a:ea typeface="NanumGothic" charset="0"/>
              <a:sym typeface="나눔고딕" charset="0"/>
            </a:endParaRPr>
          </a:p>
        </p:txBody>
      </p:sp>
      <p:sp>
        <p:nvSpPr>
          <p:cNvPr id="91" name="Rect 0"/>
          <p:cNvSpPr>
            <a:spLocks/>
          </p:cNvSpPr>
          <p:nvPr/>
        </p:nvSpPr>
        <p:spPr>
          <a:xfrm rot="0">
            <a:off x="1828800" y="4251960"/>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1947544" y="431609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U85</a:t>
            </a:r>
            <a:endParaRPr lang="ko-KR" altLang="en-US" sz="1350" b="0">
              <a:solidFill>
                <a:srgbClr val="22364B"/>
              </a:solidFill>
              <a:latin typeface="Poppins" charset="0"/>
              <a:ea typeface="NanumGothic" charset="0"/>
              <a:sym typeface="나눔고딕" charset="0"/>
            </a:endParaRPr>
          </a:p>
        </p:txBody>
      </p:sp>
      <p:sp>
        <p:nvSpPr>
          <p:cNvPr id="93" name="Rect 0"/>
          <p:cNvSpPr>
            <a:spLocks/>
          </p:cNvSpPr>
          <p:nvPr/>
        </p:nvSpPr>
        <p:spPr>
          <a:xfrm rot="0">
            <a:off x="2606040" y="4251960"/>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2724785" y="431609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95" name="Rect 0"/>
          <p:cNvSpPr>
            <a:spLocks/>
          </p:cNvSpPr>
          <p:nvPr/>
        </p:nvSpPr>
        <p:spPr>
          <a:xfrm rot="0">
            <a:off x="4114800" y="4251960"/>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4233545" y="431609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97" name="Rect 0"/>
          <p:cNvSpPr>
            <a:spLocks/>
          </p:cNvSpPr>
          <p:nvPr/>
        </p:nvSpPr>
        <p:spPr>
          <a:xfrm rot="0">
            <a:off x="4800600" y="4251960"/>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4919345" y="431609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128 · 256 · 512 · 1024 · 2048</a:t>
            </a:r>
            <a:endParaRPr lang="ko-KR" altLang="en-US" sz="1350" b="0">
              <a:solidFill>
                <a:srgbClr val="22364B"/>
              </a:solidFill>
              <a:latin typeface="Poppins" charset="0"/>
              <a:ea typeface="NanumGothic" charset="0"/>
              <a:sym typeface="나눔고딕" charset="0"/>
            </a:endParaRPr>
          </a:p>
        </p:txBody>
      </p:sp>
      <p:sp>
        <p:nvSpPr>
          <p:cNvPr id="99" name="Rect 0"/>
          <p:cNvSpPr>
            <a:spLocks/>
          </p:cNvSpPr>
          <p:nvPr/>
        </p:nvSpPr>
        <p:spPr>
          <a:xfrm rot="0">
            <a:off x="7315200" y="4251960"/>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7433945" y="431609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35</a:t>
            </a:r>
            <a:endParaRPr lang="ko-KR" altLang="en-US" sz="1350" b="0">
              <a:solidFill>
                <a:srgbClr val="22364B"/>
              </a:solidFill>
              <a:latin typeface="Poppins" charset="0"/>
              <a:ea typeface="NanumGothic" charset="0"/>
              <a:sym typeface="나눔고딕" charset="0"/>
            </a:endParaRPr>
          </a:p>
        </p:txBody>
      </p:sp>
      <p:sp>
        <p:nvSpPr>
          <p:cNvPr id="101" name="Rect 0"/>
          <p:cNvSpPr>
            <a:spLocks/>
          </p:cNvSpPr>
          <p:nvPr/>
        </p:nvSpPr>
        <p:spPr>
          <a:xfrm rot="0">
            <a:off x="8183879" y="4251960"/>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8302625" y="431609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35</a:t>
            </a:r>
            <a:endParaRPr lang="ko-KR" altLang="en-US" sz="1350" b="0">
              <a:solidFill>
                <a:srgbClr val="22364B"/>
              </a:solidFill>
              <a:latin typeface="Poppins" charset="0"/>
              <a:ea typeface="NanumGothic" charset="0"/>
              <a:sym typeface="나눔고딕" charset="0"/>
            </a:endParaRPr>
          </a:p>
        </p:txBody>
      </p:sp>
      <p:sp>
        <p:nvSpPr>
          <p:cNvPr id="103" name="Rect 0"/>
          <p:cNvSpPr>
            <a:spLocks/>
          </p:cNvSpPr>
          <p:nvPr/>
        </p:nvSpPr>
        <p:spPr>
          <a:xfrm rot="0">
            <a:off x="502920" y="4636135"/>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621665" y="470027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합계</a:t>
            </a:r>
            <a:endParaRPr lang="ko-KR" altLang="en-US" sz="1350" b="0">
              <a:solidFill>
                <a:srgbClr val="22364B"/>
              </a:solidFill>
              <a:latin typeface="Poppins" charset="0"/>
              <a:ea typeface="NanumGothic" charset="0"/>
              <a:sym typeface="나눔고딕" charset="0"/>
            </a:endParaRPr>
          </a:p>
        </p:txBody>
      </p:sp>
      <p:sp>
        <p:nvSpPr>
          <p:cNvPr id="105" name="Rect 0"/>
          <p:cNvSpPr>
            <a:spLocks/>
          </p:cNvSpPr>
          <p:nvPr/>
        </p:nvSpPr>
        <p:spPr>
          <a:xfrm rot="0">
            <a:off x="1828800" y="4636135"/>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1947544" y="470027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07" name="Rect 0"/>
          <p:cNvSpPr>
            <a:spLocks/>
          </p:cNvSpPr>
          <p:nvPr/>
        </p:nvSpPr>
        <p:spPr>
          <a:xfrm rot="0">
            <a:off x="2606040" y="4636135"/>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2724785" y="470027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09" name="Rect 0"/>
          <p:cNvSpPr>
            <a:spLocks/>
          </p:cNvSpPr>
          <p:nvPr/>
        </p:nvSpPr>
        <p:spPr>
          <a:xfrm rot="0">
            <a:off x="4114800" y="4636135"/>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4233545" y="470027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11" name="Rect 0"/>
          <p:cNvSpPr>
            <a:spLocks/>
          </p:cNvSpPr>
          <p:nvPr/>
        </p:nvSpPr>
        <p:spPr>
          <a:xfrm rot="0">
            <a:off x="4800600" y="4636135"/>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4919345" y="470027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19개 MAC 구성</a:t>
            </a:r>
            <a:endParaRPr lang="ko-KR" altLang="en-US" sz="1350" b="0">
              <a:solidFill>
                <a:srgbClr val="22364B"/>
              </a:solidFill>
              <a:latin typeface="Poppins" charset="0"/>
              <a:ea typeface="NanumGothic" charset="0"/>
              <a:sym typeface="나눔고딕" charset="0"/>
            </a:endParaRPr>
          </a:p>
        </p:txBody>
      </p:sp>
      <p:sp>
        <p:nvSpPr>
          <p:cNvPr id="113" name="Rect 0"/>
          <p:cNvSpPr>
            <a:spLocks/>
          </p:cNvSpPr>
          <p:nvPr/>
        </p:nvSpPr>
        <p:spPr>
          <a:xfrm rot="0">
            <a:off x="7315200" y="4636135"/>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7433945" y="470027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133</a:t>
            </a:r>
            <a:endParaRPr lang="ko-KR" altLang="en-US" sz="1350" b="0">
              <a:solidFill>
                <a:srgbClr val="22364B"/>
              </a:solidFill>
              <a:latin typeface="Poppins" charset="0"/>
              <a:ea typeface="NanumGothic" charset="0"/>
              <a:sym typeface="나눔고딕" charset="0"/>
            </a:endParaRPr>
          </a:p>
        </p:txBody>
      </p:sp>
      <p:sp>
        <p:nvSpPr>
          <p:cNvPr id="115" name="Rect 0"/>
          <p:cNvSpPr>
            <a:spLocks/>
          </p:cNvSpPr>
          <p:nvPr/>
        </p:nvSpPr>
        <p:spPr>
          <a:xfrm rot="0">
            <a:off x="8183879" y="4636135"/>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8302625" y="470027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127  (TA ON 74 · TA OFF 53)</a:t>
            </a:r>
            <a:endParaRPr lang="ko-KR" altLang="en-US" sz="1350" b="0">
              <a:solidFill>
                <a:srgbClr val="22364B"/>
              </a:solidFill>
              <a:latin typeface="Poppins" charset="0"/>
              <a:ea typeface="NanumGothic" charset="0"/>
              <a:sym typeface="나눔고딕" charset="0"/>
            </a:endParaRPr>
          </a:p>
        </p:txBody>
      </p:sp>
      <p:sp>
        <p:nvSpPr>
          <p:cNvPr id="117" name="Rect 0"/>
          <p:cNvSpPr txBox="1">
            <a:spLocks/>
          </p:cNvSpPr>
          <p:nvPr/>
        </p:nvSpPr>
        <p:spPr>
          <a:xfrm rot="0">
            <a:off x="594360" y="5111750"/>
            <a:ext cx="10973435" cy="549275"/>
          </a:xfrm>
          <a:prstGeom prst="rect"/>
          <a:noFill/>
        </p:spPr>
        <p:txBody>
          <a:bodyPr wrap="square" lIns="45720" tIns="27305" rIns="45720" bIns="27305" vert="horz" anchor="t">
            <a:spAutoFit/>
          </a:bodyPr>
          <a:lstStyle/>
          <a:p>
            <a:pPr marL="0" indent="0" rtl="0" algn="l" defTabSz="914400" eaLnBrk="1" latinLnBrk="0" hangingPunct="1">
              <a:buFontTx/>
              <a:buNone/>
            </a:pPr>
            <a:r>
              <a:rPr sz="1250" b="0">
                <a:solidFill>
                  <a:srgbClr val="566577"/>
                </a:solidFill>
                <a:latin typeface="Poppins" charset="0"/>
                <a:ea typeface="NanumGothic" charset="0"/>
                <a:sym typeface="나눔고딕" charset="0"/>
              </a:rPr>
              <a:t>구성 수 = MAC 구성 수 × 7개 모델 · 각 구성은 새 프로세스에서 3회 실행 · 성능 표본 222개 = TA ON 74개 구성 × 3회</a:t>
            </a:r>
            <a:endParaRPr lang="ko-KR" altLang="en-US" sz="1250" b="0">
              <a:solidFill>
                <a:srgbClr val="566577"/>
              </a:solidFill>
              <a:latin typeface="Poppins" charset="0"/>
              <a:ea typeface="NanumGothic" charset="0"/>
              <a:sym typeface="나눔고딕" charset="0"/>
            </a:endParaRPr>
          </a:p>
          <a:p>
            <a:pPr marL="0" indent="0" rtl="0" algn="l" defTabSz="914400" eaLnBrk="1" latinLnBrk="0" hangingPunct="1">
              <a:buFontTx/>
              <a:buNone/>
            </a:pPr>
            <a:r>
              <a:rPr sz="1250" b="0">
                <a:solidFill>
                  <a:srgbClr val="566577"/>
                </a:solidFill>
                <a:latin typeface="Poppins" charset="0"/>
                <a:ea typeface="NanumGothic" charset="0"/>
                <a:sym typeface="나눔고딕" charset="0"/>
              </a:rPr>
              <a:t>인접 MAC 구성 간 비교 53건 = TA ON에서 U55 18 (3단계 × 7모델 − Wav2Letter 3) + U65 7 (1단계 × 7) + U85 28 (4단계 × 7)</a:t>
            </a:r>
            <a:endParaRPr lang="ko-KR" altLang="en-US" sz="1250" b="0">
              <a:solidFill>
                <a:srgbClr val="566577"/>
              </a:solidFill>
              <a:latin typeface="Poppins" charset="0"/>
              <a:ea typeface="NanumGothic" charset="0"/>
              <a:sym typeface="나눔고딕" charset="0"/>
            </a:endParaRPr>
          </a:p>
        </p:txBody>
      </p:sp>
      <p:sp>
        <p:nvSpPr>
          <p:cNvPr id="118"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9"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550" b="1">
                <a:solidFill>
                  <a:srgbClr val="13366B"/>
                </a:solidFill>
                <a:latin typeface="Poppins" charset="0"/>
                <a:ea typeface="NanumGothic" charset="0"/>
                <a:sym typeface="나눔고딕" charset="0"/>
              </a:rPr>
              <a:t>133개 구성 중 127개 실행. TA ON 결과(300·320, 74개)만 성능 데이터로 쓰고, TA OFF(310·315)는 실행 가능성·일관성 검증에만 쓴다.</a:t>
            </a:r>
            <a:endParaRPr lang="ko-KR" altLang="en-US" sz="15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7"/>
          <p:cNvSpPr txBox="1">
            <a:spLocks/>
          </p:cNvSpPr>
          <p:nvPr/>
        </p:nvSpPr>
        <p:spPr>
          <a:xfrm rot="0">
            <a:off x="773430" y="3028950"/>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3. 측정결과</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300"/>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모델별 실행 사이클과 </a:t>
            </a:r>
            <a:r>
              <a:rPr sz="2600" b="1">
                <a:solidFill>
                  <a:srgbClr val="FFFFFF"/>
                </a:solidFill>
                <a:latin typeface="Poppins" charset="0"/>
                <a:ea typeface="NanumGothic" charset="0"/>
                <a:cs typeface="NanumGothic" charset="0"/>
              </a:rPr>
              <a:t>NPU 사용 비율</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10</a:t>
            </a:r>
          </a:p>
        </p:txBody>
      </p:sp>
      <p:sp>
        <p:nvSpPr>
          <p:cNvPr id="4" name="TextBox 3"/>
          <p:cNvSpPr txBox="1"/>
          <p:nvPr/>
        </p:nvSpPr>
        <p:spPr>
          <a:xfrm>
            <a:off x="502920" y="1225550"/>
            <a:ext cx="11156950"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각 NPU</a:t>
            </a:r>
            <a:r>
              <a:rPr sz="1700" b="0">
                <a:solidFill>
                  <a:srgbClr val="566577"/>
                </a:solidFill>
                <a:latin typeface="Poppins" charset="0"/>
                <a:ea typeface="NanumGothic" charset="0"/>
                <a:cs typeface="NanumGothic" charset="0"/>
              </a:rPr>
              <a:t>에 대한</a:t>
            </a:r>
            <a:r>
              <a:rPr sz="1700" b="0">
                <a:solidFill>
                  <a:srgbClr val="566577"/>
                </a:solidFill>
                <a:latin typeface="Poppins" charset="0"/>
                <a:ea typeface="NanumGothic" charset="0"/>
                <a:cs typeface="NanumGothic" charset="0"/>
              </a:rPr>
              <a:t> 7개 모델</a:t>
            </a:r>
            <a:r>
              <a:rPr sz="1700" b="0">
                <a:solidFill>
                  <a:srgbClr val="566577"/>
                </a:solidFill>
                <a:latin typeface="Poppins" charset="0"/>
                <a:ea typeface="NanumGothic" charset="0"/>
                <a:cs typeface="NanumGothic" charset="0"/>
              </a:rPr>
              <a:t> 실행 cycle</a:t>
            </a:r>
            <a:endParaRPr lang="ko-KR" altLang="en-US" sz="1700" b="0">
              <a:solidFill>
                <a:srgbClr val="566577"/>
              </a:solidFill>
              <a:latin typeface="Poppins"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502920" y="1783080"/>
            <a:ext cx="7818120" cy="2896235"/>
          </a:xfrm>
          <a:prstGeom prst="rect">
            <a:avLst/>
          </a:prstGeom>
        </p:spPr>
      </p:pic>
      <p:sp>
        <p:nvSpPr>
          <p:cNvPr id="9" name="Rectangle 8"/>
          <p:cNvSpPr/>
          <p:nvPr/>
        </p:nvSpPr>
        <p:spPr>
          <a:xfrm>
            <a:off x="8549640" y="1783080"/>
            <a:ext cx="3154680" cy="28803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901825"/>
            <a:ext cx="2835275" cy="292100"/>
          </a:xfrm>
          <a:prstGeom prst="rect">
            <a:avLst/>
          </a:prstGeom>
          <a:noFill/>
        </p:spPr>
        <p:txBody>
          <a:bodyPr wrap="square" lIns="45720" tIns="27305" rIns="45720" bIns="27305" numCol="1" vert="horz" anchor="t">
            <a:spAutoFit/>
          </a:bodyPr>
          <a:lstStyle/>
          <a:p>
            <a:pPr marL="0" indent="0" algn="l">
              <a:lnSpc>
                <a:spcPct val="110000"/>
              </a:lnSpc>
              <a:buFontTx/>
              <a:buNone/>
            </a:pPr>
            <a:r>
              <a:rPr sz="1400" b="1">
                <a:solidFill>
                  <a:srgbClr val="13366B"/>
                </a:solidFill>
                <a:latin typeface="Poppins" charset="0"/>
                <a:ea typeface="NanumGothic" charset="0"/>
                <a:cs typeface="NanumGothic" charset="0"/>
              </a:rPr>
              <a:t>Active ratio</a:t>
            </a:r>
            <a:r>
              <a:rPr sz="1400" b="1">
                <a:solidFill>
                  <a:srgbClr val="13366B"/>
                </a:solidFill>
                <a:latin typeface="Poppins" charset="0"/>
                <a:ea typeface="NanumGothic" charset="0"/>
                <a:cs typeface="NanumGothic" charset="0"/>
              </a:rPr>
              <a:t> (</a:t>
            </a:r>
            <a:r>
              <a:rPr sz="1400" b="1">
                <a:solidFill>
                  <a:srgbClr val="13366B"/>
                </a:solidFill>
                <a:latin typeface="Poppins" charset="0"/>
                <a:ea typeface="NanumGothic" charset="0"/>
                <a:cs typeface="NanumGothic" charset="0"/>
              </a:rPr>
              <a:t>Active</a:t>
            </a:r>
            <a:r>
              <a:rPr sz="1400" b="1">
                <a:solidFill>
                  <a:srgbClr val="13366B"/>
                </a:solidFill>
                <a:latin typeface="Poppins" charset="0"/>
                <a:ea typeface="NanumGothic" charset="0"/>
                <a:cs typeface="NanumGothic" charset="0"/>
              </a:rPr>
              <a:t> / TOTAL)</a:t>
            </a:r>
            <a:endParaRPr lang="ko-KR" altLang="en-US" sz="1400" b="1">
              <a:solidFill>
                <a:srgbClr val="13366B"/>
              </a:solidFill>
              <a:latin typeface="Poppins" charset="0"/>
              <a:ea typeface="NanumGothic" charset="0"/>
              <a:cs typeface="NanumGothic" charset="0"/>
            </a:endParaRPr>
          </a:p>
        </p:txBody>
      </p:sp>
      <p:sp>
        <p:nvSpPr>
          <p:cNvPr id="11" name="TextBox 10"/>
          <p:cNvSpPr txBox="1">
            <a:spLocks/>
          </p:cNvSpPr>
          <p:nvPr/>
        </p:nvSpPr>
        <p:spPr>
          <a:xfrm rot="0">
            <a:off x="8732520" y="2281555"/>
            <a:ext cx="2835275" cy="1800225"/>
          </a:xfrm>
          <a:prstGeom prst="rect"/>
          <a:noFill/>
        </p:spPr>
        <p:txBody>
          <a:bodyPr wrap="square" lIns="45720" tIns="27305" rIns="45720" bIns="27305" numCol="1" vert="horz" anchor="t">
            <a:spAutoFit/>
          </a:bodyPr>
          <a:lstStyle/>
          <a:p>
            <a:pPr marL="0" indent="0" algn="l">
              <a:lnSpc>
                <a:spcPct val="135000"/>
              </a:lnSpc>
              <a:buFontTx/>
              <a:buNone/>
            </a:pPr>
            <a:r>
              <a:rPr sz="1400" b="0">
                <a:solidFill>
                  <a:srgbClr val="22364B"/>
                </a:solidFill>
                <a:latin typeface="Poppins" charset="0"/>
                <a:ea typeface="NanumGothic" charset="0"/>
                <a:cs typeface="NanumGothic" charset="0"/>
              </a:rPr>
              <a:t>U55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0.991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U65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0.988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U85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Corstone-320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0.976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p:txBody>
      </p:sp>
      <p:sp>
        <p:nvSpPr>
          <p:cNvPr id="12" name="TextBox 11"/>
          <p:cNvSpPr txBox="1">
            <a:spLocks/>
          </p:cNvSpPr>
          <p:nvPr/>
        </p:nvSpPr>
        <p:spPr>
          <a:xfrm rot="0">
            <a:off x="8732520" y="4117340"/>
            <a:ext cx="2835275" cy="474980"/>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NPU가 동작 중이던 사이클의 비율</a:t>
            </a:r>
            <a:endParaRPr lang="ko-KR" altLang="en-US" sz="1300" b="0">
              <a:solidFill>
                <a:srgbClr val="566577"/>
              </a:solidFill>
              <a:latin typeface="Poppins" charset="0"/>
              <a:ea typeface="NanumGothic" charset="0"/>
              <a:cs typeface="NanumGothic" charset="0"/>
            </a:endParaRPr>
          </a:p>
          <a:p>
            <a:pPr marL="0" indent="0" algn="l">
              <a:buFontTx/>
              <a:buNone/>
            </a:pP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MAC 활용률을 뜻하지 않는다.</a:t>
            </a:r>
            <a:endParaRPr lang="ko-KR" altLang="en-US" sz="1300" b="0">
              <a:solidFill>
                <a:srgbClr val="566577"/>
              </a:solidFill>
              <a:latin typeface="Poppins" charset="0"/>
              <a:ea typeface="NanumGothic" charset="0"/>
              <a:cs typeface="NanumGothic" charset="0"/>
            </a:endParaRPr>
          </a:p>
        </p:txBody>
      </p:sp>
      <p:sp>
        <p:nvSpPr>
          <p:cNvPr id="13" name="TextBox 12"/>
          <p:cNvSpPr txBox="1">
            <a:spLocks/>
          </p:cNvSpPr>
          <p:nvPr/>
        </p:nvSpPr>
        <p:spPr>
          <a:xfrm rot="0">
            <a:off x="607060" y="5090160"/>
            <a:ext cx="10974070" cy="1153160"/>
          </a:xfrm>
          <a:prstGeom prst="rect"/>
          <a:noFill/>
        </p:spPr>
        <p:txBody>
          <a:bodyPr wrap="square" lIns="45720" tIns="27305" rIns="45720" bIns="27305" numCol="1" vert="horz" anchor="t">
            <a:spAutoFit/>
          </a:bodyPr>
          <a:lstStyle/>
          <a:p>
            <a:pPr marL="0" indent="0" algn="l">
              <a:lnSpc>
                <a:spcPct val="110000"/>
              </a:lnSpc>
              <a:buFontTx/>
              <a:buNone/>
            </a:pPr>
            <a:r>
              <a:rPr sz="1400" b="1">
                <a:solidFill>
                  <a:srgbClr val="566577"/>
                </a:solidFill>
                <a:latin typeface="Poppins" charset="0"/>
                <a:ea typeface="NanumGothic" charset="0"/>
                <a:cs typeface="NanumGothic" charset="0"/>
              </a:rPr>
              <a:t>모델 별 </a:t>
            </a:r>
            <a:r>
              <a:rPr sz="1400" b="1">
                <a:solidFill>
                  <a:srgbClr val="566577"/>
                </a:solidFill>
                <a:latin typeface="Poppins" charset="0"/>
                <a:ea typeface="NanumGothic" charset="0"/>
                <a:cs typeface="NanumGothic" charset="0"/>
              </a:rPr>
              <a:t>주된</a:t>
            </a:r>
            <a:r>
              <a:rPr sz="1400" b="1">
                <a:solidFill>
                  <a:srgbClr val="566577"/>
                </a:solidFill>
                <a:latin typeface="Poppins" charset="0"/>
                <a:ea typeface="NanumGothic" charset="0"/>
                <a:cs typeface="NanumGothic" charset="0"/>
              </a:rPr>
              <a:t> 연산</a:t>
            </a:r>
            <a:r>
              <a:rPr sz="1400" b="0">
                <a:solidFill>
                  <a:srgbClr val="566577"/>
                </a:solidFill>
                <a:latin typeface="Poppins" charset="0"/>
                <a:ea typeface="NanumGothic" charset="0"/>
                <a:cs typeface="NanumGothic" charset="0"/>
              </a:rPr>
              <a:t>:    </a:t>
            </a:r>
            <a:r>
              <a:rPr sz="1400" b="1">
                <a:solidFill>
                  <a:srgbClr val="566577"/>
                </a:solidFill>
                <a:latin typeface="Poppins" charset="0"/>
                <a:ea typeface="NanumGothic" charset="0"/>
                <a:cs typeface="NanumGothic" charset="0"/>
              </a:rPr>
              <a:t>RNNoise</a:t>
            </a:r>
            <a:r>
              <a:rPr sz="1400" b="0">
                <a:solidFill>
                  <a:srgbClr val="566577"/>
                </a:solidFill>
                <a:latin typeface="Poppins" charset="0"/>
                <a:ea typeface="NanumGothic" charset="0"/>
                <a:cs typeface="NanumGothic" charset="0"/>
              </a:rPr>
              <a:t>: FC Layer/Element Wise    </a:t>
            </a:r>
            <a:r>
              <a:rPr sz="1400" b="1">
                <a:solidFill>
                  <a:srgbClr val="566577"/>
                </a:solidFill>
                <a:latin typeface="Poppins" charset="0"/>
                <a:ea typeface="NanumGothic" charset="0"/>
                <a:cs typeface="NanumGothic" charset="0"/>
              </a:rPr>
              <a:t>KWS/AD</a:t>
            </a:r>
            <a:r>
              <a:rPr sz="1400" b="0">
                <a:solidFill>
                  <a:srgbClr val="566577"/>
                </a:solidFill>
                <a:latin typeface="Poppins" charset="0"/>
                <a:ea typeface="NanumGothic" charset="0"/>
                <a:cs typeface="NanumGothic" charset="0"/>
              </a:rPr>
              <a:t>: CNN    </a:t>
            </a:r>
            <a:r>
              <a:rPr sz="1400" b="1">
                <a:solidFill>
                  <a:srgbClr val="566577"/>
                </a:solidFill>
                <a:latin typeface="Poppins" charset="0"/>
                <a:ea typeface="NanumGothic" charset="0"/>
                <a:cs typeface="NanumGothic" charset="0"/>
              </a:rPr>
              <a:t>VWW/MobileNetV2</a:t>
            </a:r>
            <a:r>
              <a:rPr sz="1400" b="0">
                <a:solidFill>
                  <a:srgbClr val="566577"/>
                </a:solidFill>
                <a:latin typeface="Poppins" charset="0"/>
                <a:ea typeface="NanumGothic" charset="0"/>
                <a:cs typeface="NanumGothic" charset="0"/>
              </a:rPr>
              <a:t>: Depthwise CNN</a:t>
            </a:r>
            <a:endParaRPr lang="ko-KR" altLang="en-US" sz="1400" b="0">
              <a:solidFill>
                <a:srgbClr val="566577"/>
              </a:solidFill>
              <a:latin typeface="Poppins" charset="0"/>
              <a:ea typeface="NanumGothic" charset="0"/>
              <a:cs typeface="NanumGothic" charset="0"/>
            </a:endParaRPr>
          </a:p>
          <a:p>
            <a:pPr marL="0" indent="0" algn="l">
              <a:buFontTx/>
              <a:buNone/>
            </a:pPr>
            <a:r>
              <a:rPr sz="1400" b="0">
                <a:solidFill>
                  <a:srgbClr val="566577"/>
                </a:solidFill>
                <a:latin typeface="Poppins" charset="0"/>
                <a:ea typeface="NanumGothic" charset="0"/>
                <a:cs typeface="NanumGothic" charset="0"/>
              </a:rPr>
              <a:t>각 수치는 상대값(기하평균으로 정규화)이며 NPU 간 속도 비교가 아님</a:t>
            </a:r>
            <a:endParaRPr lang="ko-KR" altLang="en-US" sz="1400" b="0">
              <a:solidFill>
                <a:srgbClr val="566577"/>
              </a:solidFill>
              <a:latin typeface="Poppins" charset="0"/>
              <a:ea typeface="NanumGothic" charset="0"/>
              <a:cs typeface="NanumGothic" charset="0"/>
            </a:endParaRPr>
          </a:p>
          <a:p>
            <a:pPr marL="0" indent="0" algn="l">
              <a:buFontTx/>
              <a:buNone/>
            </a:pPr>
            <a:r>
              <a:rPr sz="1400" b="1">
                <a:solidFill>
                  <a:srgbClr val="566577"/>
                </a:solidFill>
                <a:latin typeface="Poppins" charset="0"/>
                <a:ea typeface="NanumGothic" charset="0"/>
                <a:cs typeface="NanumGothic" charset="0"/>
              </a:rPr>
              <a:t>Active</a:t>
            </a:r>
            <a:r>
              <a:rPr sz="1400" b="0">
                <a:solidFill>
                  <a:srgbClr val="566577"/>
                </a:solidFill>
                <a:latin typeface="Poppins" charset="0"/>
                <a:ea typeface="NanumGothic" charset="0"/>
                <a:cs typeface="NanumGothic" charset="0"/>
              </a:rPr>
              <a:t>: 1 Cycle 당 NPU가 명령을 처리하고 있던 사이클 수 (데이터 대기 포함, MAC 활용률 아님)</a:t>
            </a:r>
            <a:endParaRPr lang="ko-KR" altLang="en-US" sz="1400" b="0">
              <a:solidFill>
                <a:srgbClr val="566577"/>
              </a:solidFill>
              <a:latin typeface="Poppins" charset="0"/>
              <a:ea typeface="NanumGothic" charset="0"/>
              <a:cs typeface="NanumGothic" charset="0"/>
            </a:endParaRPr>
          </a:p>
          <a:p>
            <a:pPr marL="0" indent="0" algn="l">
              <a:buFontTx/>
              <a:buNone/>
            </a:pPr>
            <a:r>
              <a:rPr sz="1400" b="1">
                <a:solidFill>
                  <a:srgbClr val="566577"/>
                </a:solidFill>
                <a:latin typeface="Poppins" charset="0"/>
                <a:ea typeface="NanumGothic" charset="0"/>
                <a:cs typeface="NanumGothic" charset="0"/>
              </a:rPr>
              <a:t>Total</a:t>
            </a:r>
            <a:r>
              <a:rPr sz="1400" b="0">
                <a:solidFill>
                  <a:srgbClr val="566577"/>
                </a:solidFill>
                <a:latin typeface="Poppins" charset="0"/>
                <a:ea typeface="NanumGothic" charset="0"/>
                <a:cs typeface="NanumGothic" charset="0"/>
              </a:rPr>
              <a:t>: </a:t>
            </a:r>
            <a:r>
              <a:rPr sz="1400" b="1">
                <a:solidFill>
                  <a:srgbClr val="566577"/>
                </a:solidFill>
                <a:latin typeface="Poppins" charset="0"/>
                <a:ea typeface="NanumGothic" charset="0"/>
                <a:cs typeface="NanumGothic" charset="0"/>
              </a:rPr>
              <a:t>Active</a:t>
            </a:r>
            <a:r>
              <a:rPr sz="1400" b="0">
                <a:solidFill>
                  <a:srgbClr val="566577"/>
                </a:solidFill>
                <a:latin typeface="Poppins" charset="0"/>
                <a:ea typeface="NanumGothic" charset="0"/>
                <a:cs typeface="NanumGothic" charset="0"/>
              </a:rPr>
              <a:t> + </a:t>
            </a:r>
            <a:r>
              <a:rPr sz="1400" b="1">
                <a:solidFill>
                  <a:srgbClr val="566577"/>
                </a:solidFill>
                <a:latin typeface="Poppins" charset="0"/>
                <a:ea typeface="NanumGothic" charset="0"/>
                <a:cs typeface="NanumGothic" charset="0"/>
              </a:rPr>
              <a:t>Idle</a:t>
            </a:r>
            <a:r>
              <a:rPr sz="1400" b="0">
                <a:solidFill>
                  <a:srgbClr val="566577"/>
                </a:solidFill>
                <a:latin typeface="Poppins" charset="0"/>
                <a:ea typeface="NanumGothic" charset="0"/>
                <a:cs typeface="NanumGothic" charset="0"/>
              </a:rPr>
              <a:t>(NPU가 사용되지 않</a:t>
            </a:r>
            <a:r>
              <a:rPr sz="1400" b="0">
                <a:solidFill>
                  <a:srgbClr val="566577"/>
                </a:solidFill>
                <a:latin typeface="Poppins" charset="0"/>
                <a:ea typeface="NanumGothic" charset="0"/>
                <a:cs typeface="NanumGothic" charset="0"/>
              </a:rPr>
              <a:t>는 시간 또는</a:t>
            </a:r>
            <a:r>
              <a:rPr sz="1400" b="0">
                <a:solidFill>
                  <a:srgbClr val="566577"/>
                </a:solidFill>
                <a:latin typeface="Poppins" charset="0"/>
                <a:ea typeface="NanumGothic" charset="0"/>
                <a:cs typeface="NanumGothic" charset="0"/>
              </a:rPr>
              <a:t> Operator 간 NPU Stop 시간)</a:t>
            </a:r>
            <a:endParaRPr lang="ko-KR" altLang="en-US" sz="1400" b="0">
              <a:solidFill>
                <a:srgbClr val="566577"/>
              </a:solidFill>
              <a:latin typeface="Poppins" charset="0"/>
              <a:ea typeface="NanumGothic" charset="0"/>
              <a:cs typeface="NanumGothic" charset="0"/>
            </a:endParaRPr>
          </a:p>
          <a:p>
            <a:pPr marL="0" indent="0" algn="l">
              <a:buFontTx/>
              <a:buNone/>
            </a:pPr>
            <a:endParaRPr lang="ko-KR" altLang="en-US" sz="14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a:spLocks/>
          </p:cNvSpPr>
          <p:nvPr/>
        </p:nvSpPr>
        <p:spPr>
          <a:xfrm rot="0">
            <a:off x="438785" y="274320"/>
            <a:ext cx="10699115" cy="495300"/>
          </a:xfrm>
          <a:prstGeom prst="rect"/>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모델별 메모리 </a:t>
            </a:r>
            <a:r>
              <a:rPr sz="2600" b="1">
                <a:solidFill>
                  <a:srgbClr val="FFFFFF"/>
                </a:solidFill>
                <a:latin typeface="Poppins" charset="0"/>
                <a:ea typeface="NanumGothic" charset="0"/>
                <a:cs typeface="NanumGothic" charset="0"/>
              </a:rPr>
              <a:t>Access 수치</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11</a:t>
            </a:r>
          </a:p>
        </p:txBody>
      </p:sp>
      <p:sp>
        <p:nvSpPr>
          <p:cNvPr id="4" name="TextBox 3"/>
          <p:cNvSpPr txBox="1"/>
          <p:nvPr/>
        </p:nvSpPr>
        <p:spPr>
          <a:xfrm>
            <a:off x="502920" y="1225550"/>
            <a:ext cx="11156950"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각 NPU에 대해 수집된 </a:t>
            </a:r>
            <a:r>
              <a:rPr sz="1700" b="0">
                <a:solidFill>
                  <a:srgbClr val="566577"/>
                </a:solidFill>
                <a:latin typeface="Poppins" charset="0"/>
                <a:ea typeface="NanumGothic" charset="0"/>
                <a:cs typeface="NanumGothic" charset="0"/>
              </a:rPr>
              <a:t>D</a:t>
            </a:r>
            <a:r>
              <a:rPr sz="1700" b="0">
                <a:solidFill>
                  <a:srgbClr val="566577"/>
                </a:solidFill>
                <a:latin typeface="Poppins" charset="0"/>
                <a:ea typeface="NanumGothic" charset="0"/>
                <a:cs typeface="NanumGothic" charset="0"/>
              </a:rPr>
              <a:t>ata</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beat의 </a:t>
            </a:r>
            <a:r>
              <a:rPr sz="1700" b="0">
                <a:solidFill>
                  <a:srgbClr val="566577"/>
                </a:solidFill>
                <a:latin typeface="Poppins" charset="0"/>
                <a:ea typeface="NanumGothic" charset="0"/>
                <a:cs typeface="NanumGothic" charset="0"/>
              </a:rPr>
              <a:t>메모리 별</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Access 비율</a:t>
            </a:r>
            <a:endParaRPr lang="ko-KR" altLang="en-US" sz="1700" b="0">
              <a:solidFill>
                <a:srgbClr val="566577"/>
              </a:solidFill>
              <a:latin typeface="Poppins" charset="0"/>
              <a:ea typeface="NanumGothic" charset="0"/>
              <a:cs typeface="NanumGothic" charset="0"/>
            </a:endParaRPr>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59790" y="1783080"/>
            <a:ext cx="10470515" cy="3441065"/>
          </a:xfrm>
          <a:prstGeom prst="rect"/>
          <a:noFill/>
        </p:spPr>
      </p:pic>
      <p:sp>
        <p:nvSpPr>
          <p:cNvPr id="9" name="TextBox 8"/>
          <p:cNvSpPr txBox="1">
            <a:spLocks/>
          </p:cNvSpPr>
          <p:nvPr/>
        </p:nvSpPr>
        <p:spPr>
          <a:xfrm>
            <a:off x="594360" y="5276215"/>
            <a:ext cx="10974705" cy="937895"/>
          </a:xfrm>
          <a:prstGeom prst="rect"/>
          <a:noFill/>
        </p:spPr>
        <p:txBody>
          <a:bodyPr wrap="square" lIns="45720" tIns="27305" rIns="45720" bIns="27305" numCol="1" vert="horz" anchor="t">
            <a:spAutoFit/>
          </a:bodyPr>
          <a:lstStyle/>
          <a:p>
            <a:pPr marL="0" indent="0" algn="l">
              <a:lnSpc>
                <a:spcPct val="110000"/>
              </a:lnSpc>
              <a:buFontTx/>
              <a:buNone/>
            </a:pPr>
            <a:r>
              <a:rPr sz="1400" b="0">
                <a:solidFill>
                  <a:srgbClr val="566577"/>
                </a:solidFill>
                <a:latin typeface="Poppins" charset="0"/>
                <a:ea typeface="NanumGothic" charset="0"/>
                <a:cs typeface="NanumGothic" charset="0"/>
              </a:rPr>
              <a:t>U55/U65: AXI0 read/write + AXI1 read (AXI1 write 정보는 제공되지 않음)  |  U85: SRAM/External(DRAM,Flash) read/write 전체</a:t>
            </a:r>
            <a:endParaRPr lang="ko-KR" altLang="en-US" sz="1400" b="0">
              <a:solidFill>
                <a:srgbClr val="566577"/>
              </a:solidFill>
              <a:latin typeface="Poppins" charset="0"/>
              <a:ea typeface="NanumGothic" charset="0"/>
              <a:cs typeface="NanumGothic" charset="0"/>
            </a:endParaRPr>
          </a:p>
          <a:p>
            <a:pPr marL="0" indent="0" algn="l">
              <a:buFontTx/>
              <a:buNone/>
            </a:pPr>
            <a:r>
              <a:rPr sz="1400" b="0">
                <a:solidFill>
                  <a:srgbClr val="566577"/>
                </a:solidFill>
                <a:latin typeface="Poppins" charset="0"/>
                <a:ea typeface="NanumGothic" charset="0"/>
                <a:cs typeface="NanumGothic" charset="0"/>
              </a:rPr>
              <a:t>집계 항목/메모리 모드/MAC Scale이 (Arm Profile) System마다 달라 System 간 비교는 하지 않음</a:t>
            </a:r>
            <a:r>
              <a:rPr lang="ko-KR" altLang="en-US" sz="1400" b="0">
                <a:solidFill>
                  <a:srgbClr val="566577"/>
                </a:solidFill>
                <a:latin typeface="Poppins" charset="0"/>
                <a:ea typeface="NanumGothic" charset="0"/>
                <a:cs typeface="NanumGothic" charset="0"/>
              </a:rPr>
              <a:t/>
            </a:r>
            <a:br>
              <a:rPr lang="ko-KR" altLang="en-US" sz="1400" b="0">
                <a:solidFill>
                  <a:srgbClr val="566577"/>
                </a:solidFill>
                <a:latin typeface="Poppins" charset="0"/>
                <a:ea typeface="NanumGothic" charset="0"/>
                <a:cs typeface="NanumGothic" charset="0"/>
              </a:rPr>
            </a:br>
            <a:r>
              <a:rPr lang="ko-KR" altLang="en-US" sz="1400" b="0">
                <a:solidFill>
                  <a:srgbClr val="566577"/>
                </a:solidFill>
                <a:latin typeface="Poppins" charset="0"/>
                <a:ea typeface="NanumGothic" charset="0"/>
                <a:cs typeface="NanumGothic" charset="0"/>
              </a:rPr>
              <a:t/>
            </a:r>
            <a:br>
              <a:rPr lang="ko-KR" altLang="en-US" sz="1400" b="0">
                <a:solidFill>
                  <a:srgbClr val="566577"/>
                </a:solidFill>
                <a:latin typeface="Poppins" charset="0"/>
                <a:ea typeface="NanumGothic" charset="0"/>
                <a:cs typeface="NanumGothic" charset="0"/>
              </a:rPr>
            </a:br>
            <a:r>
              <a:rPr sz="1400" b="0">
                <a:solidFill>
                  <a:srgbClr val="566577"/>
                </a:solidFill>
                <a:latin typeface="Poppins" charset="0"/>
                <a:ea typeface="NanumGothic" charset="0"/>
                <a:cs typeface="NanumGothic" charset="0"/>
              </a:rPr>
              <a:t>RNNNoise의 경우 94~97%가 EXT(DRAM, Flash)를 사용하였으며, 메모리 Traffic이 주된 원인인지 파악 예정</a:t>
            </a:r>
            <a:endParaRPr lang="ko-KR" altLang="en-US" sz="14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NanumGothic" charset="0"/>
                <a:ea typeface="NanumGothic" charset="0"/>
                <a:cs typeface="NanumGothic" charset="0"/>
              </a:rPr>
              <a:t>메모리 </a:t>
            </a:r>
            <a:r>
              <a:rPr sz="2600" b="1">
                <a:solidFill>
                  <a:srgbClr val="FFFFFF"/>
                </a:solidFill>
                <a:latin typeface="Poppins" charset="0"/>
                <a:ea typeface="Poppins" charset="0"/>
                <a:cs typeface="NanumGothic" charset="0"/>
              </a:rPr>
              <a:t>Access</a:t>
            </a:r>
            <a:r>
              <a:rPr sz="2600" b="1">
                <a:solidFill>
                  <a:srgbClr val="FFFFFF"/>
                </a:solidFill>
                <a:latin typeface="NanumGothic" charset="0"/>
                <a:ea typeface="NanumGothic" charset="0"/>
                <a:cs typeface="NanumGothic" charset="0"/>
              </a:rPr>
              <a:t> 변화와 </a:t>
            </a:r>
            <a:r>
              <a:rPr sz="2600" b="1">
                <a:solidFill>
                  <a:srgbClr val="FFFFFF"/>
                </a:solidFill>
                <a:latin typeface="Poppins" charset="0"/>
                <a:ea typeface="Poppins" charset="0"/>
                <a:cs typeface="NanumGothic" charset="0"/>
              </a:rPr>
              <a:t>Cycle</a:t>
            </a:r>
            <a:r>
              <a:rPr sz="2600" b="1">
                <a:solidFill>
                  <a:srgbClr val="FFFFFF"/>
                </a:solidFill>
                <a:latin typeface="NanumGothic" charset="0"/>
                <a:ea typeface="NanumGothic" charset="0"/>
                <a:cs typeface="NanumGothic" charset="0"/>
              </a:rPr>
              <a:t> 변화의 관계</a:t>
            </a:r>
            <a:endParaRPr lang="ko-KR" altLang="en-US" sz="2600" b="1">
              <a:solidFill>
                <a:srgbClr val="FFFFFF"/>
              </a:solidFill>
              <a:latin typeface="NanumGothic"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12</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NPU별 </a:t>
            </a:r>
            <a:r>
              <a:rPr sz="1700" b="0">
                <a:solidFill>
                  <a:srgbClr val="566577"/>
                </a:solidFill>
                <a:latin typeface="Poppins" charset="0"/>
                <a:ea typeface="Poppins" charset="0"/>
                <a:cs typeface="NanumGothic" charset="0"/>
              </a:rPr>
              <a:t>Min ~ Max MAC</a:t>
            </a:r>
            <a:r>
              <a:rPr sz="1700" b="0">
                <a:solidFill>
                  <a:srgbClr val="566577"/>
                </a:solidFill>
                <a:latin typeface="NanumGothic" charset="0"/>
                <a:ea typeface="NanumGothic" charset="0"/>
                <a:cs typeface="NanumGothic" charset="0"/>
              </a:rPr>
              <a:t> 구성에</a:t>
            </a:r>
            <a:r>
              <a:rPr sz="1700" b="0">
                <a:solidFill>
                  <a:srgbClr val="566577"/>
                </a:solidFill>
                <a:latin typeface="NanumGothic" charset="0"/>
                <a:ea typeface="NanumGothic" charset="0"/>
                <a:cs typeface="NanumGothic" charset="0"/>
              </a:rPr>
              <a:t>서의 </a:t>
            </a:r>
            <a:r>
              <a:rPr sz="1700" b="0">
                <a:solidFill>
                  <a:srgbClr val="566577"/>
                </a:solidFill>
                <a:latin typeface="Poppins" charset="0"/>
                <a:ea typeface="Poppins" charset="0"/>
                <a:cs typeface="NanumGothic" charset="0"/>
              </a:rPr>
              <a:t>Cycle </a:t>
            </a:r>
            <a:r>
              <a:rPr sz="1700" b="0">
                <a:solidFill>
                  <a:srgbClr val="566577"/>
                </a:solidFill>
                <a:latin typeface="NanumGothic" charset="0"/>
                <a:ea typeface="NanumGothic" charset="0"/>
                <a:cs typeface="NanumGothic" charset="0"/>
              </a:rPr>
              <a:t>및</a:t>
            </a:r>
            <a:r>
              <a:rPr sz="1700" b="0">
                <a:solidFill>
                  <a:srgbClr val="566577"/>
                </a:solidFill>
                <a:latin typeface="NanumGothic" charset="0"/>
                <a:ea typeface="NanumGothic" charset="0"/>
                <a:cs typeface="NanumGothic" charset="0"/>
              </a:rPr>
              <a:t> 수집된 </a:t>
            </a:r>
            <a:r>
              <a:rPr sz="1700" b="0">
                <a:solidFill>
                  <a:srgbClr val="566577"/>
                </a:solidFill>
                <a:latin typeface="Poppins" charset="0"/>
                <a:ea typeface="NanumGothic" charset="0"/>
                <a:cs typeface="NanumGothic" charset="0"/>
              </a:rPr>
              <a:t>D</a:t>
            </a:r>
            <a:r>
              <a:rPr sz="1700" b="0">
                <a:solidFill>
                  <a:srgbClr val="566577"/>
                </a:solidFill>
                <a:latin typeface="Poppins" charset="0"/>
                <a:ea typeface="NanumGothic" charset="0"/>
                <a:cs typeface="NanumGothic" charset="0"/>
              </a:rPr>
              <a:t>ata</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beat의 </a:t>
            </a:r>
            <a:r>
              <a:rPr sz="1700" b="0">
                <a:solidFill>
                  <a:srgbClr val="566577"/>
                </a:solidFill>
                <a:latin typeface="Poppins" charset="0"/>
                <a:ea typeface="NanumGothic" charset="0"/>
                <a:cs typeface="NanumGothic" charset="0"/>
              </a:rPr>
              <a:t>메모리 별</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Access 비율</a:t>
            </a:r>
            <a:r>
              <a:rPr sz="1700" b="0">
                <a:solidFill>
                  <a:srgbClr val="566577"/>
                </a:solidFill>
                <a:latin typeface="NanumGothic" charset="0"/>
                <a:ea typeface="NanumGothic" charset="0"/>
                <a:cs typeface="NanumGothic" charset="0"/>
              </a:rPr>
              <a:t> 변화</a:t>
            </a:r>
            <a:endParaRPr lang="ko-KR" altLang="en-US" sz="1700" b="0">
              <a:solidFill>
                <a:srgbClr val="566577"/>
              </a:solidFill>
              <a:latin typeface="NanumGothic"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976630" y="1764665"/>
            <a:ext cx="10208260" cy="3337560"/>
          </a:xfrm>
          <a:prstGeom prst="rect">
            <a:avLst/>
          </a:prstGeom>
        </p:spPr>
      </p:pic>
      <p:sp>
        <p:nvSpPr>
          <p:cNvPr id="9" name="TextBox 8"/>
          <p:cNvSpPr txBox="1">
            <a:spLocks/>
          </p:cNvSpPr>
          <p:nvPr/>
        </p:nvSpPr>
        <p:spPr>
          <a:xfrm>
            <a:off x="594360" y="5303520"/>
            <a:ext cx="10974070" cy="773430"/>
          </a:xfrm>
          <a:prstGeom prst="rect"/>
          <a:noFill/>
        </p:spPr>
        <p:txBody>
          <a:bodyPr wrap="square" lIns="0" tIns="0" rIns="0" bIns="0" numCol="1" vert="horz" anchor="t">
            <a:spAutoFit/>
          </a:bodyPr>
          <a:lstStyle/>
          <a:p>
            <a:pPr marL="0" indent="0">
              <a:spcAft>
                <a:spcPts val="500"/>
              </a:spcAft>
              <a:buFontTx/>
              <a:buNone/>
            </a:pPr>
            <a:r>
              <a:rPr sz="1400" b="0">
                <a:solidFill>
                  <a:srgbClr val="566577"/>
                </a:solidFill>
                <a:latin typeface="Poppins" charset="0"/>
                <a:ea typeface="Poppins" charset="0"/>
                <a:cs typeface="Poppins" charset="0"/>
              </a:rPr>
              <a:t>U55/U65: AXI0 read/write + AXI1 read (</a:t>
            </a:r>
            <a:r>
              <a:rPr sz="1400" b="0">
                <a:solidFill>
                  <a:srgbClr val="566577"/>
                </a:solidFill>
                <a:latin typeface="Poppins" charset="0"/>
                <a:ea typeface="NanumGothic" charset="0"/>
                <a:cs typeface="NanumGothic" charset="0"/>
              </a:rPr>
              <a:t>AXI1 write 정보는 제공되지 않음</a:t>
            </a:r>
            <a:r>
              <a:rPr sz="1400" b="0">
                <a:solidFill>
                  <a:srgbClr val="566577"/>
                </a:solidFill>
                <a:latin typeface="Poppins" charset="0"/>
                <a:ea typeface="Poppins" charset="0"/>
                <a:cs typeface="Poppins" charset="0"/>
              </a:rPr>
              <a:t>)  |  U85: SRAM/External(</a:t>
            </a:r>
            <a:r>
              <a:rPr sz="1400" b="0">
                <a:solidFill>
                  <a:srgbClr val="566577"/>
                </a:solidFill>
                <a:latin typeface="Poppins" charset="0"/>
                <a:ea typeface="NanumGothic" charset="0"/>
                <a:cs typeface="NanumGothic" charset="0"/>
              </a:rPr>
              <a:t>DRAM,Flash)</a:t>
            </a:r>
            <a:r>
              <a:rPr sz="1400" b="0">
                <a:solidFill>
                  <a:srgbClr val="566577"/>
                </a:solidFill>
                <a:latin typeface="Poppins" charset="0"/>
                <a:ea typeface="Poppins" charset="0"/>
                <a:cs typeface="Poppins" charset="0"/>
              </a:rPr>
              <a:t> read/write</a:t>
            </a:r>
            <a:endParaRPr lang="ko-KR" altLang="en-US" sz="1400" b="0">
              <a:solidFill>
                <a:srgbClr val="566577"/>
              </a:solidFill>
              <a:latin typeface="Poppins" charset="0"/>
              <a:ea typeface="Poppins" charset="0"/>
              <a:cs typeface="Poppins" charset="0"/>
            </a:endParaRPr>
          </a:p>
          <a:p>
            <a:pPr marL="0" indent="0">
              <a:spcAft>
                <a:spcPts val="500"/>
              </a:spcAft>
              <a:buFontTx/>
              <a:buNone/>
            </a:pPr>
            <a:r>
              <a:rPr sz="1400" b="0">
                <a:solidFill>
                  <a:srgbClr val="566577"/>
                </a:solidFill>
                <a:latin typeface="Poppins" charset="0"/>
                <a:ea typeface="NanumGothic" charset="0"/>
                <a:cs typeface="NanumGothic" charset="0"/>
              </a:rPr>
              <a:t>MAC를 늘렸을 때 Cycle이 줄어드는 현상에 대해, 메모리 Traffic이 줄어든 것이 원인인지 파악하기 위함</a:t>
            </a:r>
            <a:endParaRPr lang="ko-KR" altLang="en-US" sz="1400" b="0">
              <a:solidFill>
                <a:srgbClr val="566577"/>
              </a:solidFill>
              <a:latin typeface="Poppins" charset="0"/>
              <a:ea typeface="NanumGothic" charset="0"/>
              <a:cs typeface="NanumGothic" charset="0"/>
            </a:endParaRPr>
          </a:p>
          <a:p>
            <a:pPr marL="0" indent="0">
              <a:buFontTx/>
              <a:buNone/>
            </a:pPr>
            <a:r>
              <a:rPr sz="1400" b="0">
                <a:solidFill>
                  <a:srgbClr val="566577"/>
                </a:solidFill>
                <a:latin typeface="Poppins" charset="0"/>
                <a:ea typeface="Poppins" charset="0"/>
                <a:cs typeface="Poppins" charset="0"/>
              </a:rPr>
              <a:t>beat 합의 집계 항목이 NPU마다 달라 NPU 간에는 비교하지 않</a:t>
            </a:r>
            <a:endParaRPr lang="ko-KR" altLang="en-US" sz="1400" b="0">
              <a:solidFill>
                <a:srgbClr val="566577"/>
              </a:solidFill>
              <a:latin typeface="Poppins" charset="0"/>
              <a:ea typeface="Poppins" charset="0"/>
              <a:cs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Poppins" charset="0"/>
                <a:ea typeface="Poppins" charset="0"/>
                <a:cs typeface="Poppins" charset="0"/>
              </a:rPr>
              <a:t>MAC</a:t>
            </a:r>
            <a:r>
              <a:rPr sz="2600" b="1">
                <a:solidFill>
                  <a:srgbClr val="FFFFFF"/>
                </a:solidFill>
                <a:latin typeface="Poppins" charset="0"/>
                <a:ea typeface="Poppins" charset="0"/>
                <a:cs typeface="Poppins" charset="0"/>
              </a:rPr>
              <a:t> Scale 별 성능 개선 정도</a:t>
            </a:r>
            <a:endParaRPr lang="ko-KR" altLang="en-US" sz="2600" b="1">
              <a:solidFill>
                <a:srgbClr val="FFFFFF"/>
              </a:solidFill>
              <a:latin typeface="Poppins" charset="0"/>
              <a:ea typeface="Poppins" charset="0"/>
              <a:cs typeface="Poppins"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13</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MAC </a:t>
            </a:r>
            <a:r>
              <a:rPr sz="1700" b="0">
                <a:solidFill>
                  <a:srgbClr val="566577"/>
                </a:solidFill>
                <a:latin typeface="NanumGothic" charset="0"/>
                <a:ea typeface="NanumGothic" charset="0"/>
                <a:cs typeface="NanumGothic" charset="0"/>
              </a:rPr>
              <a:t>Scale 별</a:t>
            </a:r>
            <a:r>
              <a:rPr sz="1700" b="0">
                <a:solidFill>
                  <a:srgbClr val="566577"/>
                </a:solidFill>
                <a:latin typeface="NanumGothic" charset="0"/>
                <a:ea typeface="NanumGothic" charset="0"/>
                <a:cs typeface="NanumGothic" charset="0"/>
              </a:rPr>
              <a:t> 사이클 변화</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 같은 NPU</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모델의 </a:t>
            </a:r>
            <a:r>
              <a:rPr sz="1700" b="0">
                <a:solidFill>
                  <a:srgbClr val="566577"/>
                </a:solidFill>
                <a:latin typeface="NanumGothic" charset="0"/>
                <a:ea typeface="NanumGothic" charset="0"/>
                <a:cs typeface="NanumGothic" charset="0"/>
              </a:rPr>
              <a:t>Minimum</a:t>
            </a:r>
            <a:r>
              <a:rPr sz="1700" b="0">
                <a:solidFill>
                  <a:srgbClr val="566577"/>
                </a:solidFill>
                <a:latin typeface="NanumGothic" charset="0"/>
                <a:ea typeface="NanumGothic" charset="0"/>
                <a:cs typeface="NanumGothic" charset="0"/>
              </a:rPr>
              <a:t> MAC 사이클을 1로</a:t>
            </a:r>
            <a:r>
              <a:rPr sz="1700" b="0">
                <a:solidFill>
                  <a:srgbClr val="566577"/>
                </a:solidFill>
                <a:latin typeface="NanumGothic" charset="0"/>
                <a:ea typeface="NanumGothic" charset="0"/>
                <a:cs typeface="NanumGothic" charset="0"/>
              </a:rPr>
              <a:t> 하여</a:t>
            </a:r>
            <a:r>
              <a:rPr sz="1700" b="0">
                <a:solidFill>
                  <a:srgbClr val="566577"/>
                </a:solidFill>
                <a:latin typeface="NanumGothic" charset="0"/>
                <a:ea typeface="NanumGothic" charset="0"/>
                <a:cs typeface="NanumGothic" charset="0"/>
              </a:rPr>
              <a:t> 정규화</a:t>
            </a:r>
            <a:endParaRPr lang="ko-KR" altLang="en-US" sz="1700" b="0">
              <a:solidFill>
                <a:srgbClr val="566577"/>
              </a:solidFill>
              <a:latin typeface="NanumGothic" charset="0"/>
              <a:ea typeface="NanumGothic" charset="0"/>
              <a:cs typeface="NanumGothic" charset="0"/>
            </a:endParaRPr>
          </a:p>
        </p:txBody>
      </p:sp>
      <p:pic>
        <p:nvPicPr>
          <p:cNvPr id="8" name="Picture 7" descr="/Users/gihwan/Library/Group Containers/L48J367XN4.com.infraware.PolarisOffice/EngineTemp/3967/image9.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786255" y="1774190"/>
            <a:ext cx="8633460" cy="3456940"/>
          </a:xfrm>
          <a:prstGeom prst="rect"/>
          <a:noFill/>
        </p:spPr>
      </p:pic>
      <p:sp>
        <p:nvSpPr>
          <p:cNvPr id="9" name="TextBox 8"/>
          <p:cNvSpPr txBox="1">
            <a:spLocks/>
          </p:cNvSpPr>
          <p:nvPr/>
        </p:nvSpPr>
        <p:spPr>
          <a:xfrm>
            <a:off x="594360" y="5392420"/>
            <a:ext cx="10974070" cy="771525"/>
          </a:xfrm>
          <a:prstGeom prst="rect"/>
          <a:noFill/>
        </p:spPr>
        <p:txBody>
          <a:bodyPr wrap="square" lIns="0" tIns="0" rIns="0" bIns="0" numCol="1" vert="horz" anchor="t">
            <a:spAutoFit/>
          </a:bodyPr>
          <a:lstStyle/>
          <a:p>
            <a:pPr marL="0" indent="0">
              <a:spcAft>
                <a:spcPts val="500"/>
              </a:spcAft>
              <a:buFontTx/>
              <a:buNone/>
            </a:pPr>
            <a:r>
              <a:rPr sz="1400" b="1">
                <a:solidFill>
                  <a:srgbClr val="566577"/>
                </a:solidFill>
                <a:latin typeface="NanumGothic" charset="0"/>
                <a:ea typeface="NanumGothic" charset="0"/>
                <a:cs typeface="NanumGothic" charset="0"/>
              </a:rPr>
              <a:t>점선: 사이클이 MAC 수에 반비례한다고 가정한 선 (1.0 x 2⁻</a:t>
            </a:r>
            <a:r>
              <a:rPr sz="1800" b="1">
                <a:solidFill>
                  <a:srgbClr val="566577"/>
                </a:solidFill>
                <a:latin typeface="NanumGothic" charset="0"/>
                <a:ea typeface="NanumGothic" charset="0"/>
                <a:cs typeface="NanumGothic" charset="0"/>
              </a:rPr>
              <a:t>ⁿ</a:t>
            </a:r>
            <a:r>
              <a:rPr sz="1400" b="1">
                <a:solidFill>
                  <a:srgbClr val="566577"/>
                </a:solidFill>
                <a:latin typeface="NanumGothic" charset="0"/>
                <a:ea typeface="NanumGothic" charset="0"/>
                <a:cs typeface="NanumGothic" charset="0"/>
              </a:rPr>
              <a:t>)</a:t>
            </a:r>
            <a:endParaRPr lang="ko-KR" altLang="en-US" sz="1400" b="1">
              <a:solidFill>
                <a:srgbClr val="566577"/>
              </a:solidFill>
              <a:latin typeface="NanumGothic" charset="0"/>
              <a:ea typeface="NanumGothic" charset="0"/>
              <a:cs typeface="NanumGothic" charset="0"/>
            </a:endParaRPr>
          </a:p>
          <a:p>
            <a:pPr marL="0" indent="0">
              <a:buFontTx/>
              <a:buNone/>
            </a:pPr>
            <a:r>
              <a:rPr sz="1400" b="1">
                <a:solidFill>
                  <a:srgbClr val="566577"/>
                </a:solidFill>
                <a:latin typeface="NanumGothic" charset="0"/>
                <a:ea typeface="NanumGothic" charset="0"/>
                <a:cs typeface="NanumGothic" charset="0"/>
              </a:rPr>
              <a:t>U85는 MAC과 함께 컴파일 조건이 바뀌고, 256→512에서는 Memory Latency 등의 Simulator 조건도 변경됨</a:t>
            </a:r>
            <a:endParaRPr lang="ko-KR" altLang="en-US" sz="1400" b="1">
              <a:solidFill>
                <a:srgbClr val="566577"/>
              </a:solidFill>
              <a:latin typeface="NanumGothic" charset="0"/>
              <a:ea typeface="NanumGothic" charset="0"/>
              <a:cs typeface="NanumGothic" charset="0"/>
            </a:endParaRPr>
          </a:p>
          <a:p>
            <a:pPr marL="0" indent="0">
              <a:buFontTx/>
              <a:buNone/>
            </a:pPr>
            <a:r>
              <a:rPr sz="1400" b="1">
                <a:solidFill>
                  <a:srgbClr val="566577"/>
                </a:solidFill>
                <a:latin typeface="NanumGothic" charset="0"/>
                <a:ea typeface="NanumGothic" charset="0"/>
                <a:cs typeface="NanumGothic" charset="0"/>
              </a:rPr>
              <a:t>U85의 경우 Simulator상 MAC Scale 외 조건이 함께 바뀌어, 순수한 Mac Scale 만의 영향이 아님</a:t>
            </a:r>
            <a:endParaRPr lang="ko-KR" altLang="en-US" sz="1400" b="1">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NanumGothic" charset="0"/>
                <a:ea typeface="NanumGothic" charset="0"/>
                <a:cs typeface="NanumGothic" charset="0"/>
              </a:rPr>
              <a:t>Cycle 수는 MAC Scale에 반비례하지 않음</a:t>
            </a:r>
            <a:endParaRPr lang="ko-KR" altLang="en-US" sz="2600" b="1">
              <a:solidFill>
                <a:srgbClr val="FFFFFF"/>
              </a:solidFill>
              <a:latin typeface="NanumGothic"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14</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MAC </a:t>
            </a:r>
            <a:r>
              <a:rPr sz="1700" b="0">
                <a:solidFill>
                  <a:srgbClr val="566577"/>
                </a:solidFill>
                <a:latin typeface="NanumGothic" charset="0"/>
                <a:ea typeface="NanumGothic" charset="0"/>
                <a:cs typeface="NanumGothic" charset="0"/>
              </a:rPr>
              <a:t>Scale</a:t>
            </a:r>
            <a:r>
              <a:rPr sz="1700" b="0">
                <a:solidFill>
                  <a:srgbClr val="566577"/>
                </a:solidFill>
                <a:latin typeface="NanumGothic" charset="0"/>
                <a:ea typeface="NanumGothic" charset="0"/>
                <a:cs typeface="NanumGothic" charset="0"/>
              </a:rPr>
              <a:t> </a:t>
            </a:r>
            <a:r>
              <a:rPr sz="1700" b="0">
                <a:solidFill>
                  <a:srgbClr val="566577"/>
                </a:solidFill>
                <a:latin typeface="NanumGothic" charset="0"/>
                <a:ea typeface="NanumGothic" charset="0"/>
                <a:cs typeface="NanumGothic" charset="0"/>
              </a:rPr>
              <a:t>별</a:t>
            </a:r>
            <a:r>
              <a:rPr sz="1700" b="0">
                <a:solidFill>
                  <a:srgbClr val="566577"/>
                </a:solidFill>
                <a:latin typeface="NanumGothic" charset="0"/>
                <a:ea typeface="NanumGothic" charset="0"/>
                <a:cs typeface="NanumGothic" charset="0"/>
              </a:rPr>
              <a:t> 확장 효율</a:t>
            </a:r>
            <a:r>
              <a:rPr sz="1700" b="0">
                <a:solidFill>
                  <a:srgbClr val="566577"/>
                </a:solidFill>
                <a:latin typeface="NanumGothic" charset="0"/>
                <a:ea typeface="NanumGothic" charset="0"/>
                <a:cs typeface="NanumGothic" charset="0"/>
              </a:rPr>
              <a:t>성</a:t>
            </a:r>
            <a:r>
              <a:rPr sz="1700" b="0">
                <a:solidFill>
                  <a:srgbClr val="566577"/>
                </a:solidFill>
                <a:latin typeface="NanumGothic" charset="0"/>
                <a:ea typeface="NanumGothic" charset="0"/>
                <a:cs typeface="NanumGothic" charset="0"/>
              </a:rPr>
              <a:t> = [</a:t>
            </a:r>
            <a:r>
              <a:rPr sz="1700" b="0">
                <a:solidFill>
                  <a:srgbClr val="566577"/>
                </a:solidFill>
                <a:latin typeface="NanumGothic" charset="0"/>
                <a:ea typeface="NanumGothic" charset="0"/>
                <a:cs typeface="NanumGothic" charset="0"/>
              </a:rPr>
              <a:t>Cycle</a:t>
            </a:r>
            <a:r>
              <a:rPr sz="1700" b="0">
                <a:solidFill>
                  <a:srgbClr val="566577"/>
                </a:solidFill>
                <a:latin typeface="NanumGothic" charset="0"/>
                <a:ea typeface="NanumGothic" charset="0"/>
                <a:cs typeface="NanumGothic" charset="0"/>
              </a:rPr>
              <a:t>(이전</a:t>
            </a:r>
            <a:r>
              <a:rPr sz="1700" b="0">
                <a:solidFill>
                  <a:srgbClr val="566577"/>
                </a:solidFill>
                <a:latin typeface="NanumGothic" charset="0"/>
                <a:ea typeface="NanumGothic" charset="0"/>
                <a:cs typeface="NanumGothic" charset="0"/>
              </a:rPr>
              <a:t> MAC Scale</a:t>
            </a:r>
            <a:r>
              <a:rPr sz="1700" b="0">
                <a:solidFill>
                  <a:srgbClr val="566577"/>
                </a:solidFill>
                <a:latin typeface="NanumGothic" charset="0"/>
                <a:ea typeface="NanumGothic" charset="0"/>
                <a:cs typeface="NanumGothic" charset="0"/>
              </a:rPr>
              <a:t>) / </a:t>
            </a:r>
            <a:r>
              <a:rPr sz="1700" b="0">
                <a:solidFill>
                  <a:srgbClr val="566577"/>
                </a:solidFill>
                <a:latin typeface="NanumGothic" charset="0"/>
                <a:ea typeface="NanumGothic" charset="0"/>
                <a:cs typeface="NanumGothic" charset="0"/>
              </a:rPr>
              <a:t>Cycle</a:t>
            </a:r>
            <a:r>
              <a:rPr sz="1700" b="0">
                <a:solidFill>
                  <a:srgbClr val="566577"/>
                </a:solidFill>
                <a:latin typeface="NanumGothic" charset="0"/>
                <a:ea typeface="NanumGothic" charset="0"/>
                <a:cs typeface="NanumGothic" charset="0"/>
              </a:rPr>
              <a:t>(다음</a:t>
            </a:r>
            <a:r>
              <a:rPr sz="1700" b="0">
                <a:solidFill>
                  <a:srgbClr val="566577"/>
                </a:solidFill>
                <a:latin typeface="NanumGothic" charset="0"/>
                <a:ea typeface="NanumGothic" charset="0"/>
                <a:cs typeface="NanumGothic" charset="0"/>
              </a:rPr>
              <a:t> MAC Scale</a:t>
            </a:r>
            <a:r>
              <a:rPr sz="1700" b="0">
                <a:solidFill>
                  <a:srgbClr val="566577"/>
                </a:solidFill>
                <a:latin typeface="NanumGothic" charset="0"/>
                <a:ea typeface="NanumGothic" charset="0"/>
                <a:cs typeface="NanumGothic" charset="0"/>
              </a:rPr>
              <a:t>)] ÷ MAC </a:t>
            </a:r>
            <a:r>
              <a:rPr sz="1700" b="0">
                <a:solidFill>
                  <a:srgbClr val="566577"/>
                </a:solidFill>
                <a:latin typeface="NanumGothic" charset="0"/>
                <a:ea typeface="NanumGothic" charset="0"/>
                <a:cs typeface="NanumGothic" charset="0"/>
              </a:rPr>
              <a:t>Unit</a:t>
            </a:r>
            <a:r>
              <a:rPr sz="1700" b="0">
                <a:solidFill>
                  <a:srgbClr val="566577"/>
                </a:solidFill>
                <a:latin typeface="NanumGothic" charset="0"/>
                <a:ea typeface="NanumGothic" charset="0"/>
                <a:cs typeface="NanumGothic" charset="0"/>
              </a:rPr>
              <a:t> 배수</a:t>
            </a:r>
            <a:r>
              <a:rPr sz="1700" b="0">
                <a:solidFill>
                  <a:srgbClr val="566577"/>
                </a:solidFill>
                <a:latin typeface="NanumGothic" charset="0"/>
                <a:ea typeface="NanumGothic" charset="0"/>
                <a:cs typeface="NanumGothic" charset="0"/>
              </a:rPr>
              <a:t>( =2)</a:t>
            </a:r>
            <a:endParaRPr lang="ko-KR" altLang="en-US" sz="1700" b="0">
              <a:solidFill>
                <a:srgbClr val="566577"/>
              </a:solidFill>
              <a:latin typeface="NanumGothic"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1325245" y="1791970"/>
            <a:ext cx="9510395" cy="3237230"/>
          </a:xfrm>
          <a:prstGeom prst="rect">
            <a:avLst/>
          </a:prstGeom>
        </p:spPr>
      </p:pic>
      <p:sp>
        <p:nvSpPr>
          <p:cNvPr id="9" name="TextBox 8"/>
          <p:cNvSpPr txBox="1">
            <a:spLocks/>
          </p:cNvSpPr>
          <p:nvPr/>
        </p:nvSpPr>
        <p:spPr>
          <a:xfrm>
            <a:off x="594360" y="5145405"/>
            <a:ext cx="10974070" cy="231140"/>
          </a:xfrm>
          <a:prstGeom prst="rect"/>
          <a:noFill/>
        </p:spPr>
        <p:txBody>
          <a:bodyPr wrap="square" lIns="0" tIns="0" rIns="0" bIns="0" numCol="1" vert="horz" anchor="t">
            <a:spAutoFit/>
          </a:bodyPr>
          <a:lstStyle/>
          <a:p>
            <a:pPr marL="0" indent="0">
              <a:spcAft>
                <a:spcPts val="500"/>
              </a:spcAft>
              <a:buFontTx/>
              <a:buNone/>
            </a:pPr>
            <a:r>
              <a:rPr sz="1500" b="1">
                <a:solidFill>
                  <a:srgbClr val="13366B"/>
                </a:solidFill>
                <a:latin typeface="Poppins" charset="0"/>
                <a:ea typeface="Poppins" charset="0"/>
                <a:cs typeface="Poppins" charset="0"/>
              </a:rPr>
              <a:t>MAC</a:t>
            </a:r>
            <a:r>
              <a:rPr sz="1500" b="1">
                <a:solidFill>
                  <a:srgbClr val="13366B"/>
                </a:solidFill>
                <a:latin typeface="Poppins" charset="0"/>
                <a:ea typeface="Poppins" charset="0"/>
                <a:cs typeface="Poppins" charset="0"/>
              </a:rPr>
              <a:t> 효율 1.0 = </a:t>
            </a:r>
            <a:r>
              <a:rPr sz="1500" b="1">
                <a:solidFill>
                  <a:srgbClr val="13366B"/>
                </a:solidFill>
                <a:latin typeface="Poppins" charset="0"/>
                <a:ea typeface="Poppins" charset="0"/>
                <a:cs typeface="Poppins" charset="0"/>
              </a:rPr>
              <a:t>절반의 Cycle 수  |  0.50 = 동일한 Cycle(개선되지 않음)  |  0.50 미만 = Cycle 증가(비효율적)</a:t>
            </a:r>
            <a:endParaRPr lang="ko-KR" altLang="en-US" sz="1500" b="1">
              <a:solidFill>
                <a:srgbClr val="13366B"/>
              </a:solidFill>
              <a:latin typeface="Poppins" charset="0"/>
              <a:ea typeface="Poppins" charset="0"/>
              <a:cs typeface="Poppins" charset="0"/>
            </a:endParaRPr>
          </a:p>
        </p:txBody>
      </p:sp>
      <p:sp>
        <p:nvSpPr>
          <p:cNvPr id="10" name="TextBox 9"/>
          <p:cNvSpPr txBox="1">
            <a:spLocks/>
          </p:cNvSpPr>
          <p:nvPr/>
        </p:nvSpPr>
        <p:spPr>
          <a:xfrm rot="0">
            <a:off x="594360" y="5633085"/>
            <a:ext cx="10973435" cy="208280"/>
          </a:xfrm>
          <a:prstGeom prst="rect"/>
          <a:noFill/>
        </p:spPr>
        <p:txBody>
          <a:bodyPr wrap="square" lIns="0" tIns="0" rIns="0" bIns="0" numCol="1" vert="horz" anchor="t">
            <a:spAutoFit/>
          </a:bodyPr>
          <a:lstStyle/>
          <a:p>
            <a:pPr marL="0" indent="0">
              <a:spcAft>
                <a:spcPts val="500"/>
              </a:spcAft>
              <a:buFontTx/>
              <a:buNone/>
            </a:pPr>
            <a:r>
              <a:rPr sz="1350" b="0">
                <a:solidFill>
                  <a:srgbClr val="566577"/>
                </a:solidFill>
                <a:latin typeface="NanumGothic" charset="0"/>
                <a:ea typeface="NanumGothic" charset="0"/>
                <a:cs typeface="NanumGothic" charset="0"/>
              </a:rPr>
              <a:t>* </a:t>
            </a:r>
            <a:r>
              <a:rPr sz="1350" b="0">
                <a:solidFill>
                  <a:srgbClr val="566577"/>
                </a:solidFill>
                <a:latin typeface="NanumGothic" charset="0"/>
                <a:ea typeface="NanumGothic" charset="0"/>
                <a:cs typeface="NanumGothic" charset="0"/>
              </a:rPr>
              <a:t>U55 Wav2Letter 32/64/128 MAC은 </a:t>
            </a:r>
            <a:r>
              <a:rPr sz="1350" b="0">
                <a:solidFill>
                  <a:srgbClr val="566577"/>
                </a:solidFill>
                <a:latin typeface="NanumGothic" charset="0"/>
                <a:ea typeface="NanumGothic" charset="0"/>
                <a:cs typeface="NanumGothic" charset="0"/>
              </a:rPr>
              <a:t>SRAM 용량 부족(가중치 13.8MB)으로</a:t>
            </a:r>
            <a:r>
              <a:rPr sz="1350" b="0">
                <a:solidFill>
                  <a:srgbClr val="566577"/>
                </a:solidFill>
                <a:latin typeface="NanumGothic" charset="0"/>
                <a:ea typeface="NanumGothic" charset="0"/>
                <a:cs typeface="NanumGothic" charset="0"/>
              </a:rPr>
              <a:t> 실행</a:t>
            </a:r>
            <a:r>
              <a:rPr sz="1350" b="0">
                <a:solidFill>
                  <a:srgbClr val="566577"/>
                </a:solidFill>
                <a:latin typeface="NanumGothic" charset="0"/>
                <a:ea typeface="NanumGothic" charset="0"/>
                <a:cs typeface="NanumGothic" charset="0"/>
              </a:rPr>
              <a:t>되지 않음</a:t>
            </a:r>
            <a:endParaRPr lang="ko-KR" altLang="en-US" sz="1350" b="0">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4"/>
          <p:cNvSpPr txBox="1">
            <a:spLocks/>
          </p:cNvSpPr>
          <p:nvPr/>
        </p:nvSpPr>
        <p:spPr>
          <a:xfrm rot="0">
            <a:off x="773430" y="299021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4. Research Questions</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299"/>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병목을 발생시킬 수</a:t>
            </a:r>
            <a:r>
              <a:rPr sz="2600" b="1">
                <a:solidFill>
                  <a:srgbClr val="FFFFFF"/>
                </a:solidFill>
                <a:latin typeface="Poppins" charset="0"/>
                <a:ea typeface="NanumGothic" charset="0"/>
                <a:cs typeface="NanumGothic" charset="0"/>
              </a:rPr>
              <a:t> 있는 요인</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15</a:t>
            </a:r>
          </a:p>
        </p:txBody>
      </p:sp>
      <p:sp>
        <p:nvSpPr>
          <p:cNvPr id="4" name="TextBox 3"/>
          <p:cNvSpPr txBox="1"/>
          <p:nvPr/>
        </p:nvSpPr>
        <p:spPr>
          <a:xfrm>
            <a:off x="502920" y="1225550"/>
            <a:ext cx="11155680" cy="521335"/>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각 요인을 독립적으로 바꾼 실험이 없어 원인으로 확정된 요인은 없다. 현재 근거로 내린 판단만 표시한다.</a:t>
            </a:r>
          </a:p>
        </p:txBody>
      </p:sp>
      <p:sp>
        <p:nvSpPr>
          <p:cNvPr id="5" name="Rectangle 4"/>
          <p:cNvSpPr/>
          <p:nvPr/>
        </p:nvSpPr>
        <p:spPr>
          <a:xfrm>
            <a:off x="457200" y="5806440"/>
            <a:ext cx="11265535"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83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메모리 시스템 쪽은 판정에 필요한 측정이 없고, 연산 구조·컴파일 쪽은 연관성까지만 관측됐다.</a:t>
            </a:r>
          </a:p>
        </p:txBody>
      </p:sp>
      <p:sp>
        <p:nvSpPr>
          <p:cNvPr id="8" name="Rectangle 7"/>
          <p:cNvSpPr/>
          <p:nvPr/>
        </p:nvSpPr>
        <p:spPr>
          <a:xfrm>
            <a:off x="502920" y="1847215"/>
            <a:ext cx="534924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665" y="1929129"/>
            <a:ext cx="5121275" cy="325755"/>
          </a:xfrm>
          <a:prstGeom prst="rect">
            <a:avLst/>
          </a:prstGeom>
          <a:noFill/>
        </p:spPr>
        <p:txBody>
          <a:bodyPr wrap="square" lIns="45720" tIns="27305" rIns="45720" bIns="27305" numCol="1" vert="horz" anchor="t">
            <a:spAutoFit/>
          </a:bodyPr>
          <a:lstStyle/>
          <a:p>
            <a:pPr marL="0" indent="0" algn="l">
              <a:lnSpc>
                <a:spcPct val="110000"/>
              </a:lnSpc>
              <a:buFontTx/>
              <a:buNone/>
            </a:pPr>
            <a:r>
              <a:rPr sz="1600" b="1">
                <a:solidFill>
                  <a:srgbClr val="FFFFFF"/>
                </a:solidFill>
                <a:latin typeface="Poppins" charset="0"/>
                <a:ea typeface="NanumGothic" charset="0"/>
                <a:cs typeface="NanumGothic" charset="0"/>
              </a:rPr>
              <a:t>메모리 시스템</a:t>
            </a:r>
            <a:endParaRPr lang="ko-KR" altLang="en-US" sz="1600" b="1">
              <a:solidFill>
                <a:srgbClr val="FFFFFF"/>
              </a:solidFill>
              <a:latin typeface="Poppins" charset="0"/>
              <a:ea typeface="NanumGothic" charset="0"/>
              <a:cs typeface="NanumGothic" charset="0"/>
            </a:endParaRPr>
          </a:p>
        </p:txBody>
      </p:sp>
      <p:sp>
        <p:nvSpPr>
          <p:cNvPr id="10" name="Rectangle 9"/>
          <p:cNvSpPr/>
          <p:nvPr/>
        </p:nvSpPr>
        <p:spPr>
          <a:xfrm>
            <a:off x="502920" y="230441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665" y="237744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1  SRAM 대역폭 압박</a:t>
            </a:r>
          </a:p>
        </p:txBody>
      </p:sp>
      <p:sp>
        <p:nvSpPr>
          <p:cNvPr id="12" name="TextBox 11"/>
          <p:cNvSpPr txBox="1"/>
          <p:nvPr/>
        </p:nvSpPr>
        <p:spPr>
          <a:xfrm>
            <a:off x="621665" y="268859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판정 불가 — 포화 판정에 필요한 측정 없음</a:t>
            </a:r>
          </a:p>
        </p:txBody>
      </p:sp>
      <p:sp>
        <p:nvSpPr>
          <p:cNvPr id="13" name="Rectangle 12"/>
          <p:cNvSpPr/>
          <p:nvPr/>
        </p:nvSpPr>
        <p:spPr>
          <a:xfrm>
            <a:off x="502920" y="301752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665" y="3090545"/>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2  외부 메모리 서비스 지연</a:t>
            </a:r>
          </a:p>
        </p:txBody>
      </p:sp>
      <p:sp>
        <p:nvSpPr>
          <p:cNvPr id="15" name="TextBox 14"/>
          <p:cNvSpPr txBox="1"/>
          <p:nvPr/>
        </p:nvSpPr>
        <p:spPr>
          <a:xfrm>
            <a:off x="621665" y="340169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판정 불가 — 지연만 바꾼 실험·stall 카운터 없음</a:t>
            </a:r>
          </a:p>
        </p:txBody>
      </p:sp>
      <p:sp>
        <p:nvSpPr>
          <p:cNvPr id="16" name="Rectangle 15"/>
          <p:cNvSpPr/>
          <p:nvPr/>
        </p:nvSpPr>
        <p:spPr>
          <a:xfrm>
            <a:off x="502920" y="373062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665" y="380365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3  온칩 용량 · 가중치 스트리밍</a:t>
            </a:r>
          </a:p>
        </p:txBody>
      </p:sp>
      <p:sp>
        <p:nvSpPr>
          <p:cNvPr id="18" name="TextBox 17"/>
          <p:cNvSpPr txBox="1"/>
          <p:nvPr/>
        </p:nvSpPr>
        <p:spPr>
          <a:xfrm>
            <a:off x="621665" y="411480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용량 제약 확인 — 실행 중 병목의 근거는 아님</a:t>
            </a:r>
          </a:p>
        </p:txBody>
      </p:sp>
      <p:sp>
        <p:nvSpPr>
          <p:cNvPr id="19" name="Rectangle 18"/>
          <p:cNvSpPr/>
          <p:nvPr/>
        </p:nvSpPr>
        <p:spPr>
          <a:xfrm>
            <a:off x="6355080" y="1847215"/>
            <a:ext cx="534924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825" y="1929129"/>
            <a:ext cx="5121275" cy="325755"/>
          </a:xfrm>
          <a:prstGeom prst="rect">
            <a:avLst/>
          </a:prstGeom>
          <a:noFill/>
        </p:spPr>
        <p:txBody>
          <a:bodyPr wrap="square" lIns="45720" tIns="27305" rIns="45720" bIns="27305" numCol="1" vert="horz" anchor="t">
            <a:spAutoFit/>
          </a:bodyPr>
          <a:lstStyle/>
          <a:p>
            <a:pPr marL="0" indent="0" algn="l">
              <a:lnSpc>
                <a:spcPct val="110000"/>
              </a:lnSpc>
              <a:buFontTx/>
              <a:buNone/>
            </a:pPr>
            <a:r>
              <a:rPr sz="1600" b="1">
                <a:solidFill>
                  <a:srgbClr val="FFFFFF"/>
                </a:solidFill>
                <a:latin typeface="Poppins" charset="0"/>
                <a:ea typeface="NanumGothic" charset="0"/>
                <a:cs typeface="NanumGothic" charset="0"/>
              </a:rPr>
              <a:t>연산 구조 · 컴파일</a:t>
            </a:r>
            <a:endParaRPr lang="ko-KR" altLang="en-US" sz="1600" b="1">
              <a:solidFill>
                <a:srgbClr val="FFFFFF"/>
              </a:solidFill>
              <a:latin typeface="Poppins" charset="0"/>
              <a:ea typeface="NanumGothic" charset="0"/>
              <a:cs typeface="NanumGothic" charset="0"/>
            </a:endParaRPr>
          </a:p>
        </p:txBody>
      </p:sp>
      <p:sp>
        <p:nvSpPr>
          <p:cNvPr id="21" name="Rectangle 20"/>
          <p:cNvSpPr/>
          <p:nvPr/>
        </p:nvSpPr>
        <p:spPr>
          <a:xfrm>
            <a:off x="6355080" y="230441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825" y="237744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4  DWConv · 출력 채널 불일치</a:t>
            </a:r>
          </a:p>
        </p:txBody>
      </p:sp>
      <p:sp>
        <p:nvSpPr>
          <p:cNvPr id="23" name="TextBox 22"/>
          <p:cNvSpPr txBox="1"/>
          <p:nvPr/>
        </p:nvSpPr>
        <p:spPr>
          <a:xfrm>
            <a:off x="6473825" y="268859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근거 부족 — 모델별 DWConv 수 미수집</a:t>
            </a:r>
          </a:p>
        </p:txBody>
      </p:sp>
      <p:sp>
        <p:nvSpPr>
          <p:cNvPr id="24" name="Rectangle 23"/>
          <p:cNvSpPr/>
          <p:nvPr/>
        </p:nvSpPr>
        <p:spPr>
          <a:xfrm>
            <a:off x="6355080" y="301752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825" y="3090545"/>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5  작은 feature map · 타일 병렬성</a:t>
            </a:r>
          </a:p>
        </p:txBody>
      </p:sp>
      <p:sp>
        <p:nvSpPr>
          <p:cNvPr id="26" name="TextBox 25"/>
          <p:cNvSpPr txBox="1"/>
          <p:nvPr/>
        </p:nvSpPr>
        <p:spPr>
          <a:xfrm>
            <a:off x="6473825" y="340169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부합 — 사이클이 늘어난 그룹이 작은 연산에 집중</a:t>
            </a:r>
          </a:p>
        </p:txBody>
      </p:sp>
      <p:sp>
        <p:nvSpPr>
          <p:cNvPr id="27" name="Rectangle 26"/>
          <p:cNvSpPr/>
          <p:nvPr/>
        </p:nvSpPr>
        <p:spPr>
          <a:xfrm>
            <a:off x="6355080" y="373062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825" y="380365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6  낮은 연산량 · 실행 비용 하한</a:t>
            </a:r>
          </a:p>
        </p:txBody>
      </p:sp>
      <p:sp>
        <p:nvSpPr>
          <p:cNvPr id="29" name="TextBox 28"/>
          <p:cNvSpPr txBox="1"/>
          <p:nvPr/>
        </p:nvSpPr>
        <p:spPr>
          <a:xfrm>
            <a:off x="6473825" y="411480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연관성 관측 — MAC을 늘려도 사이클이 거의 그대로인 사례</a:t>
            </a:r>
          </a:p>
        </p:txBody>
      </p:sp>
      <p:sp>
        <p:nvSpPr>
          <p:cNvPr id="30" name="Rectangle 29"/>
          <p:cNvSpPr/>
          <p:nvPr/>
        </p:nvSpPr>
        <p:spPr>
          <a:xfrm>
            <a:off x="6355080" y="444373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825" y="451739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7  ublock 형상 변화</a:t>
            </a:r>
          </a:p>
        </p:txBody>
      </p:sp>
      <p:sp>
        <p:nvSpPr>
          <p:cNvPr id="32" name="TextBox 31"/>
          <p:cNvSpPr txBox="1"/>
          <p:nvPr/>
        </p:nvSpPr>
        <p:spPr>
          <a:xfrm>
            <a:off x="6473825" y="482790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연관성 관측 — 증가·감소 그룹 모두에 동반</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메모리 시스템 쪽 요인 — 근거와 판단</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16</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요인 1–3 · 앞의 메모리 접근 경로·접근량 관측과 링크 결과를 근거로 판단</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접근 경로 비중과 접근량 변화는 관측했지만, 대기시간·대역폭 포화를 판정할 측정은 없다.</a:t>
            </a:r>
          </a:p>
        </p:txBody>
      </p:sp>
      <p:sp>
        <p:nvSpPr>
          <p:cNvPr id="8" name="Rectangle 7"/>
          <p:cNvSpPr/>
          <p:nvPr/>
        </p:nvSpPr>
        <p:spPr>
          <a:xfrm>
            <a:off x="502920" y="1847088"/>
            <a:ext cx="274320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29384"/>
            <a:ext cx="250545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요인</a:t>
            </a:r>
          </a:p>
        </p:txBody>
      </p:sp>
      <p:sp>
        <p:nvSpPr>
          <p:cNvPr id="10" name="Rectangle 9"/>
          <p:cNvSpPr/>
          <p:nvPr/>
        </p:nvSpPr>
        <p:spPr>
          <a:xfrm>
            <a:off x="3246120" y="1847088"/>
            <a:ext cx="594360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1" y="1929384"/>
            <a:ext cx="570585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근거로 쓴 관측</a:t>
            </a:r>
          </a:p>
        </p:txBody>
      </p:sp>
      <p:sp>
        <p:nvSpPr>
          <p:cNvPr id="12" name="Rectangle 11"/>
          <p:cNvSpPr/>
          <p:nvPr/>
        </p:nvSpPr>
        <p:spPr>
          <a:xfrm>
            <a:off x="9189720" y="1847088"/>
            <a:ext cx="256032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08592" y="1929384"/>
            <a:ext cx="232257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판단</a:t>
            </a:r>
          </a:p>
        </p:txBody>
      </p:sp>
      <p:sp>
        <p:nvSpPr>
          <p:cNvPr id="14" name="Rectangle 13"/>
          <p:cNvSpPr/>
          <p:nvPr/>
        </p:nvSpPr>
        <p:spPr>
          <a:xfrm>
            <a:off x="502920" y="2286000"/>
            <a:ext cx="274320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350008"/>
            <a:ext cx="25054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1  SRAM 대역폭 압박</a:t>
            </a:r>
          </a:p>
        </p:txBody>
      </p:sp>
      <p:sp>
        <p:nvSpPr>
          <p:cNvPr id="16" name="Rectangle 15"/>
          <p:cNvSpPr/>
          <p:nvPr/>
        </p:nvSpPr>
        <p:spPr>
          <a:xfrm>
            <a:off x="3246120" y="2286000"/>
            <a:ext cx="594360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1" y="2350008"/>
            <a:ext cx="57058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SRAM 접근 beat는 수집됨. 그러나 beat당 바이트·클럭·TA 설정을 확인하지 못해</a:t>
            </a:r>
          </a:p>
          <a:p>
            <a:pPr algn="l">
              <a:lnSpc>
                <a:spcPct val="110000"/>
              </a:lnSpc>
            </a:pPr>
            <a:r>
              <a:rPr sz="1350" b="0">
                <a:solidFill>
                  <a:srgbClr val="22364B"/>
                </a:solidFill>
                <a:latin typeface="Poppins"/>
                <a:ea typeface="NanumGothic"/>
                <a:cs typeface="NanumGothic"/>
              </a:rPr>
              <a:t>실효 대역폭과 포화 여부를 계산할 수 없음</a:t>
            </a:r>
          </a:p>
        </p:txBody>
      </p:sp>
      <p:sp>
        <p:nvSpPr>
          <p:cNvPr id="18" name="Rectangle 17"/>
          <p:cNvSpPr/>
          <p:nvPr/>
        </p:nvSpPr>
        <p:spPr>
          <a:xfrm>
            <a:off x="9189720" y="2286000"/>
            <a:ext cx="256032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08592" y="2350008"/>
            <a:ext cx="232257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판정 불가</a:t>
            </a:r>
          </a:p>
        </p:txBody>
      </p:sp>
      <p:sp>
        <p:nvSpPr>
          <p:cNvPr id="20" name="Rectangle 19"/>
          <p:cNvSpPr/>
          <p:nvPr/>
        </p:nvSpPr>
        <p:spPr>
          <a:xfrm>
            <a:off x="502920" y="3154680"/>
            <a:ext cx="274320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218688"/>
            <a:ext cx="25054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2  외부 메모리 서비스 지연</a:t>
            </a:r>
          </a:p>
        </p:txBody>
      </p:sp>
      <p:sp>
        <p:nvSpPr>
          <p:cNvPr id="22" name="Rectangle 21"/>
          <p:cNvSpPr/>
          <p:nvPr/>
        </p:nvSpPr>
        <p:spPr>
          <a:xfrm>
            <a:off x="3246120" y="3154680"/>
            <a:ext cx="594360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1" y="3218688"/>
            <a:ext cx="57058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RNNoise는 외부 경로 비중이 94–97%로 높지만, 접근 비중은 대기시간이 아님.</a:t>
            </a:r>
          </a:p>
          <a:p>
            <a:pPr algn="l">
              <a:lnSpc>
                <a:spcPct val="110000"/>
              </a:lnSpc>
            </a:pPr>
            <a:r>
              <a:rPr sz="1350" b="0">
                <a:solidFill>
                  <a:srgbClr val="22364B"/>
                </a:solidFill>
                <a:latin typeface="Poppins"/>
                <a:ea typeface="NanumGothic"/>
                <a:cs typeface="NanumGothic"/>
              </a:rPr>
              <a:t>TA 지연만 바꾼 실험과 stall 카운터가 없음</a:t>
            </a:r>
          </a:p>
        </p:txBody>
      </p:sp>
      <p:sp>
        <p:nvSpPr>
          <p:cNvPr id="24" name="Rectangle 23"/>
          <p:cNvSpPr/>
          <p:nvPr/>
        </p:nvSpPr>
        <p:spPr>
          <a:xfrm>
            <a:off x="9189720" y="3154680"/>
            <a:ext cx="25603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08592" y="3218688"/>
            <a:ext cx="232257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판정 불가</a:t>
            </a:r>
          </a:p>
        </p:txBody>
      </p:sp>
      <p:sp>
        <p:nvSpPr>
          <p:cNvPr id="26" name="Rectangle 25"/>
          <p:cNvSpPr/>
          <p:nvPr/>
        </p:nvSpPr>
        <p:spPr>
          <a:xfrm>
            <a:off x="502920" y="4023360"/>
            <a:ext cx="274320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087368"/>
            <a:ext cx="25054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3  온칩 용량 · 가중치 스트리밍</a:t>
            </a:r>
          </a:p>
        </p:txBody>
      </p:sp>
      <p:sp>
        <p:nvSpPr>
          <p:cNvPr id="28" name="Rectangle 27"/>
          <p:cNvSpPr/>
          <p:nvPr/>
        </p:nvSpPr>
        <p:spPr>
          <a:xfrm>
            <a:off x="3246120" y="4023360"/>
            <a:ext cx="594360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1" y="4087368"/>
            <a:ext cx="570585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133개 구성 중 6개(U55 · Wav2Letter · Shared_Sram · 32/64/128 MAC)가</a:t>
            </a:r>
          </a:p>
          <a:p>
            <a:pPr algn="l">
              <a:lnSpc>
                <a:spcPct val="110000"/>
              </a:lnSpc>
            </a:pPr>
            <a:r>
              <a:rPr sz="1350" b="0">
                <a:solidFill>
                  <a:srgbClr val="22364B"/>
                </a:solidFill>
                <a:latin typeface="Poppins"/>
                <a:ea typeface="NanumGothic"/>
                <a:cs typeface="NanumGothic"/>
              </a:rPr>
              <a:t>링크 단계에서 SRAM 용량 부족으로 실행되지 않음</a:t>
            </a:r>
          </a:p>
        </p:txBody>
      </p:sp>
      <p:sp>
        <p:nvSpPr>
          <p:cNvPr id="30" name="Rectangle 29"/>
          <p:cNvSpPr/>
          <p:nvPr/>
        </p:nvSpPr>
        <p:spPr>
          <a:xfrm>
            <a:off x="9189720" y="4023360"/>
            <a:ext cx="2560320" cy="86868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08592" y="4087368"/>
            <a:ext cx="2322576" cy="75895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용량 제약 확인.</a:t>
            </a:r>
          </a:p>
          <a:p>
            <a:pPr algn="l">
              <a:lnSpc>
                <a:spcPct val="110000"/>
              </a:lnSpc>
            </a:pPr>
            <a:r>
              <a:rPr sz="1350" b="0">
                <a:solidFill>
                  <a:srgbClr val="22364B"/>
                </a:solidFill>
                <a:latin typeface="Poppins"/>
                <a:ea typeface="NanumGothic"/>
                <a:cs typeface="NanumGothic"/>
              </a:rPr>
              <a:t>실행 중 병목의 근거는 아님</a:t>
            </a:r>
          </a:p>
        </p:txBody>
      </p:sp>
      <p:sp>
        <p:nvSpPr>
          <p:cNvPr id="32" name="TextBox 31"/>
          <p:cNvSpPr txBox="1"/>
          <p:nvPr/>
        </p:nvSpPr>
        <p:spPr>
          <a:xfrm>
            <a:off x="594360" y="4892040"/>
            <a:ext cx="10972800" cy="731520"/>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접근량과 사이클의 관계: U65의 KWS·AD는 수집된 beat 합이 1.01–1.03배로 거의 같아도 사이클은 0.60–0.64배로 줄었다.</a:t>
            </a:r>
          </a:p>
          <a:p>
            <a:pPr algn="l">
              <a:lnSpc>
                <a:spcPct val="110000"/>
              </a:lnSpc>
            </a:pPr>
            <a:r>
              <a:rPr sz="1350" b="0">
                <a:solidFill>
                  <a:srgbClr val="566577"/>
                </a:solidFill>
                <a:latin typeface="Poppins"/>
                <a:ea typeface="NanumGothic"/>
                <a:cs typeface="NanumGothic"/>
              </a:rPr>
              <a:t>접근량 변화만으로 사이클 변화를 설명할 수 없으므로, 메모리 쪽 요인은 접근량이 아니라 대기시간·대역폭 측정으로 판정해야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연산 구조 · 컴파일 쪽 요인 — 근거와 판단</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17</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요인 4–7 · MAC 확장 효율과 RNNoise 연산 그룹 분석을 근거로 판단</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연산 구조 쪽 요인은 관측과 부합하거나 연관되지만, 어느 것도 단독 원인으로 확정되지 않았다.</a:t>
            </a:r>
          </a:p>
        </p:txBody>
      </p:sp>
      <p:sp>
        <p:nvSpPr>
          <p:cNvPr id="8" name="Rectangle 7"/>
          <p:cNvSpPr/>
          <p:nvPr/>
        </p:nvSpPr>
        <p:spPr>
          <a:xfrm>
            <a:off x="502920" y="1847088"/>
            <a:ext cx="274320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29384"/>
            <a:ext cx="250545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요인</a:t>
            </a:r>
          </a:p>
        </p:txBody>
      </p:sp>
      <p:sp>
        <p:nvSpPr>
          <p:cNvPr id="10" name="Rectangle 9"/>
          <p:cNvSpPr/>
          <p:nvPr/>
        </p:nvSpPr>
        <p:spPr>
          <a:xfrm>
            <a:off x="3246120" y="1847088"/>
            <a:ext cx="594360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1" y="1929384"/>
            <a:ext cx="570585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근거로 쓴 관측</a:t>
            </a:r>
          </a:p>
        </p:txBody>
      </p:sp>
      <p:sp>
        <p:nvSpPr>
          <p:cNvPr id="12" name="Rectangle 11"/>
          <p:cNvSpPr/>
          <p:nvPr/>
        </p:nvSpPr>
        <p:spPr>
          <a:xfrm>
            <a:off x="9189720" y="1847088"/>
            <a:ext cx="2560320" cy="438912"/>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08592" y="1929384"/>
            <a:ext cx="2322576" cy="310896"/>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판단</a:t>
            </a:r>
          </a:p>
        </p:txBody>
      </p:sp>
      <p:sp>
        <p:nvSpPr>
          <p:cNvPr id="14" name="Rectangle 13"/>
          <p:cNvSpPr/>
          <p:nvPr/>
        </p:nvSpPr>
        <p:spPr>
          <a:xfrm>
            <a:off x="502920" y="2286000"/>
            <a:ext cx="274320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350008"/>
            <a:ext cx="25054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4  DWConv · 출력 채널 불일치</a:t>
            </a:r>
          </a:p>
        </p:txBody>
      </p:sp>
      <p:sp>
        <p:nvSpPr>
          <p:cNvPr id="16" name="Rectangle 15"/>
          <p:cNvSpPr/>
          <p:nvPr/>
        </p:nvSpPr>
        <p:spPr>
          <a:xfrm>
            <a:off x="3246120" y="2286000"/>
            <a:ext cx="594360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1" y="2350008"/>
            <a:ext cx="57058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연산 유형은 기록됐으나 모델별 DWConv 수를 수집하지 않아</a:t>
            </a:r>
          </a:p>
          <a:p>
            <a:pPr algn="l">
              <a:lnSpc>
                <a:spcPct val="110000"/>
              </a:lnSpc>
            </a:pPr>
            <a:r>
              <a:rPr sz="1350" b="0">
                <a:solidFill>
                  <a:srgbClr val="22364B"/>
                </a:solidFill>
                <a:latin typeface="Poppins"/>
                <a:ea typeface="NanumGothic"/>
                <a:cs typeface="NanumGothic"/>
              </a:rPr>
              <a:t>Depthwise 비중과 확장 효율의 관계를 확인할 수 없음</a:t>
            </a:r>
          </a:p>
        </p:txBody>
      </p:sp>
      <p:sp>
        <p:nvSpPr>
          <p:cNvPr id="18" name="Rectangle 17"/>
          <p:cNvSpPr/>
          <p:nvPr/>
        </p:nvSpPr>
        <p:spPr>
          <a:xfrm>
            <a:off x="9189720" y="2286000"/>
            <a:ext cx="256032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08592" y="2350008"/>
            <a:ext cx="232257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근거 부족</a:t>
            </a:r>
          </a:p>
        </p:txBody>
      </p:sp>
      <p:sp>
        <p:nvSpPr>
          <p:cNvPr id="20" name="Rectangle 19"/>
          <p:cNvSpPr/>
          <p:nvPr/>
        </p:nvSpPr>
        <p:spPr>
          <a:xfrm>
            <a:off x="502920" y="3108960"/>
            <a:ext cx="274320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172968"/>
            <a:ext cx="25054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5  작은 feature map · 타일 병렬성</a:t>
            </a:r>
          </a:p>
        </p:txBody>
      </p:sp>
      <p:sp>
        <p:nvSpPr>
          <p:cNvPr id="22" name="Rectangle 21"/>
          <p:cNvSpPr/>
          <p:nvPr/>
        </p:nvSpPr>
        <p:spPr>
          <a:xfrm>
            <a:off x="3246120" y="3108960"/>
            <a:ext cx="594360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1" y="3172968"/>
            <a:ext cx="57058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U85 RNNoise 256→512에서 사이클이 늘어난 14개 그룹 중 10개가</a:t>
            </a:r>
          </a:p>
          <a:p>
            <a:pPr algn="l">
              <a:lnSpc>
                <a:spcPct val="110000"/>
              </a:lnSpc>
            </a:pPr>
            <a:r>
              <a:rPr sz="1350" b="0">
                <a:solidFill>
                  <a:srgbClr val="22364B"/>
                </a:solidFill>
                <a:latin typeface="Poppins"/>
                <a:ea typeface="NanumGothic"/>
                <a:cs typeface="NanumGothic"/>
              </a:rPr>
              <a:t>작은 elementwise·FC 연산 그룹 (다음 장)</a:t>
            </a:r>
          </a:p>
        </p:txBody>
      </p:sp>
      <p:sp>
        <p:nvSpPr>
          <p:cNvPr id="24" name="Rectangle 23"/>
          <p:cNvSpPr/>
          <p:nvPr/>
        </p:nvSpPr>
        <p:spPr>
          <a:xfrm>
            <a:off x="9189720" y="3108960"/>
            <a:ext cx="256032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08592" y="3172968"/>
            <a:ext cx="232257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부합하는 관측</a:t>
            </a:r>
          </a:p>
          <a:p>
            <a:pPr algn="l">
              <a:lnSpc>
                <a:spcPct val="110000"/>
              </a:lnSpc>
            </a:pPr>
            <a:r>
              <a:rPr sz="1350" b="0">
                <a:solidFill>
                  <a:srgbClr val="22364B"/>
                </a:solidFill>
                <a:latin typeface="Poppins"/>
                <a:ea typeface="NanumGothic"/>
                <a:cs typeface="NanumGothic"/>
              </a:rPr>
              <a:t>(활용률 측정은 아님)</a:t>
            </a:r>
          </a:p>
        </p:txBody>
      </p:sp>
      <p:sp>
        <p:nvSpPr>
          <p:cNvPr id="26" name="Rectangle 25"/>
          <p:cNvSpPr/>
          <p:nvPr/>
        </p:nvSpPr>
        <p:spPr>
          <a:xfrm>
            <a:off x="502920" y="3931920"/>
            <a:ext cx="274320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3995928"/>
            <a:ext cx="25054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6  낮은 연산량 · 실행 비용 하한</a:t>
            </a:r>
          </a:p>
        </p:txBody>
      </p:sp>
      <p:sp>
        <p:nvSpPr>
          <p:cNvPr id="28" name="Rectangle 27"/>
          <p:cNvSpPr/>
          <p:nvPr/>
        </p:nvSpPr>
        <p:spPr>
          <a:xfrm>
            <a:off x="3246120" y="3931920"/>
            <a:ext cx="594360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1" y="3995928"/>
            <a:ext cx="57058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RNNoise는 U55에서 MAC 32→256 동안 효율 0.50–0.51로 사이클이 거의 그대로,</a:t>
            </a:r>
          </a:p>
          <a:p>
            <a:pPr algn="l">
              <a:lnSpc>
                <a:spcPct val="110000"/>
              </a:lnSpc>
            </a:pPr>
            <a:r>
              <a:rPr sz="1350" b="0">
                <a:solidFill>
                  <a:srgbClr val="22364B"/>
                </a:solidFill>
                <a:latin typeface="Poppins"/>
                <a:ea typeface="NanumGothic"/>
                <a:cs typeface="NanumGothic"/>
              </a:rPr>
              <a:t>U85 128→256에서는 사이클 변화 없음</a:t>
            </a:r>
          </a:p>
        </p:txBody>
      </p:sp>
      <p:sp>
        <p:nvSpPr>
          <p:cNvPr id="30" name="Rectangle 29"/>
          <p:cNvSpPr/>
          <p:nvPr/>
        </p:nvSpPr>
        <p:spPr>
          <a:xfrm>
            <a:off x="9189720" y="3931920"/>
            <a:ext cx="2560320" cy="8229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08592" y="3995928"/>
            <a:ext cx="232257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연관성 관측</a:t>
            </a:r>
          </a:p>
          <a:p>
            <a:pPr algn="l">
              <a:lnSpc>
                <a:spcPct val="110000"/>
              </a:lnSpc>
            </a:pPr>
            <a:r>
              <a:rPr sz="1350" b="0">
                <a:solidFill>
                  <a:srgbClr val="22364B"/>
                </a:solidFill>
                <a:latin typeface="Poppins"/>
                <a:ea typeface="NanumGothic"/>
                <a:cs typeface="NanumGothic"/>
              </a:rPr>
              <a:t>(원인 여부 미확인)</a:t>
            </a:r>
          </a:p>
        </p:txBody>
      </p:sp>
      <p:sp>
        <p:nvSpPr>
          <p:cNvPr id="32" name="Rectangle 31"/>
          <p:cNvSpPr/>
          <p:nvPr/>
        </p:nvSpPr>
        <p:spPr>
          <a:xfrm>
            <a:off x="502920" y="4754880"/>
            <a:ext cx="274320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818888"/>
            <a:ext cx="25054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7  ublock 형상 변화</a:t>
            </a:r>
          </a:p>
        </p:txBody>
      </p:sp>
      <p:sp>
        <p:nvSpPr>
          <p:cNvPr id="34" name="Rectangle 33"/>
          <p:cNvSpPr/>
          <p:nvPr/>
        </p:nvSpPr>
        <p:spPr>
          <a:xfrm>
            <a:off x="3246120" y="4754880"/>
            <a:ext cx="594360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4991" y="4818888"/>
            <a:ext cx="570585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ublock이 바뀐 연산 비율: 사이클 증가 41/43 · 감소 63/65 · 동일 14/16.</a:t>
            </a:r>
          </a:p>
          <a:p>
            <a:pPr algn="l">
              <a:lnSpc>
                <a:spcPct val="110000"/>
              </a:lnSpc>
            </a:pPr>
            <a:r>
              <a:rPr sz="1350" b="0">
                <a:solidFill>
                  <a:srgbClr val="22364B"/>
                </a:solidFill>
                <a:latin typeface="Poppins"/>
                <a:ea typeface="NanumGothic"/>
                <a:cs typeface="NanumGothic"/>
              </a:rPr>
              <a:t>세 방향 모두에서 높아 증감을 구분하지 못함</a:t>
            </a:r>
          </a:p>
        </p:txBody>
      </p:sp>
      <p:sp>
        <p:nvSpPr>
          <p:cNvPr id="36" name="Rectangle 35"/>
          <p:cNvSpPr/>
          <p:nvPr/>
        </p:nvSpPr>
        <p:spPr>
          <a:xfrm>
            <a:off x="9189720" y="4754880"/>
            <a:ext cx="256032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08592" y="4818888"/>
            <a:ext cx="2322576" cy="713232"/>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연관성 관측</a:t>
            </a:r>
          </a:p>
          <a:p>
            <a:pPr algn="l">
              <a:lnSpc>
                <a:spcPct val="110000"/>
              </a:lnSpc>
            </a:pPr>
            <a:r>
              <a:rPr sz="1350" b="0">
                <a:solidFill>
                  <a:srgbClr val="22364B"/>
                </a:solidFill>
                <a:latin typeface="Poppins"/>
                <a:ea typeface="NanumGothic"/>
                <a:cs typeface="NanumGothic"/>
              </a:rPr>
              <a:t>(증감 구분 불가)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RNNoise의 사이클 증가: 연산 그룹 분석</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18</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U85 256→512 MAC · 요인 5·7의 근거 · 별도 계측 실행 결과이며, 전체 모델 기준 측정을 직접 분해한 값은 아니다</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그룹별 사이클 변화의 분포는 확인했다. 하드웨어 구조·컴파일 스케줄·메모리 각각의 영향은 구분하지 못했다.</a:t>
            </a:r>
          </a:p>
        </p:txBody>
      </p:sp>
      <p:sp>
        <p:nvSpPr>
          <p:cNvPr id="8" name="TextBox 7"/>
          <p:cNvSpPr txBox="1"/>
          <p:nvPr/>
        </p:nvSpPr>
        <p:spPr>
          <a:xfrm>
            <a:off x="594360" y="1847088"/>
            <a:ext cx="5166360" cy="310896"/>
          </a:xfrm>
          <a:prstGeom prst="rect">
            <a:avLst/>
          </a:prstGeom>
          <a:noFill/>
        </p:spPr>
        <p:txBody>
          <a:bodyPr wrap="square" lIns="0" rIns="0" tIns="0" bIns="0">
            <a:spAutoFit/>
          </a:bodyPr>
          <a:lstStyle/>
          <a:p>
            <a:pPr>
              <a:spcAft>
                <a:spcPts val="500"/>
              </a:spcAft>
            </a:pPr>
            <a:r>
              <a:rPr sz="1600" b="1">
                <a:solidFill>
                  <a:srgbClr val="13366B"/>
                </a:solidFill>
                <a:latin typeface="NanumGothic"/>
                <a:ea typeface="NanumGothic"/>
                <a:cs typeface="NanumGothic"/>
              </a:rPr>
              <a:t>기본 설정의 14개 그룹: 사이클 증가 10 · 감소 1 · 동일 3</a:t>
            </a:r>
          </a:p>
        </p:txBody>
      </p:sp>
      <p:pic>
        <p:nvPicPr>
          <p:cNvPr id="9" name="Picture 8" descr="group_delta.png"/>
          <p:cNvPicPr>
            <a:picLocks noChangeAspect="1"/>
          </p:cNvPicPr>
          <p:nvPr/>
        </p:nvPicPr>
        <p:blipFill>
          <a:blip r:embed="rId3"/>
          <a:stretch>
            <a:fillRect/>
          </a:stretch>
        </p:blipFill>
        <p:spPr>
          <a:xfrm>
            <a:off x="803726" y="2295144"/>
            <a:ext cx="4738483" cy="2642616"/>
          </a:xfrm>
          <a:prstGeom prst="rect">
            <a:avLst/>
          </a:prstGeom>
        </p:spPr>
      </p:pic>
      <p:sp>
        <p:nvSpPr>
          <p:cNvPr id="10" name="Rectangle 9"/>
          <p:cNvSpPr/>
          <p:nvPr/>
        </p:nvSpPr>
        <p:spPr>
          <a:xfrm>
            <a:off x="594360" y="5020056"/>
            <a:ext cx="5166360" cy="649224"/>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102352"/>
            <a:ext cx="4928616" cy="493776"/>
          </a:xfrm>
          <a:prstGeom prst="rect">
            <a:avLst/>
          </a:prstGeom>
          <a:noFill/>
        </p:spPr>
        <p:txBody>
          <a:bodyPr wrap="square" lIns="0" rIns="0" tIns="0" bIns="0">
            <a:spAutoFit/>
          </a:bodyPr>
          <a:lstStyle/>
          <a:p>
            <a:pPr>
              <a:spcAft>
                <a:spcPts val="500"/>
              </a:spcAft>
            </a:pPr>
            <a:r>
              <a:rPr sz="1350" b="1">
                <a:solidFill>
                  <a:srgbClr val="22364B"/>
                </a:solidFill>
                <a:latin typeface="NanumGothic"/>
                <a:ea typeface="NanumGothic"/>
                <a:cs typeface="NanumGothic"/>
              </a:rPr>
              <a:t>그룹 합 +19,060 / 전체 모델 측정값 +19,000</a:t>
            </a:r>
          </a:p>
          <a:p>
            <a:pPr>
              <a:spcAft>
                <a:spcPts val="500"/>
              </a:spcAft>
            </a:pPr>
            <a:pPr/>
            <a:r>
              <a:rPr sz="1350" b="1">
                <a:solidFill>
                  <a:srgbClr val="22364B"/>
                </a:solidFill>
                <a:latin typeface="NanumGothic"/>
                <a:ea typeface="NanumGothic"/>
                <a:cs typeface="NanumGothic"/>
              </a:rPr>
              <a:t>차이 60 cycles</a:t>
            </a:r>
          </a:p>
        </p:txBody>
      </p:sp>
      <p:sp>
        <p:nvSpPr>
          <p:cNvPr id="12" name="Rectangle 11"/>
          <p:cNvSpPr/>
          <p:nvPr/>
        </p:nvSpPr>
        <p:spPr>
          <a:xfrm>
            <a:off x="6099048" y="1856231"/>
            <a:ext cx="5504688" cy="17830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1993392"/>
            <a:ext cx="5202936" cy="329184"/>
          </a:xfrm>
          <a:prstGeom prst="rect">
            <a:avLst/>
          </a:prstGeom>
          <a:noFill/>
        </p:spPr>
        <p:txBody>
          <a:bodyPr wrap="square" lIns="0" rIns="0" tIns="0" bIns="0">
            <a:spAutoFit/>
          </a:bodyPr>
          <a:lstStyle/>
          <a:p>
            <a:pPr>
              <a:spcAft>
                <a:spcPts val="500"/>
              </a:spcAft>
            </a:pPr>
            <a:r>
              <a:rPr sz="1700" b="1">
                <a:solidFill>
                  <a:srgbClr val="13366B"/>
                </a:solidFill>
                <a:latin typeface="Poppins"/>
                <a:ea typeface="Poppins"/>
                <a:cs typeface="Poppins"/>
              </a:rPr>
              <a:t>ublock 변화로 사이클 증감을 구분할 수 있는가?</a:t>
            </a:r>
          </a:p>
        </p:txBody>
      </p:sp>
      <p:sp>
        <p:nvSpPr>
          <p:cNvPr id="14" name="TextBox 13"/>
          <p:cNvSpPr txBox="1"/>
          <p:nvPr/>
        </p:nvSpPr>
        <p:spPr>
          <a:xfrm>
            <a:off x="6245352" y="2468880"/>
            <a:ext cx="5202936" cy="969264"/>
          </a:xfrm>
          <a:prstGeom prst="rect">
            <a:avLst/>
          </a:prstGeom>
          <a:noFill/>
        </p:spPr>
        <p:txBody>
          <a:bodyPr wrap="square" lIns="0" rIns="0" tIns="0" bIns="0">
            <a:spAutoFit/>
          </a:bodyPr>
          <a:lstStyle/>
          <a:p>
            <a:pPr>
              <a:spcAft>
                <a:spcPts val="500"/>
              </a:spcAft>
            </a:pPr>
            <a:r>
              <a:rPr sz="1450" b="0">
                <a:solidFill>
                  <a:srgbClr val="22364B"/>
                </a:solidFill>
                <a:latin typeface="Poppins"/>
                <a:ea typeface="Poppins"/>
                <a:cs typeface="Poppins"/>
              </a:rPr>
              <a:t>5개 모델에서 분리 가능한 연산 124개 중 ublock이 바뀐 비율</a:t>
            </a:r>
          </a:p>
          <a:p>
            <a:pPr>
              <a:spcAft>
                <a:spcPts val="500"/>
              </a:spcAft>
            </a:pPr>
            <a:pPr/>
            <a:r>
              <a:rPr sz="1450" b="0">
                <a:solidFill>
                  <a:srgbClr val="22364B"/>
                </a:solidFill>
                <a:latin typeface="Poppins"/>
                <a:ea typeface="Poppins"/>
                <a:cs typeface="Poppins"/>
              </a:rPr>
              <a:t>증가 41/43 · 감소 63/65 · 동일 14/16</a:t>
            </a:r>
          </a:p>
          <a:p>
            <a:pPr>
              <a:spcAft>
                <a:spcPts val="500"/>
              </a:spcAft>
            </a:pPr>
            <a:pPr/>
            <a:r>
              <a:rPr sz="1450" b="0">
                <a:solidFill>
                  <a:srgbClr val="22364B"/>
                </a:solidFill>
                <a:latin typeface="Poppins"/>
                <a:ea typeface="Poppins"/>
                <a:cs typeface="Poppins"/>
              </a:rPr>
              <a:t>세 방향 모두에서 높아 증감을 구분하지 못한다</a:t>
            </a:r>
          </a:p>
        </p:txBody>
      </p:sp>
      <p:sp>
        <p:nvSpPr>
          <p:cNvPr id="15" name="Rectangle 14"/>
          <p:cNvSpPr/>
          <p:nvPr/>
        </p:nvSpPr>
        <p:spPr>
          <a:xfrm>
            <a:off x="6099048" y="3822191"/>
            <a:ext cx="5504688" cy="1847088"/>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5352" y="3959352"/>
            <a:ext cx="5202936" cy="320040"/>
          </a:xfrm>
          <a:prstGeom prst="rect">
            <a:avLst/>
          </a:prstGeom>
          <a:noFill/>
        </p:spPr>
        <p:txBody>
          <a:bodyPr wrap="square" lIns="0" rIns="0" tIns="0" bIns="0">
            <a:spAutoFit/>
          </a:bodyPr>
          <a:lstStyle/>
          <a:p>
            <a:pPr>
              <a:spcAft>
                <a:spcPts val="500"/>
              </a:spcAft>
            </a:pPr>
            <a:r>
              <a:rPr sz="1700" b="1">
                <a:solidFill>
                  <a:srgbClr val="13366B"/>
                </a:solidFill>
                <a:latin typeface="Poppins"/>
                <a:ea typeface="Poppins"/>
                <a:cs typeface="Poppins"/>
              </a:rPr>
              <a:t>memory mode에 따라 증가 그룹이 달라지는가?</a:t>
            </a:r>
          </a:p>
        </p:txBody>
      </p:sp>
      <p:sp>
        <p:nvSpPr>
          <p:cNvPr id="17" name="TextBox 16"/>
          <p:cNvSpPr txBox="1"/>
          <p:nvPr/>
        </p:nvSpPr>
        <p:spPr>
          <a:xfrm>
            <a:off x="6245352" y="4389120"/>
            <a:ext cx="5202936" cy="1124712"/>
          </a:xfrm>
          <a:prstGeom prst="rect">
            <a:avLst/>
          </a:prstGeom>
          <a:noFill/>
        </p:spPr>
        <p:txBody>
          <a:bodyPr wrap="square" lIns="0" rIns="0" tIns="0" bIns="0">
            <a:spAutoFit/>
          </a:bodyPr>
          <a:lstStyle/>
          <a:p>
            <a:pPr>
              <a:spcAft>
                <a:spcPts val="500"/>
              </a:spcAft>
            </a:pPr>
            <a:r>
              <a:rPr sz="1400" b="0">
                <a:solidFill>
                  <a:srgbClr val="22364B"/>
                </a:solidFill>
                <a:latin typeface="Poppins"/>
                <a:ea typeface="Poppins"/>
                <a:cs typeface="Poppins"/>
              </a:rPr>
              <a:t>RNNoise · 세 memory mode에 공통인 29개 그룹 비교</a:t>
            </a:r>
          </a:p>
          <a:p>
            <a:pPr>
              <a:spcAft>
                <a:spcPts val="500"/>
              </a:spcAft>
            </a:pPr>
            <a:pPr/>
            <a:r>
              <a:rPr sz="1400" b="0">
                <a:solidFill>
                  <a:srgbClr val="22364B"/>
                </a:solidFill>
                <a:latin typeface="Poppins"/>
                <a:ea typeface="Poppins"/>
                <a:cs typeface="Poppins"/>
              </a:rPr>
              <a:t>27/29 그룹이 같은 방향 · 증가↔감소 반전 0</a:t>
            </a:r>
          </a:p>
          <a:p>
            <a:pPr>
              <a:spcAft>
                <a:spcPts val="500"/>
              </a:spcAft>
            </a:pPr>
            <a:pPr/>
            <a:r>
              <a:rPr sz="1400" b="0">
                <a:solidFill>
                  <a:srgbClr val="22364B"/>
                </a:solidFill>
                <a:latin typeface="Poppins"/>
                <a:ea typeface="Poppins"/>
                <a:cs typeface="Poppins"/>
              </a:rPr>
              <a:t>세 모드 모두 증가 3그룹, Sram_Only에서만 동일 2그룹</a:t>
            </a:r>
          </a:p>
          <a:p>
            <a:pPr>
              <a:spcAft>
                <a:spcPts val="500"/>
              </a:spcAft>
            </a:pPr>
            <a:pPr/>
            <a:r>
              <a:rPr sz="1400" b="0">
                <a:solidFill>
                  <a:srgbClr val="22364B"/>
                </a:solidFill>
                <a:latin typeface="Poppins"/>
                <a:ea typeface="Poppins"/>
                <a:cs typeface="Poppins"/>
              </a:rPr>
              <a:t>모드마다 컴파일 산출물이 달라 메모리 영향만 분리할 수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현재 실험으로 구분하지 못한 영향</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19</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조건이 함께 바뀌거나 측정이 없어 요인별 영향을 나누지 못한 항목</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구성별 결과는 확인했지만, 개별 요인의 영향과 다른 조건으로의 일반화는 추가 실험이 필요하다.</a:t>
            </a:r>
          </a:p>
        </p:txBody>
      </p:sp>
      <p:sp>
        <p:nvSpPr>
          <p:cNvPr id="8" name="Rectangle 7"/>
          <p:cNvSpPr/>
          <p:nvPr/>
        </p:nvSpPr>
        <p:spPr>
          <a:xfrm>
            <a:off x="502920" y="1938528"/>
            <a:ext cx="4016044"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048256"/>
            <a:ext cx="3778300"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함께 바뀐 조건 / 부족한 측정</a:t>
            </a:r>
          </a:p>
        </p:txBody>
      </p:sp>
      <p:sp>
        <p:nvSpPr>
          <p:cNvPr id="10" name="Rectangle 9"/>
          <p:cNvSpPr/>
          <p:nvPr/>
        </p:nvSpPr>
        <p:spPr>
          <a:xfrm>
            <a:off x="4518964" y="1938528"/>
            <a:ext cx="3235147"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7836" y="2048256"/>
            <a:ext cx="2997403"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확인한 것</a:t>
            </a:r>
          </a:p>
        </p:txBody>
      </p:sp>
      <p:sp>
        <p:nvSpPr>
          <p:cNvPr id="12" name="Rectangle 11"/>
          <p:cNvSpPr/>
          <p:nvPr/>
        </p:nvSpPr>
        <p:spPr>
          <a:xfrm>
            <a:off x="7754111" y="1938528"/>
            <a:ext cx="3904487"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048256"/>
            <a:ext cx="3666744"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확인하지 못한 것</a:t>
            </a:r>
          </a:p>
        </p:txBody>
      </p:sp>
      <p:sp>
        <p:nvSpPr>
          <p:cNvPr id="14" name="Rectangle 13"/>
          <p:cNvSpPr/>
          <p:nvPr/>
        </p:nvSpPr>
        <p:spPr>
          <a:xfrm>
            <a:off x="502920" y="2432304"/>
            <a:ext cx="4016044"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54203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플랫폼·TA·Fast Models 버전이</a:t>
            </a:r>
          </a:p>
          <a:p>
            <a:pPr>
              <a:spcAft>
                <a:spcPts val="300"/>
              </a:spcAft>
            </a:pPr>
            <a:pPr/>
            <a:r>
              <a:rPr sz="1600" b="0">
                <a:solidFill>
                  <a:srgbClr val="22364B"/>
                </a:solidFill>
                <a:latin typeface="NanumGothic"/>
                <a:ea typeface="NanumGothic"/>
                <a:cs typeface="NanumGothic"/>
              </a:rPr>
              <a:t>일부 비교에서 함께 바뀜</a:t>
            </a:r>
          </a:p>
        </p:txBody>
      </p:sp>
      <p:sp>
        <p:nvSpPr>
          <p:cNvPr id="16" name="Rectangle 15"/>
          <p:cNvSpPr/>
          <p:nvPr/>
        </p:nvSpPr>
        <p:spPr>
          <a:xfrm>
            <a:off x="4518964" y="2432304"/>
            <a:ext cx="323514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37836" y="254203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그 조건에서 순위·방향·효율이</a:t>
            </a:r>
          </a:p>
          <a:p>
            <a:pPr>
              <a:spcAft>
                <a:spcPts val="300"/>
              </a:spcAft>
            </a:pPr>
            <a:pPr/>
            <a:r>
              <a:rPr sz="1600" b="0">
                <a:solidFill>
                  <a:srgbClr val="22364B"/>
                </a:solidFill>
                <a:latin typeface="NanumGothic"/>
                <a:ea typeface="NanumGothic"/>
                <a:cs typeface="NanumGothic"/>
              </a:rPr>
              <a:t>유지되는지</a:t>
            </a:r>
          </a:p>
        </p:txBody>
      </p:sp>
      <p:sp>
        <p:nvSpPr>
          <p:cNvPr id="18" name="Rectangle 17"/>
          <p:cNvSpPr/>
          <p:nvPr/>
        </p:nvSpPr>
        <p:spPr>
          <a:xfrm>
            <a:off x="7754111" y="2432304"/>
            <a:ext cx="390448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2983" y="254203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효율 차이가 어느 요인에서</a:t>
            </a:r>
          </a:p>
          <a:p>
            <a:pPr>
              <a:spcAft>
                <a:spcPts val="300"/>
              </a:spcAft>
            </a:pPr>
            <a:pPr/>
            <a:r>
              <a:rPr sz="1600" b="0">
                <a:solidFill>
                  <a:srgbClr val="22364B"/>
                </a:solidFill>
                <a:latin typeface="NanumGothic"/>
                <a:ea typeface="NanumGothic"/>
                <a:cs typeface="NanumGothic"/>
              </a:rPr>
              <a:t>얼마나 생겼는지</a:t>
            </a:r>
          </a:p>
        </p:txBody>
      </p:sp>
      <p:sp>
        <p:nvSpPr>
          <p:cNvPr id="20" name="Rectangle 19"/>
          <p:cNvSpPr/>
          <p:nvPr/>
        </p:nvSpPr>
        <p:spPr>
          <a:xfrm>
            <a:off x="502920" y="3300984"/>
            <a:ext cx="4016044"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41071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Poppins"/>
                <a:ea typeface="Poppins"/>
                <a:cs typeface="Poppins"/>
              </a:rPr>
              <a:t>memory mode를 바꾸면</a:t>
            </a:r>
          </a:p>
          <a:p>
            <a:pPr>
              <a:spcAft>
                <a:spcPts val="300"/>
              </a:spcAft>
            </a:pPr>
            <a:pPr/>
            <a:r>
              <a:rPr sz="1600" b="0">
                <a:solidFill>
                  <a:srgbClr val="22364B"/>
                </a:solidFill>
                <a:latin typeface="Poppins"/>
                <a:ea typeface="Poppins"/>
                <a:cs typeface="Poppins"/>
              </a:rPr>
              <a:t>컴파일 산출물도 함께 바뀜</a:t>
            </a:r>
          </a:p>
        </p:txBody>
      </p:sp>
      <p:sp>
        <p:nvSpPr>
          <p:cNvPr id="22" name="Rectangle 21"/>
          <p:cNvSpPr/>
          <p:nvPr/>
        </p:nvSpPr>
        <p:spPr>
          <a:xfrm>
            <a:off x="4518964" y="3300984"/>
            <a:ext cx="3235147"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7836" y="341071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모드별로 그룹의 사이클</a:t>
            </a:r>
          </a:p>
          <a:p>
            <a:pPr>
              <a:spcAft>
                <a:spcPts val="300"/>
              </a:spcAft>
            </a:pPr>
            <a:pPr/>
            <a:r>
              <a:rPr sz="1600" b="0">
                <a:solidFill>
                  <a:srgbClr val="22364B"/>
                </a:solidFill>
                <a:latin typeface="NanumGothic"/>
                <a:ea typeface="NanumGothic"/>
                <a:cs typeface="NanumGothic"/>
              </a:rPr>
              <a:t>증감과 크기가 달라지는지</a:t>
            </a:r>
          </a:p>
        </p:txBody>
      </p:sp>
      <p:sp>
        <p:nvSpPr>
          <p:cNvPr id="24" name="Rectangle 23"/>
          <p:cNvSpPr/>
          <p:nvPr/>
        </p:nvSpPr>
        <p:spPr>
          <a:xfrm>
            <a:off x="7754111" y="3300984"/>
            <a:ext cx="3904487"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72983" y="341071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메모리 영향과 컴파일 결과</a:t>
            </a:r>
          </a:p>
          <a:p>
            <a:pPr>
              <a:spcAft>
                <a:spcPts val="300"/>
              </a:spcAft>
            </a:pPr>
            <a:pPr/>
            <a:r>
              <a:rPr sz="1600" b="0">
                <a:solidFill>
                  <a:srgbClr val="22364B"/>
                </a:solidFill>
                <a:latin typeface="NanumGothic"/>
                <a:ea typeface="NanumGothic"/>
                <a:cs typeface="NanumGothic"/>
              </a:rPr>
              <a:t>변화의 영향 구분</a:t>
            </a:r>
          </a:p>
        </p:txBody>
      </p:sp>
      <p:sp>
        <p:nvSpPr>
          <p:cNvPr id="26" name="Rectangle 25"/>
          <p:cNvSpPr/>
          <p:nvPr/>
        </p:nvSpPr>
        <p:spPr>
          <a:xfrm>
            <a:off x="502920" y="4169664"/>
            <a:ext cx="4016044"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27939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Poppins"/>
                <a:ea typeface="Poppins"/>
                <a:cs typeface="Poppins"/>
              </a:rPr>
              <a:t>MAC·하드웨어 구조·스케줄을</a:t>
            </a:r>
          </a:p>
          <a:p>
            <a:pPr>
              <a:spcAft>
                <a:spcPts val="300"/>
              </a:spcAft>
            </a:pPr>
            <a:pPr/>
            <a:r>
              <a:rPr sz="1600" b="0">
                <a:solidFill>
                  <a:srgbClr val="22364B"/>
                </a:solidFill>
                <a:latin typeface="Poppins"/>
                <a:ea typeface="Poppins"/>
                <a:cs typeface="Poppins"/>
              </a:rPr>
              <a:t>따로 바꾼 실험과 병목 계측 없음</a:t>
            </a:r>
          </a:p>
        </p:txBody>
      </p:sp>
      <p:sp>
        <p:nvSpPr>
          <p:cNvPr id="28" name="Rectangle 27"/>
          <p:cNvSpPr/>
          <p:nvPr/>
        </p:nvSpPr>
        <p:spPr>
          <a:xfrm>
            <a:off x="4518964" y="4169664"/>
            <a:ext cx="323514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7836" y="427939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전체·그룹 사이클 변화와</a:t>
            </a:r>
          </a:p>
          <a:p>
            <a:pPr>
              <a:spcAft>
                <a:spcPts val="300"/>
              </a:spcAft>
            </a:pPr>
            <a:pPr/>
            <a:r>
              <a:rPr sz="1600" b="0">
                <a:solidFill>
                  <a:srgbClr val="22364B"/>
                </a:solidFill>
                <a:latin typeface="NanumGothic"/>
                <a:ea typeface="NanumGothic"/>
                <a:cs typeface="NanumGothic"/>
              </a:rPr>
              <a:t>구조 변화가 함께 나타나는지</a:t>
            </a:r>
          </a:p>
        </p:txBody>
      </p:sp>
      <p:sp>
        <p:nvSpPr>
          <p:cNvPr id="30" name="Rectangle 29"/>
          <p:cNvSpPr/>
          <p:nvPr/>
        </p:nvSpPr>
        <p:spPr>
          <a:xfrm>
            <a:off x="7754111" y="4169664"/>
            <a:ext cx="390448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72983" y="427939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단일 원인과 요인별 비중</a:t>
            </a:r>
          </a:p>
          <a:p>
            <a:pPr>
              <a:spcAft>
                <a:spcPts val="300"/>
              </a:spcAft>
            </a:pPr>
            <a:pPr/>
            <a:r>
              <a:rPr sz="1600" b="0">
                <a:solidFill>
                  <a:srgbClr val="22364B"/>
                </a:solidFill>
                <a:latin typeface="NanumGothic"/>
                <a:ea typeface="NanumGothic"/>
                <a:cs typeface="NanumGothic"/>
              </a:rPr>
              <a:t>대역폭 포화 · 실제 MAC 활용률</a:t>
            </a:r>
          </a:p>
        </p:txBody>
      </p:sp>
      <p:sp>
        <p:nvSpPr>
          <p:cNvPr id="32" name="TextBox 31"/>
          <p:cNvSpPr txBox="1"/>
          <p:nvPr/>
        </p:nvSpPr>
        <p:spPr>
          <a:xfrm>
            <a:off x="594360" y="5422392"/>
            <a:ext cx="10972800" cy="274320"/>
          </a:xfrm>
          <a:prstGeom prst="rect">
            <a:avLst/>
          </a:prstGeom>
          <a:noFill/>
        </p:spPr>
        <p:txBody>
          <a:bodyPr wrap="square" lIns="0" rIns="0" tIns="0" bIns="0">
            <a:spAutoFit/>
          </a:bodyPr>
          <a:lstStyle/>
          <a:p>
            <a:pPr>
              <a:spcAft>
                <a:spcPts val="500"/>
              </a:spcAft>
            </a:pPr>
            <a:r>
              <a:rPr sz="1400" b="0">
                <a:solidFill>
                  <a:srgbClr val="566577"/>
                </a:solidFill>
                <a:latin typeface="NanumGothic"/>
                <a:ea typeface="NanumGothic"/>
                <a:cs typeface="NanumGothic"/>
              </a:rPr>
              <a:t>플랫폼 간 절대 사이클 비교와 Vela–FVP 절대 오차는 이 분석에서 다루지 않는다 (Vela 비교는 부록 A1·A2).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주요 결과와 분석 한계</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20</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Corstone Family FVP 측정 · 관측한 확장 특성과 제한 요인 판단</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MAC 확장의 이득은 모델마다 다르며, 후보 요인 7종 중 단독 원인으로 확정된 것은 없다.</a:t>
            </a:r>
          </a:p>
        </p:txBody>
      </p:sp>
      <p:sp>
        <p:nvSpPr>
          <p:cNvPr id="8" name="Rectangle 7"/>
          <p:cNvSpPr/>
          <p:nvPr/>
        </p:nvSpPr>
        <p:spPr>
          <a:xfrm>
            <a:off x="502920" y="1810512"/>
            <a:ext cx="237744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92807"/>
            <a:ext cx="213969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항목</a:t>
            </a:r>
          </a:p>
        </p:txBody>
      </p:sp>
      <p:sp>
        <p:nvSpPr>
          <p:cNvPr id="10" name="Rectangle 9"/>
          <p:cNvSpPr/>
          <p:nvPr/>
        </p:nvSpPr>
        <p:spPr>
          <a:xfrm>
            <a:off x="2880360" y="1810512"/>
            <a:ext cx="585216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1892807"/>
            <a:ext cx="561441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확인한 결과</a:t>
            </a:r>
          </a:p>
        </p:txBody>
      </p:sp>
      <p:sp>
        <p:nvSpPr>
          <p:cNvPr id="12" name="Rectangle 11"/>
          <p:cNvSpPr/>
          <p:nvPr/>
        </p:nvSpPr>
        <p:spPr>
          <a:xfrm>
            <a:off x="8732520" y="1810512"/>
            <a:ext cx="301752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1392" y="1892807"/>
            <a:ext cx="277977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확인하지 못한 것</a:t>
            </a:r>
          </a:p>
        </p:txBody>
      </p:sp>
      <p:sp>
        <p:nvSpPr>
          <p:cNvPr id="14" name="Rectangle 13"/>
          <p:cNvSpPr/>
          <p:nvPr/>
        </p:nvSpPr>
        <p:spPr>
          <a:xfrm>
            <a:off x="502920" y="2231136"/>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295144"/>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실행 사이클 · 메모리 접근</a:t>
            </a:r>
          </a:p>
        </p:txBody>
      </p:sp>
      <p:sp>
        <p:nvSpPr>
          <p:cNvPr id="16" name="Rectangle 15"/>
          <p:cNvSpPr/>
          <p:nvPr/>
        </p:nvSpPr>
        <p:spPr>
          <a:xfrm>
            <a:off x="2880360" y="2231136"/>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9232" y="2295144"/>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모델별 실행 사이클 분포와 접근 경로 비중을 확인. 활성 비율은 0.976–1.000</a:t>
            </a:r>
          </a:p>
        </p:txBody>
      </p:sp>
      <p:sp>
        <p:nvSpPr>
          <p:cNvPr id="18" name="Rectangle 17"/>
          <p:cNvSpPr/>
          <p:nvPr/>
        </p:nvSpPr>
        <p:spPr>
          <a:xfrm>
            <a:off x="8732520" y="2231136"/>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51392" y="2295144"/>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연산·대기·제어로의 시간 분해 · 대역폭 포화</a:t>
            </a:r>
          </a:p>
        </p:txBody>
      </p:sp>
      <p:sp>
        <p:nvSpPr>
          <p:cNvPr id="20" name="Rectangle 19"/>
          <p:cNvSpPr/>
          <p:nvPr/>
        </p:nvSpPr>
        <p:spPr>
          <a:xfrm>
            <a:off x="502920" y="2907791"/>
            <a:ext cx="237744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971799"/>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MAC 확장</a:t>
            </a:r>
          </a:p>
        </p:txBody>
      </p:sp>
      <p:sp>
        <p:nvSpPr>
          <p:cNvPr id="22" name="Rectangle 21"/>
          <p:cNvSpPr/>
          <p:nvPr/>
        </p:nvSpPr>
        <p:spPr>
          <a:xfrm>
            <a:off x="2880360" y="2907791"/>
            <a:ext cx="585216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2" y="2971799"/>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인접 MAC 구성 비교 53건 중 사이클 감소 50 · 동일 1 · 증가 2. 대부분 비례 이하 · 6개 구성은 링크 실패로 실행 불가</a:t>
            </a:r>
          </a:p>
        </p:txBody>
      </p:sp>
      <p:sp>
        <p:nvSpPr>
          <p:cNvPr id="24" name="Rectangle 23"/>
          <p:cNvSpPr/>
          <p:nvPr/>
        </p:nvSpPr>
        <p:spPr>
          <a:xfrm>
            <a:off x="8732520" y="2907791"/>
            <a:ext cx="3017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51392" y="2971799"/>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MAC 증가만으로 기대 이득 결정</a:t>
            </a:r>
          </a:p>
        </p:txBody>
      </p:sp>
      <p:sp>
        <p:nvSpPr>
          <p:cNvPr id="26" name="Rectangle 25"/>
          <p:cNvSpPr/>
          <p:nvPr/>
        </p:nvSpPr>
        <p:spPr>
          <a:xfrm>
            <a:off x="502920" y="3584448"/>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3648456"/>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플랫폼 간 일관성</a:t>
            </a:r>
          </a:p>
        </p:txBody>
      </p:sp>
      <p:sp>
        <p:nvSpPr>
          <p:cNvPr id="28" name="Rectangle 27"/>
          <p:cNvSpPr/>
          <p:nvPr/>
        </p:nvSpPr>
        <p:spPr>
          <a:xfrm>
            <a:off x="2880360" y="3584448"/>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99232" y="3648456"/>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시험한 U55/U65 쌍에서 순위·변화 방향 유지. 효율 등급은 TA 조건에 따라 일부 변동</a:t>
            </a:r>
          </a:p>
        </p:txBody>
      </p:sp>
      <p:sp>
        <p:nvSpPr>
          <p:cNvPr id="30" name="Rectangle 29"/>
          <p:cNvSpPr/>
          <p:nvPr/>
        </p:nvSpPr>
        <p:spPr>
          <a:xfrm>
            <a:off x="8732520" y="3584448"/>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51392" y="3648456"/>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U85의 플랫폼 간 비교 · TA ON끼리의 비교</a:t>
            </a:r>
          </a:p>
        </p:txBody>
      </p:sp>
      <p:sp>
        <p:nvSpPr>
          <p:cNvPr id="32" name="Rectangle 31"/>
          <p:cNvSpPr/>
          <p:nvPr/>
        </p:nvSpPr>
        <p:spPr>
          <a:xfrm>
            <a:off x="502920" y="4261104"/>
            <a:ext cx="237744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325112"/>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메모리 시스템 쪽 요인 (3)</a:t>
            </a:r>
          </a:p>
        </p:txBody>
      </p:sp>
      <p:sp>
        <p:nvSpPr>
          <p:cNvPr id="34" name="Rectangle 33"/>
          <p:cNvSpPr/>
          <p:nvPr/>
        </p:nvSpPr>
        <p:spPr>
          <a:xfrm>
            <a:off x="2880360" y="4261104"/>
            <a:ext cx="585216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9232" y="4325112"/>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온칩 용량 제약은 확인. 대역폭·지연은 판정에 필요한 측정이 없음</a:t>
            </a:r>
          </a:p>
        </p:txBody>
      </p:sp>
      <p:sp>
        <p:nvSpPr>
          <p:cNvPr id="36" name="Rectangle 35"/>
          <p:cNvSpPr/>
          <p:nvPr/>
        </p:nvSpPr>
        <p:spPr>
          <a:xfrm>
            <a:off x="8732520" y="4261104"/>
            <a:ext cx="3017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51392" y="4325112"/>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대기시간·실효 대역폭 · 실행 중 메모리 병목</a:t>
            </a:r>
          </a:p>
        </p:txBody>
      </p:sp>
      <p:sp>
        <p:nvSpPr>
          <p:cNvPr id="38" name="Rectangle 37"/>
          <p:cNvSpPr/>
          <p:nvPr/>
        </p:nvSpPr>
        <p:spPr>
          <a:xfrm>
            <a:off x="502920" y="4937760"/>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001768"/>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연산 구조 · 컴파일 쪽 요인 (4)</a:t>
            </a:r>
          </a:p>
        </p:txBody>
      </p:sp>
      <p:sp>
        <p:nvSpPr>
          <p:cNvPr id="40" name="Rectangle 39"/>
          <p:cNvSpPr/>
          <p:nvPr/>
        </p:nvSpPr>
        <p:spPr>
          <a:xfrm>
            <a:off x="2880360" y="4937760"/>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99232" y="5001768"/>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작은 연산 집중과 부합, 연산량 하한·ublock 변화와 연관. RNNoise 증가는 작은 연산 그룹 10개에 분산</a:t>
            </a:r>
          </a:p>
        </p:txBody>
      </p:sp>
      <p:sp>
        <p:nvSpPr>
          <p:cNvPr id="42" name="Rectangle 41"/>
          <p:cNvSpPr/>
          <p:nvPr/>
        </p:nvSpPr>
        <p:spPr>
          <a:xfrm>
            <a:off x="8732520" y="4937760"/>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1392" y="5001768"/>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단일 원인과 요인별 비중 · DWConv 영향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상자 8"/>
          <p:cNvSpPr txBox="1">
            <a:spLocks/>
          </p:cNvSpPr>
          <p:nvPr/>
        </p:nvSpPr>
        <p:spPr>
          <a:xfrm rot="0">
            <a:off x="773430" y="300926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5. 부록</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Poppins"/>
                <a:ea typeface="Poppins"/>
                <a:cs typeface="Poppins"/>
              </a:rPr>
              <a:t>부록 A1 · Vela 예측과 FVP 측정의 일치도</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21</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절대 오차는 평가하지 않고, MAC 구성 순위·사이클 변화 방향·효율 등급의 일치를 비교</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Poppins"/>
                <a:ea typeface="Poppins"/>
                <a:cs typeface="Poppins"/>
              </a:rPr>
              <a:t>MAC 구성 순위는 20개 중 19개 계열, 변화 방향은 53건 중 50건이 일치했다. 개선 폭의 정확도를 뜻하지는 않는다.</a:t>
            </a:r>
          </a:p>
        </p:txBody>
      </p:sp>
      <p:sp>
        <p:nvSpPr>
          <p:cNvPr id="8" name="Rectangle 7"/>
          <p:cNvSpPr/>
          <p:nvPr/>
        </p:nvSpPr>
        <p:spPr>
          <a:xfrm>
            <a:off x="502920" y="1883664"/>
            <a:ext cx="1561795"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93392"/>
            <a:ext cx="1324051" cy="365760"/>
          </a:xfrm>
          <a:prstGeom prst="rect">
            <a:avLst/>
          </a:prstGeom>
          <a:noFill/>
        </p:spPr>
        <p:txBody>
          <a:bodyPr wrap="square" lIns="0" rIns="0" tIns="0" bIns="0">
            <a:spAutoFit/>
          </a:bodyPr>
          <a:lstStyle/>
          <a:p>
            <a:pPr>
              <a:spcAft>
                <a:spcPts val="300"/>
              </a:spcAft>
            </a:pPr>
            <a:r>
              <a:rPr sz="1700" b="1">
                <a:solidFill>
                  <a:srgbClr val="FFFFFF"/>
                </a:solidFill>
                <a:latin typeface="Poppins"/>
                <a:ea typeface="Poppins"/>
                <a:cs typeface="Poppins"/>
              </a:rPr>
              <a:t>NPU</a:t>
            </a:r>
          </a:p>
        </p:txBody>
      </p:sp>
      <p:sp>
        <p:nvSpPr>
          <p:cNvPr id="10" name="Rectangle 9"/>
          <p:cNvSpPr/>
          <p:nvPr/>
        </p:nvSpPr>
        <p:spPr>
          <a:xfrm>
            <a:off x="2064715" y="1883664"/>
            <a:ext cx="3179368"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83587" y="1993392"/>
            <a:ext cx="2941624" cy="365760"/>
          </a:xfrm>
          <a:prstGeom prst="rect">
            <a:avLst/>
          </a:prstGeom>
          <a:noFill/>
        </p:spPr>
        <p:txBody>
          <a:bodyPr wrap="square" lIns="0" rIns="0" tIns="0" bIns="0">
            <a:spAutoFit/>
          </a:bodyPr>
          <a:lstStyle/>
          <a:p>
            <a:pPr>
              <a:spcAft>
                <a:spcPts val="300"/>
              </a:spcAft>
            </a:pPr>
            <a:r>
              <a:rPr sz="1700" b="1">
                <a:solidFill>
                  <a:srgbClr val="FFFFFF"/>
                </a:solidFill>
                <a:latin typeface="Poppins"/>
                <a:ea typeface="Poppins"/>
                <a:cs typeface="Poppins"/>
              </a:rPr>
              <a:t>MAC </a:t>
            </a:r>
            <a:r>
              <a:rPr sz="1700" b="1">
                <a:solidFill>
                  <a:srgbClr val="FFFFFF"/>
                </a:solidFill>
                <a:latin typeface="NanumGothic"/>
                <a:ea typeface="NanumGothic"/>
                <a:cs typeface="NanumGothic"/>
              </a:rPr>
              <a:t>구성</a:t>
            </a:r>
            <a:r>
              <a:rPr sz="1700" b="1">
                <a:solidFill>
                  <a:srgbClr val="FFFFFF"/>
                </a:solidFill>
                <a:latin typeface="Poppins"/>
                <a:ea typeface="Poppins"/>
                <a:cs typeface="Poppins"/>
              </a:rPr>
              <a:t> </a:t>
            </a:r>
            <a:r>
              <a:rPr sz="1700" b="1">
                <a:solidFill>
                  <a:srgbClr val="FFFFFF"/>
                </a:solidFill>
                <a:latin typeface="NanumGothic"/>
                <a:ea typeface="NanumGothic"/>
                <a:cs typeface="NanumGothic"/>
              </a:rPr>
              <a:t>순위</a:t>
            </a:r>
          </a:p>
        </p:txBody>
      </p:sp>
      <p:sp>
        <p:nvSpPr>
          <p:cNvPr id="12" name="Rectangle 11"/>
          <p:cNvSpPr/>
          <p:nvPr/>
        </p:nvSpPr>
        <p:spPr>
          <a:xfrm>
            <a:off x="5244083" y="1883664"/>
            <a:ext cx="3179368"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62955" y="1993392"/>
            <a:ext cx="2941624" cy="365760"/>
          </a:xfrm>
          <a:prstGeom prst="rect">
            <a:avLst/>
          </a:prstGeom>
          <a:noFill/>
        </p:spPr>
        <p:txBody>
          <a:bodyPr wrap="square" lIns="0" rIns="0" tIns="0" bIns="0">
            <a:spAutoFit/>
          </a:bodyPr>
          <a:lstStyle/>
          <a:p>
            <a:pPr>
              <a:spcAft>
                <a:spcPts val="300"/>
              </a:spcAft>
            </a:pPr>
            <a:r>
              <a:rPr sz="1700" b="1">
                <a:solidFill>
                  <a:srgbClr val="FFFFFF"/>
                </a:solidFill>
                <a:latin typeface="NanumGothic"/>
                <a:ea typeface="NanumGothic"/>
                <a:cs typeface="NanumGothic"/>
              </a:rPr>
              <a:t>사이클 변화 방향</a:t>
            </a:r>
          </a:p>
        </p:txBody>
      </p:sp>
      <p:sp>
        <p:nvSpPr>
          <p:cNvPr id="14" name="Rectangle 13"/>
          <p:cNvSpPr/>
          <p:nvPr/>
        </p:nvSpPr>
        <p:spPr>
          <a:xfrm>
            <a:off x="8423452" y="1883664"/>
            <a:ext cx="3235147"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2324" y="1993392"/>
            <a:ext cx="2997403" cy="365760"/>
          </a:xfrm>
          <a:prstGeom prst="rect">
            <a:avLst/>
          </a:prstGeom>
          <a:noFill/>
        </p:spPr>
        <p:txBody>
          <a:bodyPr wrap="square" lIns="0" rIns="0" tIns="0" bIns="0">
            <a:spAutoFit/>
          </a:bodyPr>
          <a:lstStyle/>
          <a:p>
            <a:pPr>
              <a:spcAft>
                <a:spcPts val="300"/>
              </a:spcAft>
            </a:pPr>
            <a:r>
              <a:rPr sz="1700" b="1">
                <a:solidFill>
                  <a:srgbClr val="FFFFFF"/>
                </a:solidFill>
                <a:latin typeface="NanumGothic"/>
                <a:ea typeface="NanumGothic"/>
                <a:cs typeface="NanumGothic"/>
              </a:rPr>
              <a:t>효율 등급</a:t>
            </a:r>
          </a:p>
        </p:txBody>
      </p:sp>
      <p:sp>
        <p:nvSpPr>
          <p:cNvPr id="16" name="Rectangle 15"/>
          <p:cNvSpPr/>
          <p:nvPr/>
        </p:nvSpPr>
        <p:spPr>
          <a:xfrm>
            <a:off x="502920" y="2386584"/>
            <a:ext cx="1561795"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49631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U55</a:t>
            </a:r>
          </a:p>
        </p:txBody>
      </p:sp>
      <p:sp>
        <p:nvSpPr>
          <p:cNvPr id="18" name="Rectangle 17"/>
          <p:cNvSpPr/>
          <p:nvPr/>
        </p:nvSpPr>
        <p:spPr>
          <a:xfrm>
            <a:off x="2064715" y="238658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83587" y="249631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6 / 6 </a:t>
            </a:r>
            <a:r>
              <a:rPr sz="1700" b="0">
                <a:solidFill>
                  <a:srgbClr val="22364B"/>
                </a:solidFill>
                <a:latin typeface="NanumGothic"/>
                <a:ea typeface="NanumGothic"/>
                <a:cs typeface="NanumGothic"/>
              </a:rPr>
              <a:t>계열</a:t>
            </a:r>
          </a:p>
        </p:txBody>
      </p:sp>
      <p:sp>
        <p:nvSpPr>
          <p:cNvPr id="20" name="Rectangle 19"/>
          <p:cNvSpPr/>
          <p:nvPr/>
        </p:nvSpPr>
        <p:spPr>
          <a:xfrm>
            <a:off x="5244083" y="238658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62955" y="249631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18 / 18</a:t>
            </a:r>
          </a:p>
        </p:txBody>
      </p:sp>
      <p:sp>
        <p:nvSpPr>
          <p:cNvPr id="22" name="Rectangle 21"/>
          <p:cNvSpPr/>
          <p:nvPr/>
        </p:nvSpPr>
        <p:spPr>
          <a:xfrm>
            <a:off x="8423452" y="2386584"/>
            <a:ext cx="3235147"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2324" y="249631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14 / 18</a:t>
            </a:r>
          </a:p>
        </p:txBody>
      </p:sp>
      <p:sp>
        <p:nvSpPr>
          <p:cNvPr id="24" name="Rectangle 23"/>
          <p:cNvSpPr/>
          <p:nvPr/>
        </p:nvSpPr>
        <p:spPr>
          <a:xfrm>
            <a:off x="502920" y="2889504"/>
            <a:ext cx="1561795"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99923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U65</a:t>
            </a:r>
          </a:p>
        </p:txBody>
      </p:sp>
      <p:sp>
        <p:nvSpPr>
          <p:cNvPr id="26" name="Rectangle 25"/>
          <p:cNvSpPr/>
          <p:nvPr/>
        </p:nvSpPr>
        <p:spPr>
          <a:xfrm>
            <a:off x="2064715" y="2889504"/>
            <a:ext cx="3179368"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83587" y="299923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7 / 7 </a:t>
            </a:r>
            <a:r>
              <a:rPr sz="1700" b="0">
                <a:solidFill>
                  <a:srgbClr val="22364B"/>
                </a:solidFill>
                <a:latin typeface="NanumGothic"/>
                <a:ea typeface="NanumGothic"/>
                <a:cs typeface="NanumGothic"/>
              </a:rPr>
              <a:t>계열</a:t>
            </a:r>
          </a:p>
        </p:txBody>
      </p:sp>
      <p:sp>
        <p:nvSpPr>
          <p:cNvPr id="28" name="Rectangle 27"/>
          <p:cNvSpPr/>
          <p:nvPr/>
        </p:nvSpPr>
        <p:spPr>
          <a:xfrm>
            <a:off x="5244083" y="2889504"/>
            <a:ext cx="3179368"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62955" y="299923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7 / 7</a:t>
            </a:r>
          </a:p>
        </p:txBody>
      </p:sp>
      <p:sp>
        <p:nvSpPr>
          <p:cNvPr id="30" name="Rectangle 29"/>
          <p:cNvSpPr/>
          <p:nvPr/>
        </p:nvSpPr>
        <p:spPr>
          <a:xfrm>
            <a:off x="8423452" y="2889504"/>
            <a:ext cx="32351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2324" y="299923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4 / 7</a:t>
            </a:r>
          </a:p>
        </p:txBody>
      </p:sp>
      <p:sp>
        <p:nvSpPr>
          <p:cNvPr id="32" name="Rectangle 31"/>
          <p:cNvSpPr/>
          <p:nvPr/>
        </p:nvSpPr>
        <p:spPr>
          <a:xfrm>
            <a:off x="502920" y="3392424"/>
            <a:ext cx="1561795"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350215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U85</a:t>
            </a:r>
          </a:p>
        </p:txBody>
      </p:sp>
      <p:sp>
        <p:nvSpPr>
          <p:cNvPr id="34" name="Rectangle 33"/>
          <p:cNvSpPr/>
          <p:nvPr/>
        </p:nvSpPr>
        <p:spPr>
          <a:xfrm>
            <a:off x="2064715" y="339242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83587" y="350215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6 / 7 </a:t>
            </a:r>
            <a:r>
              <a:rPr sz="1700" b="0">
                <a:solidFill>
                  <a:srgbClr val="22364B"/>
                </a:solidFill>
                <a:latin typeface="NanumGothic"/>
                <a:ea typeface="NanumGothic"/>
                <a:cs typeface="NanumGothic"/>
              </a:rPr>
              <a:t>계열</a:t>
            </a:r>
          </a:p>
        </p:txBody>
      </p:sp>
      <p:sp>
        <p:nvSpPr>
          <p:cNvPr id="36" name="Rectangle 35"/>
          <p:cNvSpPr/>
          <p:nvPr/>
        </p:nvSpPr>
        <p:spPr>
          <a:xfrm>
            <a:off x="5244083" y="339242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62955" y="350215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25 / 28</a:t>
            </a:r>
          </a:p>
        </p:txBody>
      </p:sp>
      <p:sp>
        <p:nvSpPr>
          <p:cNvPr id="38" name="Rectangle 37"/>
          <p:cNvSpPr/>
          <p:nvPr/>
        </p:nvSpPr>
        <p:spPr>
          <a:xfrm>
            <a:off x="8423452" y="3392424"/>
            <a:ext cx="3235147"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2324" y="350215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22 / 28</a:t>
            </a:r>
          </a:p>
        </p:txBody>
      </p:sp>
      <p:sp>
        <p:nvSpPr>
          <p:cNvPr id="40" name="TextBox 39"/>
          <p:cNvSpPr txBox="1"/>
          <p:nvPr/>
        </p:nvSpPr>
        <p:spPr>
          <a:xfrm>
            <a:off x="594360" y="4123944"/>
            <a:ext cx="10972800" cy="384048"/>
          </a:xfrm>
          <a:prstGeom prst="rect">
            <a:avLst/>
          </a:prstGeom>
          <a:noFill/>
        </p:spPr>
        <p:txBody>
          <a:bodyPr wrap="square" lIns="0" rIns="0" tIns="0" bIns="0">
            <a:spAutoFit/>
          </a:bodyPr>
          <a:lstStyle/>
          <a:p>
            <a:pPr>
              <a:spcAft>
                <a:spcPts val="500"/>
              </a:spcAft>
            </a:pPr>
            <a:r>
              <a:rPr sz="1500" b="0">
                <a:solidFill>
                  <a:srgbClr val="22364B"/>
                </a:solidFill>
                <a:latin typeface="NanumGothic"/>
                <a:ea typeface="NanumGothic"/>
                <a:cs typeface="NanumGothic"/>
              </a:rPr>
              <a:t>계열: 같은 모델·NPU에서 MAC 구성별 속도 향상 순위를 비교한 단위 (20개)  |  방향: MAC을 늘렸을 때 사이클 감소·동일·증가</a:t>
            </a:r>
          </a:p>
        </p:txBody>
      </p:sp>
      <p:sp>
        <p:nvSpPr>
          <p:cNvPr id="41" name="TextBox 40"/>
          <p:cNvSpPr txBox="1"/>
          <p:nvPr/>
        </p:nvSpPr>
        <p:spPr>
          <a:xfrm>
            <a:off x="594360" y="4645152"/>
            <a:ext cx="10972800" cy="393192"/>
          </a:xfrm>
          <a:prstGeom prst="rect">
            <a:avLst/>
          </a:prstGeom>
          <a:noFill/>
        </p:spPr>
        <p:txBody>
          <a:bodyPr wrap="square" lIns="0" rIns="0" tIns="0" bIns="0">
            <a:spAutoFit/>
          </a:bodyPr>
          <a:lstStyle/>
          <a:p>
            <a:pPr>
              <a:spcAft>
                <a:spcPts val="500"/>
              </a:spcAft>
            </a:pPr>
            <a:r>
              <a:rPr sz="1500" b="0">
                <a:solidFill>
                  <a:srgbClr val="22364B"/>
                </a:solidFill>
                <a:latin typeface="NanumGothic"/>
                <a:ea typeface="NanumGothic"/>
                <a:cs typeface="NanumGothic"/>
              </a:rPr>
              <a:t>효율 등급: ≥0.75 / 0.50–&lt;0.75 / &lt;0.50 · 등급이 같아도 개선 폭이 같다는 뜻은 아니다.</a:t>
            </a:r>
          </a:p>
        </p:txBody>
      </p:sp>
      <p:sp>
        <p:nvSpPr>
          <p:cNvPr id="42" name="TextBox 41"/>
          <p:cNvSpPr txBox="1"/>
          <p:nvPr/>
        </p:nvSpPr>
        <p:spPr>
          <a:xfrm>
            <a:off x="594360" y="5239512"/>
            <a:ext cx="10972800" cy="384048"/>
          </a:xfrm>
          <a:prstGeom prst="rect">
            <a:avLst/>
          </a:prstGeom>
          <a:noFill/>
        </p:spPr>
        <p:txBody>
          <a:bodyPr wrap="square" lIns="0" rIns="0" tIns="0" bIns="0">
            <a:spAutoFit/>
          </a:bodyPr>
          <a:lstStyle/>
          <a:p>
            <a:pPr>
              <a:spcAft>
                <a:spcPts val="500"/>
              </a:spcAft>
            </a:pPr>
            <a:r>
              <a:rPr sz="1450" b="0">
                <a:solidFill>
                  <a:srgbClr val="566577"/>
                </a:solidFill>
                <a:latin typeface="NanumGothic"/>
                <a:ea typeface="NanumGothic"/>
                <a:cs typeface="NanumGothic"/>
              </a:rPr>
              <a:t>같은 구성 안의 모델 간 사이클 순위: Spearman rho = 0.964–1.000 (11개 구성)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부록 A2 · Vela 추정과 FVP 측정의 불일치 사례</a:t>
            </a: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22</a:t>
            </a:r>
          </a:p>
        </p:txBody>
      </p:sp>
      <p:sp>
        <p:nvSpPr>
          <p:cNvPr id="4" name="TextBox 3"/>
          <p:cNvSpPr txBox="1"/>
          <p:nvPr/>
        </p:nvSpPr>
        <p:spPr>
          <a:xfrm>
            <a:off x="502920" y="1225550"/>
            <a:ext cx="11155680" cy="521335"/>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불일치가 나타난 MAC 구간과 그 형태. 불일치의 원인은 확인하지 못했다.</a:t>
            </a:r>
          </a:p>
        </p:txBody>
      </p:sp>
      <p:sp>
        <p:nvSpPr>
          <p:cNvPr id="5" name="Rectangle 4"/>
          <p:cNvSpPr/>
          <p:nvPr/>
        </p:nvSpPr>
        <p:spPr>
          <a:xfrm>
            <a:off x="457200" y="5806440"/>
            <a:ext cx="11265535"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275"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lIns="0" rIns="0" tIns="0" bIns="0">
            <a:spAutoFit/>
          </a:bodyPr>
          <a:lstStyle/>
          <a:p>
            <a:pPr>
              <a:spcAft>
                <a:spcPts val="500"/>
              </a:spcAft>
            </a:pPr>
            <a:r>
              <a:rPr sz="1550" b="1">
                <a:solidFill>
                  <a:srgbClr val="13366B"/>
                </a:solidFill>
                <a:latin typeface="Poppins"/>
                <a:ea typeface="Poppins"/>
                <a:cs typeface="Poppins"/>
              </a:rPr>
              <a:t>U55·U65는 변화 방향은 같고 개선 폭이 달랐다. U85 RNNoise는 4개 구간 중 3개에서 사이클 변화 방향이 달랐다.</a:t>
            </a:r>
          </a:p>
        </p:txBody>
      </p:sp>
      <p:pic>
        <p:nvPicPr>
          <p:cNvPr id="8" name="Picture 7"/>
          <p:cNvPicPr>
            <a:picLocks noChangeAspect="1"/>
          </p:cNvPicPr>
          <p:nvPr/>
        </p:nvPicPr>
        <p:blipFill>
          <a:blip r:embed="rId3"/>
          <a:stretch>
            <a:fillRect/>
          </a:stretch>
        </p:blipFill>
        <p:spPr>
          <a:xfrm>
            <a:off x="2053590" y="1755775"/>
            <a:ext cx="8054340" cy="2734310"/>
          </a:xfrm>
          <a:prstGeom prst="rect">
            <a:avLst/>
          </a:prstGeom>
        </p:spPr>
      </p:pic>
      <p:sp>
        <p:nvSpPr>
          <p:cNvPr id="9" name="TextBox 8"/>
          <p:cNvSpPr txBox="1"/>
          <p:nvPr/>
        </p:nvSpPr>
        <p:spPr>
          <a:xfrm>
            <a:off x="631190" y="4535170"/>
            <a:ext cx="10972800" cy="274320"/>
          </a:xfrm>
          <a:prstGeom prst="rect">
            <a:avLst/>
          </a:prstGeom>
          <a:noFill/>
        </p:spPr>
        <p:txBody>
          <a:bodyPr wrap="square" lIns="0" rIns="0" tIns="0" bIns="0">
            <a:spAutoFit/>
          </a:bodyPr>
          <a:lstStyle/>
          <a:p>
            <a:pPr>
              <a:spcAft>
                <a:spcPts val="500"/>
              </a:spcAft>
            </a:pPr>
            <a:r>
              <a:rPr sz="1450" b="1">
                <a:solidFill>
                  <a:srgbClr val="13366B"/>
                </a:solidFill>
                <a:latin typeface="Poppins"/>
                <a:ea typeface="Poppins"/>
                <a:cs typeface="Poppins"/>
              </a:rPr>
              <a:t>U85 RNNoise — 네 구간의 사이클 변화 (FVP 측정 / Vela 추정)</a:t>
            </a:r>
          </a:p>
        </p:txBody>
      </p:sp>
      <p:sp>
        <p:nvSpPr>
          <p:cNvPr id="10" name="Rectangle 9"/>
          <p:cNvSpPr/>
          <p:nvPr/>
        </p:nvSpPr>
        <p:spPr>
          <a:xfrm>
            <a:off x="502920" y="4928870"/>
            <a:ext cx="178498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665" y="5038090"/>
            <a:ext cx="1546860" cy="173990"/>
          </a:xfrm>
          <a:prstGeom prst="rect">
            <a:avLst/>
          </a:prstGeom>
          <a:noFill/>
        </p:spPr>
        <p:txBody>
          <a:bodyPr wrap="square" lIns="0" rIns="0" tIns="0" bIns="0">
            <a:spAutoFit/>
          </a:bodyPr>
          <a:lstStyle/>
          <a:p>
            <a:pPr>
              <a:spcAft>
                <a:spcPts val="300"/>
              </a:spcAft>
            </a:pPr>
            <a:r>
              <a:rPr sz="1350" b="1">
                <a:solidFill>
                  <a:srgbClr val="FFFFFF"/>
                </a:solidFill>
                <a:latin typeface="NanumGothic"/>
                <a:ea typeface="NanumGothic"/>
                <a:cs typeface="NanumGothic"/>
              </a:rPr>
              <a:t>MAC 구간</a:t>
            </a:r>
          </a:p>
        </p:txBody>
      </p:sp>
      <p:sp>
        <p:nvSpPr>
          <p:cNvPr id="12" name="Rectangle 11"/>
          <p:cNvSpPr/>
          <p:nvPr/>
        </p:nvSpPr>
        <p:spPr>
          <a:xfrm>
            <a:off x="228790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06650"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128</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256</a:t>
            </a:r>
          </a:p>
        </p:txBody>
      </p:sp>
      <p:sp>
        <p:nvSpPr>
          <p:cNvPr id="14" name="Rectangle 13"/>
          <p:cNvSpPr/>
          <p:nvPr/>
        </p:nvSpPr>
        <p:spPr>
          <a:xfrm>
            <a:off x="4630420"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49165"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256</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512</a:t>
            </a:r>
          </a:p>
        </p:txBody>
      </p:sp>
      <p:sp>
        <p:nvSpPr>
          <p:cNvPr id="16" name="Rectangle 15"/>
          <p:cNvSpPr/>
          <p:nvPr/>
        </p:nvSpPr>
        <p:spPr>
          <a:xfrm>
            <a:off x="697293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92315"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512</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1024</a:t>
            </a:r>
          </a:p>
        </p:txBody>
      </p:sp>
      <p:sp>
        <p:nvSpPr>
          <p:cNvPr id="18" name="Rectangle 17"/>
          <p:cNvSpPr/>
          <p:nvPr/>
        </p:nvSpPr>
        <p:spPr>
          <a:xfrm>
            <a:off x="931608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34830"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1024</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2048</a:t>
            </a:r>
          </a:p>
        </p:txBody>
      </p:sp>
      <p:sp>
        <p:nvSpPr>
          <p:cNvPr id="20" name="Rectangle 19"/>
          <p:cNvSpPr/>
          <p:nvPr/>
        </p:nvSpPr>
        <p:spPr>
          <a:xfrm>
            <a:off x="502920" y="5239385"/>
            <a:ext cx="178498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665" y="5349240"/>
            <a:ext cx="1546860" cy="255905"/>
          </a:xfrm>
          <a:prstGeom prst="rect">
            <a:avLst/>
          </a:prstGeom>
          <a:noFill/>
        </p:spPr>
        <p:txBody>
          <a:bodyPr wrap="square" lIns="0" rIns="0" tIns="0" bIns="0">
            <a:spAutoFit/>
          </a:bodyPr>
          <a:lstStyle/>
          <a:p>
            <a:pPr>
              <a:spcAft>
                <a:spcPts val="300"/>
              </a:spcAft>
            </a:pPr>
            <a:r>
              <a:rPr sz="1350" b="0">
                <a:solidFill>
                  <a:srgbClr val="22364B"/>
                </a:solidFill>
                <a:latin typeface="Poppins"/>
                <a:ea typeface="Poppins"/>
                <a:cs typeface="Poppins"/>
              </a:rPr>
              <a:t>FVP / Vela</a:t>
            </a:r>
          </a:p>
        </p:txBody>
      </p:sp>
      <p:sp>
        <p:nvSpPr>
          <p:cNvPr id="22" name="Rectangle 21"/>
          <p:cNvSpPr/>
          <p:nvPr/>
        </p:nvSpPr>
        <p:spPr>
          <a:xfrm>
            <a:off x="228790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06650"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동일</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감소</a:t>
            </a:r>
          </a:p>
        </p:txBody>
      </p:sp>
      <p:sp>
        <p:nvSpPr>
          <p:cNvPr id="24" name="Rectangle 23"/>
          <p:cNvSpPr/>
          <p:nvPr/>
        </p:nvSpPr>
        <p:spPr>
          <a:xfrm>
            <a:off x="4630420"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49165"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증가</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감소</a:t>
            </a:r>
          </a:p>
        </p:txBody>
      </p:sp>
      <p:sp>
        <p:nvSpPr>
          <p:cNvPr id="26" name="Rectangle 25"/>
          <p:cNvSpPr/>
          <p:nvPr/>
        </p:nvSpPr>
        <p:spPr>
          <a:xfrm>
            <a:off x="697293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92315"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감소</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증가</a:t>
            </a:r>
          </a:p>
        </p:txBody>
      </p:sp>
      <p:sp>
        <p:nvSpPr>
          <p:cNvPr id="28" name="Rectangle 27"/>
          <p:cNvSpPr/>
          <p:nvPr/>
        </p:nvSpPr>
        <p:spPr>
          <a:xfrm>
            <a:off x="931608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34830"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증가 / 증가 (일치)</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부록 A3 · Vela system-config 프로파일</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23</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700" b="0">
                <a:solidFill>
                  <a:srgbClr val="566577"/>
                </a:solidFill>
                <a:latin typeface="Poppins" charset="0"/>
                <a:ea typeface="NanumGothic" charset="0"/>
                <a:sym typeface="나눔고딕" charset="0"/>
              </a:rPr>
              <a:t>MLEK default_vela.ini의 Arm 기본값 그대로 사용 · 컴파일 시 스케줄 결정과 추정값에만 쓰이며 FVP 실행에는 적용되지 않음</a:t>
            </a:r>
            <a:endParaRPr lang="ko-KR" altLang="en-US" sz="17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828800"/>
            <a:ext cx="28352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911350"/>
            <a:ext cx="25977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프로파일 (system-config)</a:t>
            </a:r>
            <a:endParaRPr lang="ko-KR" altLang="en-US" sz="1150" b="1">
              <a:solidFill>
                <a:srgbClr val="FFFFFF"/>
              </a:solidFill>
              <a:latin typeface="Poppins" charset="0"/>
              <a:ea typeface="NanumGothic" charset="0"/>
              <a:sym typeface="나눔고딕" charset="0"/>
            </a:endParaRPr>
          </a:p>
        </p:txBody>
      </p:sp>
      <p:sp>
        <p:nvSpPr>
          <p:cNvPr id="7" name="Rect 0"/>
          <p:cNvSpPr>
            <a:spLocks/>
          </p:cNvSpPr>
          <p:nvPr/>
        </p:nvSpPr>
        <p:spPr>
          <a:xfrm rot="0">
            <a:off x="3337560" y="1828800"/>
            <a:ext cx="12350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3456305" y="1911350"/>
            <a:ext cx="9975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NPU / MAC</a:t>
            </a:r>
            <a:endParaRPr lang="ko-KR" altLang="en-US" sz="1150" b="1">
              <a:solidFill>
                <a:srgbClr val="FFFFFF"/>
              </a:solidFill>
              <a:latin typeface="Poppins" charset="0"/>
              <a:ea typeface="NanumGothic" charset="0"/>
              <a:sym typeface="나눔고딕" charset="0"/>
            </a:endParaRPr>
          </a:p>
        </p:txBody>
      </p:sp>
      <p:sp>
        <p:nvSpPr>
          <p:cNvPr id="9" name="Rect 0"/>
          <p:cNvSpPr>
            <a:spLocks/>
          </p:cNvSpPr>
          <p:nvPr/>
        </p:nvSpPr>
        <p:spPr>
          <a:xfrm rot="0">
            <a:off x="4572000" y="1828800"/>
            <a:ext cx="960754"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4690745" y="1911350"/>
            <a:ext cx="72326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코어 클럭</a:t>
            </a:r>
            <a:endParaRPr lang="ko-KR" altLang="en-US" sz="1150" b="1">
              <a:solidFill>
                <a:srgbClr val="FFFFFF"/>
              </a:solidFill>
              <a:latin typeface="Poppins" charset="0"/>
              <a:ea typeface="NanumGothic" charset="0"/>
              <a:sym typeface="나눔고딕" charset="0"/>
            </a:endParaRPr>
          </a:p>
        </p:txBody>
      </p:sp>
      <p:sp>
        <p:nvSpPr>
          <p:cNvPr id="11" name="Rect 0"/>
          <p:cNvSpPr>
            <a:spLocks/>
          </p:cNvSpPr>
          <p:nvPr/>
        </p:nvSpPr>
        <p:spPr>
          <a:xfrm rot="0">
            <a:off x="5532120" y="1828800"/>
            <a:ext cx="105219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5650865" y="1911350"/>
            <a:ext cx="81470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 대상</a:t>
            </a:r>
            <a:endParaRPr lang="ko-KR" altLang="en-US" sz="1150" b="1">
              <a:solidFill>
                <a:srgbClr val="FFFFFF"/>
              </a:solidFill>
              <a:latin typeface="Poppins" charset="0"/>
              <a:ea typeface="NanumGothic" charset="0"/>
              <a:sym typeface="나눔고딕" charset="0"/>
            </a:endParaRPr>
          </a:p>
        </p:txBody>
      </p:sp>
      <p:sp>
        <p:nvSpPr>
          <p:cNvPr id="13" name="Rect 0"/>
          <p:cNvSpPr>
            <a:spLocks/>
          </p:cNvSpPr>
          <p:nvPr/>
        </p:nvSpPr>
        <p:spPr>
          <a:xfrm rot="0">
            <a:off x="6583680" y="1828800"/>
            <a:ext cx="210375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6702425" y="1911350"/>
            <a:ext cx="186626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SRAM: 포트 / 지연(cyc) / 동시요청 R,W</a:t>
            </a:r>
            <a:endParaRPr lang="ko-KR" altLang="en-US" sz="1150" b="1">
              <a:solidFill>
                <a:srgbClr val="FFFFFF"/>
              </a:solidFill>
              <a:latin typeface="Poppins" charset="0"/>
              <a:ea typeface="NanumGothic" charset="0"/>
              <a:sym typeface="나눔고딕" charset="0"/>
            </a:endParaRPr>
          </a:p>
        </p:txBody>
      </p:sp>
      <p:sp>
        <p:nvSpPr>
          <p:cNvPr id="15" name="Rect 0"/>
          <p:cNvSpPr>
            <a:spLocks/>
          </p:cNvSpPr>
          <p:nvPr/>
        </p:nvSpPr>
        <p:spPr>
          <a:xfrm rot="0">
            <a:off x="8686800" y="1828800"/>
            <a:ext cx="30638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8805545" y="1911350"/>
            <a:ext cx="28263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외부 메모리: 클럭 배율 / 포트 / 지연 R,W(cyc) / 동시요청 R,W</a:t>
            </a:r>
            <a:endParaRPr lang="ko-KR" altLang="en-US" sz="1150" b="1">
              <a:solidFill>
                <a:srgbClr val="FFFFFF"/>
              </a:solidFill>
              <a:latin typeface="Poppins" charset="0"/>
              <a:ea typeface="NanumGothic" charset="0"/>
              <a:sym typeface="나눔고딕" charset="0"/>
            </a:endParaRPr>
          </a:p>
        </p:txBody>
      </p:sp>
      <p:sp>
        <p:nvSpPr>
          <p:cNvPr id="17" name="Rect 0"/>
          <p:cNvSpPr>
            <a:spLocks/>
          </p:cNvSpPr>
          <p:nvPr/>
        </p:nvSpPr>
        <p:spPr>
          <a:xfrm rot="0">
            <a:off x="502920" y="2359025"/>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621665" y="242316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Ethos_U55_High_End_Embedded</a:t>
            </a:r>
            <a:endParaRPr lang="ko-KR" altLang="en-US" sz="1150" b="0">
              <a:solidFill>
                <a:srgbClr val="22364B"/>
              </a:solidFill>
              <a:latin typeface="Poppins" charset="0"/>
              <a:ea typeface="NanumGothic" charset="0"/>
              <a:sym typeface="나눔고딕" charset="0"/>
            </a:endParaRPr>
          </a:p>
        </p:txBody>
      </p:sp>
      <p:sp>
        <p:nvSpPr>
          <p:cNvPr id="19" name="Rect 0"/>
          <p:cNvSpPr>
            <a:spLocks/>
          </p:cNvSpPr>
          <p:nvPr/>
        </p:nvSpPr>
        <p:spPr>
          <a:xfrm rot="0">
            <a:off x="3337560" y="2359025"/>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3456305" y="242316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U55 · 32–256</a:t>
            </a:r>
            <a:endParaRPr lang="ko-KR" altLang="en-US" sz="1150" b="0">
              <a:solidFill>
                <a:srgbClr val="22364B"/>
              </a:solidFill>
              <a:latin typeface="Poppins" charset="0"/>
              <a:ea typeface="NanumGothic" charset="0"/>
              <a:sym typeface="나눔고딕" charset="0"/>
            </a:endParaRPr>
          </a:p>
        </p:txBody>
      </p:sp>
      <p:sp>
        <p:nvSpPr>
          <p:cNvPr id="21" name="Rect 0"/>
          <p:cNvSpPr>
            <a:spLocks/>
          </p:cNvSpPr>
          <p:nvPr/>
        </p:nvSpPr>
        <p:spPr>
          <a:xfrm rot="0">
            <a:off x="4572000" y="2359025"/>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4690745" y="242316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500 MHz</a:t>
            </a:r>
            <a:endParaRPr lang="ko-KR" altLang="en-US" sz="1150" b="0">
              <a:solidFill>
                <a:srgbClr val="22364B"/>
              </a:solidFill>
              <a:latin typeface="Poppins" charset="0"/>
              <a:ea typeface="NanumGothic" charset="0"/>
              <a:sym typeface="나눔고딕" charset="0"/>
            </a:endParaRPr>
          </a:p>
        </p:txBody>
      </p:sp>
      <p:sp>
        <p:nvSpPr>
          <p:cNvPr id="23" name="Rect 0"/>
          <p:cNvSpPr>
            <a:spLocks/>
          </p:cNvSpPr>
          <p:nvPr/>
        </p:nvSpPr>
        <p:spPr>
          <a:xfrm rot="0">
            <a:off x="5532120" y="2359025"/>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5650865" y="242316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Flash</a:t>
            </a:r>
            <a:endParaRPr lang="ko-KR" altLang="en-US" sz="1150" b="0">
              <a:solidFill>
                <a:srgbClr val="22364B"/>
              </a:solidFill>
              <a:latin typeface="Poppins" charset="0"/>
              <a:ea typeface="NanumGothic" charset="0"/>
              <a:sym typeface="나눔고딕" charset="0"/>
            </a:endParaRPr>
          </a:p>
        </p:txBody>
      </p:sp>
      <p:sp>
        <p:nvSpPr>
          <p:cNvPr id="25" name="Rect 0"/>
          <p:cNvSpPr>
            <a:spLocks/>
          </p:cNvSpPr>
          <p:nvPr/>
        </p:nvSpPr>
        <p:spPr>
          <a:xfrm rot="0">
            <a:off x="6583680" y="2359025"/>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6702425" y="242316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 / 32 / –</a:t>
            </a:r>
            <a:endParaRPr lang="ko-KR" altLang="en-US" sz="1150" b="0">
              <a:solidFill>
                <a:srgbClr val="22364B"/>
              </a:solidFill>
              <a:latin typeface="Poppins" charset="0"/>
              <a:ea typeface="NanumGothic" charset="0"/>
              <a:sym typeface="나눔고딕" charset="0"/>
            </a:endParaRPr>
          </a:p>
        </p:txBody>
      </p:sp>
      <p:sp>
        <p:nvSpPr>
          <p:cNvPr id="27" name="Rect 0"/>
          <p:cNvSpPr>
            <a:spLocks/>
          </p:cNvSpPr>
          <p:nvPr/>
        </p:nvSpPr>
        <p:spPr>
          <a:xfrm rot="0">
            <a:off x="8686800" y="2359025"/>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8805545" y="242316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0.125 / – / 64, 64 / –</a:t>
            </a:r>
            <a:endParaRPr lang="ko-KR" altLang="en-US" sz="1150" b="0">
              <a:solidFill>
                <a:srgbClr val="22364B"/>
              </a:solidFill>
              <a:latin typeface="Poppins" charset="0"/>
              <a:ea typeface="NanumGothic" charset="0"/>
              <a:sym typeface="나눔고딕" charset="0"/>
            </a:endParaRPr>
          </a:p>
        </p:txBody>
      </p:sp>
      <p:sp>
        <p:nvSpPr>
          <p:cNvPr id="29" name="Rect 0"/>
          <p:cNvSpPr>
            <a:spLocks/>
          </p:cNvSpPr>
          <p:nvPr/>
        </p:nvSpPr>
        <p:spPr>
          <a:xfrm rot="0">
            <a:off x="502920" y="2688590"/>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621665" y="275209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Ethos_U65_High_End</a:t>
            </a:r>
            <a:endParaRPr lang="ko-KR" altLang="en-US" sz="1150" b="0">
              <a:solidFill>
                <a:srgbClr val="22364B"/>
              </a:solidFill>
              <a:latin typeface="Poppins" charset="0"/>
              <a:ea typeface="NanumGothic" charset="0"/>
              <a:sym typeface="나눔고딕" charset="0"/>
            </a:endParaRPr>
          </a:p>
        </p:txBody>
      </p:sp>
      <p:sp>
        <p:nvSpPr>
          <p:cNvPr id="31" name="Rect 0"/>
          <p:cNvSpPr>
            <a:spLocks/>
          </p:cNvSpPr>
          <p:nvPr/>
        </p:nvSpPr>
        <p:spPr>
          <a:xfrm rot="0">
            <a:off x="3337560" y="2688590"/>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3456305" y="275209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U65 · 256, 512</a:t>
            </a:r>
            <a:endParaRPr lang="ko-KR" altLang="en-US" sz="1150" b="0">
              <a:solidFill>
                <a:srgbClr val="22364B"/>
              </a:solidFill>
              <a:latin typeface="Poppins" charset="0"/>
              <a:ea typeface="NanumGothic" charset="0"/>
              <a:sym typeface="나눔고딕" charset="0"/>
            </a:endParaRPr>
          </a:p>
        </p:txBody>
      </p:sp>
      <p:sp>
        <p:nvSpPr>
          <p:cNvPr id="33" name="Rect 0"/>
          <p:cNvSpPr>
            <a:spLocks/>
          </p:cNvSpPr>
          <p:nvPr/>
        </p:nvSpPr>
        <p:spPr>
          <a:xfrm rot="0">
            <a:off x="4572000" y="2688590"/>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4690745" y="275209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35" name="Rect 0"/>
          <p:cNvSpPr>
            <a:spLocks/>
          </p:cNvSpPr>
          <p:nvPr/>
        </p:nvSpPr>
        <p:spPr>
          <a:xfrm rot="0">
            <a:off x="5532120" y="2688590"/>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5650865" y="275209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37" name="Rect 0"/>
          <p:cNvSpPr>
            <a:spLocks/>
          </p:cNvSpPr>
          <p:nvPr/>
        </p:nvSpPr>
        <p:spPr>
          <a:xfrm rot="0">
            <a:off x="6583680" y="2688590"/>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6702425" y="275209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 / 32 / –</a:t>
            </a:r>
            <a:endParaRPr lang="ko-KR" altLang="en-US" sz="1150" b="0">
              <a:solidFill>
                <a:srgbClr val="22364B"/>
              </a:solidFill>
              <a:latin typeface="Poppins" charset="0"/>
              <a:ea typeface="NanumGothic" charset="0"/>
              <a:sym typeface="나눔고딕" charset="0"/>
            </a:endParaRPr>
          </a:p>
        </p:txBody>
      </p:sp>
      <p:sp>
        <p:nvSpPr>
          <p:cNvPr id="39" name="Rect 0"/>
          <p:cNvSpPr>
            <a:spLocks/>
          </p:cNvSpPr>
          <p:nvPr/>
        </p:nvSpPr>
        <p:spPr>
          <a:xfrm rot="0">
            <a:off x="8686800" y="2688590"/>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8805545" y="275209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0.234 / – / 500, 250 / –</a:t>
            </a:r>
            <a:endParaRPr lang="ko-KR" altLang="en-US" sz="1150" b="0">
              <a:solidFill>
                <a:srgbClr val="22364B"/>
              </a:solidFill>
              <a:latin typeface="Poppins" charset="0"/>
              <a:ea typeface="NanumGothic" charset="0"/>
              <a:sym typeface="나눔고딕" charset="0"/>
            </a:endParaRPr>
          </a:p>
        </p:txBody>
      </p:sp>
      <p:sp>
        <p:nvSpPr>
          <p:cNvPr id="41" name="Rect 0"/>
          <p:cNvSpPr>
            <a:spLocks/>
          </p:cNvSpPr>
          <p:nvPr/>
        </p:nvSpPr>
        <p:spPr>
          <a:xfrm rot="0">
            <a:off x="502920" y="3017520"/>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621665" y="3081655"/>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Ethos_U85_SYS_DRAM_Low</a:t>
            </a:r>
            <a:endParaRPr lang="ko-KR" altLang="en-US" sz="1150" b="0">
              <a:solidFill>
                <a:srgbClr val="22364B"/>
              </a:solidFill>
              <a:latin typeface="Poppins" charset="0"/>
              <a:ea typeface="NanumGothic" charset="0"/>
              <a:sym typeface="나눔고딕" charset="0"/>
            </a:endParaRPr>
          </a:p>
        </p:txBody>
      </p:sp>
      <p:sp>
        <p:nvSpPr>
          <p:cNvPr id="43" name="Rect 0"/>
          <p:cNvSpPr>
            <a:spLocks/>
          </p:cNvSpPr>
          <p:nvPr/>
        </p:nvSpPr>
        <p:spPr>
          <a:xfrm rot="0">
            <a:off x="3337560" y="3017520"/>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3456305" y="3081655"/>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128, 256</a:t>
            </a:r>
            <a:endParaRPr lang="ko-KR" altLang="en-US" sz="1150" b="0">
              <a:solidFill>
                <a:srgbClr val="22364B"/>
              </a:solidFill>
              <a:latin typeface="Poppins" charset="0"/>
              <a:ea typeface="NanumGothic" charset="0"/>
              <a:sym typeface="나눔고딕" charset="0"/>
            </a:endParaRPr>
          </a:p>
        </p:txBody>
      </p:sp>
      <p:sp>
        <p:nvSpPr>
          <p:cNvPr id="45" name="Rect 0"/>
          <p:cNvSpPr>
            <a:spLocks/>
          </p:cNvSpPr>
          <p:nvPr/>
        </p:nvSpPr>
        <p:spPr>
          <a:xfrm rot="0">
            <a:off x="4572000" y="3017520"/>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4690745" y="3081655"/>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500 MHz</a:t>
            </a:r>
            <a:endParaRPr lang="ko-KR" altLang="en-US" sz="1150" b="0">
              <a:solidFill>
                <a:srgbClr val="22364B"/>
              </a:solidFill>
              <a:latin typeface="Poppins" charset="0"/>
              <a:ea typeface="NanumGothic" charset="0"/>
              <a:sym typeface="나눔고딕" charset="0"/>
            </a:endParaRPr>
          </a:p>
        </p:txBody>
      </p:sp>
      <p:sp>
        <p:nvSpPr>
          <p:cNvPr id="47" name="Rect 0"/>
          <p:cNvSpPr>
            <a:spLocks/>
          </p:cNvSpPr>
          <p:nvPr/>
        </p:nvSpPr>
        <p:spPr>
          <a:xfrm rot="0">
            <a:off x="5532120" y="3017520"/>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5650865" y="3081655"/>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49" name="Rect 0"/>
          <p:cNvSpPr>
            <a:spLocks/>
          </p:cNvSpPr>
          <p:nvPr/>
        </p:nvSpPr>
        <p:spPr>
          <a:xfrm rot="0">
            <a:off x="6583680" y="3017520"/>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6702425" y="3081655"/>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16 / 8, 8</a:t>
            </a:r>
            <a:endParaRPr lang="ko-KR" altLang="en-US" sz="1150" b="0">
              <a:solidFill>
                <a:srgbClr val="22364B"/>
              </a:solidFill>
              <a:latin typeface="Poppins" charset="0"/>
              <a:ea typeface="NanumGothic" charset="0"/>
              <a:sym typeface="나눔고딕" charset="0"/>
            </a:endParaRPr>
          </a:p>
        </p:txBody>
      </p:sp>
      <p:sp>
        <p:nvSpPr>
          <p:cNvPr id="51" name="Rect 0"/>
          <p:cNvSpPr>
            <a:spLocks/>
          </p:cNvSpPr>
          <p:nvPr/>
        </p:nvSpPr>
        <p:spPr>
          <a:xfrm rot="0">
            <a:off x="8686800" y="3017520"/>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8805545" y="3081655"/>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0.469 / 1 / 500, 250 / 24, 12</a:t>
            </a:r>
            <a:endParaRPr lang="ko-KR" altLang="en-US" sz="1150" b="0">
              <a:solidFill>
                <a:srgbClr val="22364B"/>
              </a:solidFill>
              <a:latin typeface="Poppins" charset="0"/>
              <a:ea typeface="NanumGothic" charset="0"/>
              <a:sym typeface="나눔고딕" charset="0"/>
            </a:endParaRPr>
          </a:p>
        </p:txBody>
      </p:sp>
      <p:sp>
        <p:nvSpPr>
          <p:cNvPr id="53" name="Rect 0"/>
          <p:cNvSpPr>
            <a:spLocks/>
          </p:cNvSpPr>
          <p:nvPr/>
        </p:nvSpPr>
        <p:spPr>
          <a:xfrm rot="0">
            <a:off x="502920" y="3346450"/>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621665" y="3410585"/>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Ethos_U85_SYS_DRAM_Mid_512</a:t>
            </a:r>
            <a:endParaRPr lang="ko-KR" altLang="en-US" sz="1150" b="0">
              <a:solidFill>
                <a:srgbClr val="22364B"/>
              </a:solidFill>
              <a:latin typeface="Poppins" charset="0"/>
              <a:ea typeface="NanumGothic" charset="0"/>
              <a:sym typeface="나눔고딕" charset="0"/>
            </a:endParaRPr>
          </a:p>
        </p:txBody>
      </p:sp>
      <p:sp>
        <p:nvSpPr>
          <p:cNvPr id="55" name="Rect 0"/>
          <p:cNvSpPr>
            <a:spLocks/>
          </p:cNvSpPr>
          <p:nvPr/>
        </p:nvSpPr>
        <p:spPr>
          <a:xfrm rot="0">
            <a:off x="3337560" y="3346450"/>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3456305" y="3410585"/>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512</a:t>
            </a:r>
            <a:endParaRPr lang="ko-KR" altLang="en-US" sz="1150" b="0">
              <a:solidFill>
                <a:srgbClr val="22364B"/>
              </a:solidFill>
              <a:latin typeface="Poppins" charset="0"/>
              <a:ea typeface="NanumGothic" charset="0"/>
              <a:sym typeface="나눔고딕" charset="0"/>
            </a:endParaRPr>
          </a:p>
        </p:txBody>
      </p:sp>
      <p:sp>
        <p:nvSpPr>
          <p:cNvPr id="57" name="Rect 0"/>
          <p:cNvSpPr>
            <a:spLocks/>
          </p:cNvSpPr>
          <p:nvPr/>
        </p:nvSpPr>
        <p:spPr>
          <a:xfrm rot="0">
            <a:off x="4572000" y="3346450"/>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4690745" y="3410585"/>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59" name="Rect 0"/>
          <p:cNvSpPr>
            <a:spLocks/>
          </p:cNvSpPr>
          <p:nvPr/>
        </p:nvSpPr>
        <p:spPr>
          <a:xfrm rot="0">
            <a:off x="5532120" y="3346450"/>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5650865" y="3410585"/>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61" name="Rect 0"/>
          <p:cNvSpPr>
            <a:spLocks/>
          </p:cNvSpPr>
          <p:nvPr/>
        </p:nvSpPr>
        <p:spPr>
          <a:xfrm rot="0">
            <a:off x="6583680" y="3346450"/>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702425" y="3410585"/>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32 / 8, 8</a:t>
            </a:r>
            <a:endParaRPr lang="ko-KR" altLang="en-US" sz="1150" b="0">
              <a:solidFill>
                <a:srgbClr val="22364B"/>
              </a:solidFill>
              <a:latin typeface="Poppins" charset="0"/>
              <a:ea typeface="NanumGothic" charset="0"/>
              <a:sym typeface="나눔고딕" charset="0"/>
            </a:endParaRPr>
          </a:p>
        </p:txBody>
      </p:sp>
      <p:sp>
        <p:nvSpPr>
          <p:cNvPr id="63" name="Rect 0"/>
          <p:cNvSpPr>
            <a:spLocks/>
          </p:cNvSpPr>
          <p:nvPr/>
        </p:nvSpPr>
        <p:spPr>
          <a:xfrm rot="0">
            <a:off x="8686800" y="3346450"/>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8805545" y="3410585"/>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1 / 500, 250 / 64, 32</a:t>
            </a:r>
            <a:endParaRPr lang="ko-KR" altLang="en-US" sz="1150" b="0">
              <a:solidFill>
                <a:srgbClr val="22364B"/>
              </a:solidFill>
              <a:latin typeface="Poppins" charset="0"/>
              <a:ea typeface="NanumGothic" charset="0"/>
              <a:sym typeface="나눔고딕" charset="0"/>
            </a:endParaRPr>
          </a:p>
        </p:txBody>
      </p:sp>
      <p:sp>
        <p:nvSpPr>
          <p:cNvPr id="65" name="Rect 0"/>
          <p:cNvSpPr>
            <a:spLocks/>
          </p:cNvSpPr>
          <p:nvPr/>
        </p:nvSpPr>
        <p:spPr>
          <a:xfrm rot="0">
            <a:off x="502920" y="3676015"/>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621665" y="374015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Ethos_U85_SYS_DRAM_Mid_1024</a:t>
            </a:r>
            <a:endParaRPr lang="ko-KR" altLang="en-US" sz="1150" b="0">
              <a:solidFill>
                <a:srgbClr val="22364B"/>
              </a:solidFill>
              <a:latin typeface="Poppins" charset="0"/>
              <a:ea typeface="NanumGothic" charset="0"/>
              <a:sym typeface="나눔고딕" charset="0"/>
            </a:endParaRPr>
          </a:p>
        </p:txBody>
      </p:sp>
      <p:sp>
        <p:nvSpPr>
          <p:cNvPr id="67" name="Rect 0"/>
          <p:cNvSpPr>
            <a:spLocks/>
          </p:cNvSpPr>
          <p:nvPr/>
        </p:nvSpPr>
        <p:spPr>
          <a:xfrm rot="0">
            <a:off x="3337560" y="3676015"/>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3456305" y="374015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1024</a:t>
            </a:r>
            <a:endParaRPr lang="ko-KR" altLang="en-US" sz="1150" b="0">
              <a:solidFill>
                <a:srgbClr val="22364B"/>
              </a:solidFill>
              <a:latin typeface="Poppins" charset="0"/>
              <a:ea typeface="NanumGothic" charset="0"/>
              <a:sym typeface="나눔고딕" charset="0"/>
            </a:endParaRPr>
          </a:p>
        </p:txBody>
      </p:sp>
      <p:sp>
        <p:nvSpPr>
          <p:cNvPr id="69" name="Rect 0"/>
          <p:cNvSpPr>
            <a:spLocks/>
          </p:cNvSpPr>
          <p:nvPr/>
        </p:nvSpPr>
        <p:spPr>
          <a:xfrm rot="0">
            <a:off x="4572000" y="3676015"/>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4690745" y="374015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71" name="Rect 0"/>
          <p:cNvSpPr>
            <a:spLocks/>
          </p:cNvSpPr>
          <p:nvPr/>
        </p:nvSpPr>
        <p:spPr>
          <a:xfrm rot="0">
            <a:off x="5532120" y="3676015"/>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5650865" y="374015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73" name="Rect 0"/>
          <p:cNvSpPr>
            <a:spLocks/>
          </p:cNvSpPr>
          <p:nvPr/>
        </p:nvSpPr>
        <p:spPr>
          <a:xfrm rot="0">
            <a:off x="6583680" y="3676015"/>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6702425" y="374015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32 / 8, 8</a:t>
            </a:r>
            <a:endParaRPr lang="ko-KR" altLang="en-US" sz="1150" b="0">
              <a:solidFill>
                <a:srgbClr val="22364B"/>
              </a:solidFill>
              <a:latin typeface="Poppins" charset="0"/>
              <a:ea typeface="NanumGothic" charset="0"/>
              <a:sym typeface="나눔고딕" charset="0"/>
            </a:endParaRPr>
          </a:p>
        </p:txBody>
      </p:sp>
      <p:sp>
        <p:nvSpPr>
          <p:cNvPr id="75" name="Rect 0"/>
          <p:cNvSpPr>
            <a:spLocks/>
          </p:cNvSpPr>
          <p:nvPr/>
        </p:nvSpPr>
        <p:spPr>
          <a:xfrm rot="0">
            <a:off x="8686800" y="3676015"/>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8805545" y="374015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2 / 500, 250 / 64, 32</a:t>
            </a:r>
            <a:endParaRPr lang="ko-KR" altLang="en-US" sz="1150" b="0">
              <a:solidFill>
                <a:srgbClr val="22364B"/>
              </a:solidFill>
              <a:latin typeface="Poppins" charset="0"/>
              <a:ea typeface="NanumGothic" charset="0"/>
              <a:sym typeface="나눔고딕" charset="0"/>
            </a:endParaRPr>
          </a:p>
        </p:txBody>
      </p:sp>
      <p:sp>
        <p:nvSpPr>
          <p:cNvPr id="77" name="Rect 0"/>
          <p:cNvSpPr>
            <a:spLocks/>
          </p:cNvSpPr>
          <p:nvPr/>
        </p:nvSpPr>
        <p:spPr>
          <a:xfrm rot="0">
            <a:off x="502920" y="4004945"/>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621665" y="406908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Ethos_U85_SYS_DRAM_High_2048</a:t>
            </a:r>
            <a:endParaRPr lang="ko-KR" altLang="en-US" sz="1150" b="0">
              <a:solidFill>
                <a:srgbClr val="22364B"/>
              </a:solidFill>
              <a:latin typeface="Poppins" charset="0"/>
              <a:ea typeface="NanumGothic" charset="0"/>
              <a:sym typeface="나눔고딕" charset="0"/>
            </a:endParaRPr>
          </a:p>
        </p:txBody>
      </p:sp>
      <p:sp>
        <p:nvSpPr>
          <p:cNvPr id="79" name="Rect 0"/>
          <p:cNvSpPr>
            <a:spLocks/>
          </p:cNvSpPr>
          <p:nvPr/>
        </p:nvSpPr>
        <p:spPr>
          <a:xfrm rot="0">
            <a:off x="3337560" y="4004945"/>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3456305" y="406908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2048</a:t>
            </a:r>
            <a:endParaRPr lang="ko-KR" altLang="en-US" sz="1150" b="0">
              <a:solidFill>
                <a:srgbClr val="22364B"/>
              </a:solidFill>
              <a:latin typeface="Poppins" charset="0"/>
              <a:ea typeface="NanumGothic" charset="0"/>
              <a:sym typeface="나눔고딕" charset="0"/>
            </a:endParaRPr>
          </a:p>
        </p:txBody>
      </p:sp>
      <p:sp>
        <p:nvSpPr>
          <p:cNvPr id="81" name="Rect 0"/>
          <p:cNvSpPr>
            <a:spLocks/>
          </p:cNvSpPr>
          <p:nvPr/>
        </p:nvSpPr>
        <p:spPr>
          <a:xfrm rot="0">
            <a:off x="4572000" y="4004945"/>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4690745" y="406908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83" name="Rect 0"/>
          <p:cNvSpPr>
            <a:spLocks/>
          </p:cNvSpPr>
          <p:nvPr/>
        </p:nvSpPr>
        <p:spPr>
          <a:xfrm rot="0">
            <a:off x="5532120" y="4004945"/>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5650865" y="406908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85" name="Rect 0"/>
          <p:cNvSpPr>
            <a:spLocks/>
          </p:cNvSpPr>
          <p:nvPr/>
        </p:nvSpPr>
        <p:spPr>
          <a:xfrm rot="0">
            <a:off x="6583680" y="4004945"/>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6702425" y="406908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4 / 32 / 8, 8</a:t>
            </a:r>
            <a:endParaRPr lang="ko-KR" altLang="en-US" sz="1150" b="0">
              <a:solidFill>
                <a:srgbClr val="22364B"/>
              </a:solidFill>
              <a:latin typeface="Poppins" charset="0"/>
              <a:ea typeface="NanumGothic" charset="0"/>
              <a:sym typeface="나눔고딕" charset="0"/>
            </a:endParaRPr>
          </a:p>
        </p:txBody>
      </p:sp>
      <p:sp>
        <p:nvSpPr>
          <p:cNvPr id="87" name="Rect 0"/>
          <p:cNvSpPr>
            <a:spLocks/>
          </p:cNvSpPr>
          <p:nvPr/>
        </p:nvSpPr>
        <p:spPr>
          <a:xfrm rot="0">
            <a:off x="8686800" y="4004945"/>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8805545" y="406908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2 / 500, 250 / 64, 32</a:t>
            </a:r>
            <a:endParaRPr lang="ko-KR" altLang="en-US" sz="115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4462145"/>
            <a:ext cx="160083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4544695"/>
            <a:ext cx="136334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Memory mode</a:t>
            </a:r>
            <a:endParaRPr lang="ko-KR" altLang="en-US" sz="1150" b="1">
              <a:solidFill>
                <a:srgbClr val="FFFFFF"/>
              </a:solidFill>
              <a:latin typeface="Poppins" charset="0"/>
              <a:ea typeface="NanumGothic" charset="0"/>
              <a:sym typeface="나눔고딕" charset="0"/>
            </a:endParaRPr>
          </a:p>
        </p:txBody>
      </p:sp>
      <p:sp>
        <p:nvSpPr>
          <p:cNvPr id="91" name="Rect 0"/>
          <p:cNvSpPr>
            <a:spLocks/>
          </p:cNvSpPr>
          <p:nvPr/>
        </p:nvSpPr>
        <p:spPr>
          <a:xfrm rot="0">
            <a:off x="2103120" y="4462145"/>
            <a:ext cx="178371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2221865" y="4544695"/>
            <a:ext cx="154622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가중치 (const)</a:t>
            </a:r>
            <a:endParaRPr lang="ko-KR" altLang="en-US" sz="1150" b="1">
              <a:solidFill>
                <a:srgbClr val="FFFFFF"/>
              </a:solidFill>
              <a:latin typeface="Poppins" charset="0"/>
              <a:ea typeface="NanumGothic" charset="0"/>
              <a:sym typeface="나눔고딕" charset="0"/>
            </a:endParaRPr>
          </a:p>
        </p:txBody>
      </p:sp>
      <p:sp>
        <p:nvSpPr>
          <p:cNvPr id="93" name="Rect 0"/>
          <p:cNvSpPr>
            <a:spLocks/>
          </p:cNvSpPr>
          <p:nvPr/>
        </p:nvSpPr>
        <p:spPr>
          <a:xfrm rot="0">
            <a:off x="3886200" y="4462145"/>
            <a:ext cx="178371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4004945" y="4544695"/>
            <a:ext cx="154622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arena (activation)</a:t>
            </a:r>
            <a:endParaRPr lang="ko-KR" altLang="en-US" sz="1150" b="1">
              <a:solidFill>
                <a:srgbClr val="FFFFFF"/>
              </a:solidFill>
              <a:latin typeface="Poppins" charset="0"/>
              <a:ea typeface="NanumGothic" charset="0"/>
              <a:sym typeface="나눔고딕" charset="0"/>
            </a:endParaRPr>
          </a:p>
        </p:txBody>
      </p:sp>
      <p:sp>
        <p:nvSpPr>
          <p:cNvPr id="95" name="Rect 0"/>
          <p:cNvSpPr>
            <a:spLocks/>
          </p:cNvSpPr>
          <p:nvPr/>
        </p:nvSpPr>
        <p:spPr>
          <a:xfrm rot="0">
            <a:off x="5669280" y="4462145"/>
            <a:ext cx="205803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5788025" y="4544695"/>
            <a:ext cx="182054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cache</a:t>
            </a:r>
            <a:endParaRPr lang="ko-KR" altLang="en-US" sz="1150" b="1">
              <a:solidFill>
                <a:srgbClr val="FFFFFF"/>
              </a:solidFill>
              <a:latin typeface="Poppins" charset="0"/>
              <a:ea typeface="NanumGothic" charset="0"/>
              <a:sym typeface="나눔고딕" charset="0"/>
            </a:endParaRPr>
          </a:p>
        </p:txBody>
      </p:sp>
      <p:sp>
        <p:nvSpPr>
          <p:cNvPr id="97" name="Rect 0"/>
          <p:cNvSpPr>
            <a:spLocks/>
          </p:cNvSpPr>
          <p:nvPr/>
        </p:nvSpPr>
        <p:spPr>
          <a:xfrm rot="0">
            <a:off x="7726679" y="4462145"/>
            <a:ext cx="402399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7845425" y="4544695"/>
            <a:ext cx="37865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비고</a:t>
            </a:r>
            <a:endParaRPr lang="ko-KR" altLang="en-US" sz="1150" b="1">
              <a:solidFill>
                <a:srgbClr val="FFFFFF"/>
              </a:solidFill>
              <a:latin typeface="Poppins" charset="0"/>
              <a:ea typeface="NanumGothic" charset="0"/>
              <a:sym typeface="나눔고딕" charset="0"/>
            </a:endParaRPr>
          </a:p>
        </p:txBody>
      </p:sp>
      <p:sp>
        <p:nvSpPr>
          <p:cNvPr id="99" name="Rect 0"/>
          <p:cNvSpPr>
            <a:spLocks/>
          </p:cNvSpPr>
          <p:nvPr/>
        </p:nvSpPr>
        <p:spPr>
          <a:xfrm rot="0">
            <a:off x="502920" y="4809490"/>
            <a:ext cx="16008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621665" y="4873625"/>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Sram_Only</a:t>
            </a:r>
            <a:endParaRPr lang="ko-KR" altLang="en-US" sz="1200" b="0">
              <a:solidFill>
                <a:srgbClr val="22364B"/>
              </a:solidFill>
              <a:latin typeface="Poppins" charset="0"/>
              <a:ea typeface="NanumGothic" charset="0"/>
              <a:sym typeface="나눔고딕" charset="0"/>
            </a:endParaRPr>
          </a:p>
        </p:txBody>
      </p:sp>
      <p:sp>
        <p:nvSpPr>
          <p:cNvPr id="101" name="Rect 0"/>
          <p:cNvSpPr>
            <a:spLocks/>
          </p:cNvSpPr>
          <p:nvPr/>
        </p:nvSpPr>
        <p:spPr>
          <a:xfrm rot="0">
            <a:off x="2103120" y="48094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2221865" y="487362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3" name="Rect 0"/>
          <p:cNvSpPr>
            <a:spLocks/>
          </p:cNvSpPr>
          <p:nvPr/>
        </p:nvSpPr>
        <p:spPr>
          <a:xfrm rot="0">
            <a:off x="3886200" y="48094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4004945" y="487362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5" name="Rect 0"/>
          <p:cNvSpPr>
            <a:spLocks/>
          </p:cNvSpPr>
          <p:nvPr/>
        </p:nvSpPr>
        <p:spPr>
          <a:xfrm rot="0">
            <a:off x="5669280" y="4809490"/>
            <a:ext cx="20580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5788025" y="4873625"/>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7" name="Rect 0"/>
          <p:cNvSpPr>
            <a:spLocks/>
          </p:cNvSpPr>
          <p:nvPr/>
        </p:nvSpPr>
        <p:spPr>
          <a:xfrm rot="0">
            <a:off x="7726679" y="4809490"/>
            <a:ext cx="402399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7845425" y="4873625"/>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18장 memory mode 비교에만 사용</a:t>
            </a:r>
            <a:endParaRPr lang="ko-KR" altLang="en-US" sz="1200" b="0">
              <a:solidFill>
                <a:srgbClr val="22364B"/>
              </a:solidFill>
              <a:latin typeface="Poppins" charset="0"/>
              <a:ea typeface="NanumGothic" charset="0"/>
              <a:sym typeface="나눔고딕" charset="0"/>
            </a:endParaRPr>
          </a:p>
        </p:txBody>
      </p:sp>
      <p:sp>
        <p:nvSpPr>
          <p:cNvPr id="109" name="Rect 0"/>
          <p:cNvSpPr>
            <a:spLocks/>
          </p:cNvSpPr>
          <p:nvPr/>
        </p:nvSpPr>
        <p:spPr>
          <a:xfrm rot="0">
            <a:off x="502920" y="5120640"/>
            <a:ext cx="160083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621665" y="5184775"/>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Shared_Sram</a:t>
            </a:r>
            <a:endParaRPr lang="ko-KR" altLang="en-US" sz="1200" b="0">
              <a:solidFill>
                <a:srgbClr val="22364B"/>
              </a:solidFill>
              <a:latin typeface="Poppins" charset="0"/>
              <a:ea typeface="NanumGothic" charset="0"/>
              <a:sym typeface="나눔고딕" charset="0"/>
            </a:endParaRPr>
          </a:p>
        </p:txBody>
      </p:sp>
      <p:sp>
        <p:nvSpPr>
          <p:cNvPr id="111" name="Rect 0"/>
          <p:cNvSpPr>
            <a:spLocks/>
          </p:cNvSpPr>
          <p:nvPr/>
        </p:nvSpPr>
        <p:spPr>
          <a:xfrm rot="0">
            <a:off x="2103120" y="5120640"/>
            <a:ext cx="178371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2221865" y="518477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(Flash/DRAM)</a:t>
            </a:r>
            <a:endParaRPr lang="ko-KR" altLang="en-US" sz="1200" b="0">
              <a:solidFill>
                <a:srgbClr val="22364B"/>
              </a:solidFill>
              <a:latin typeface="Poppins" charset="0"/>
              <a:ea typeface="NanumGothic" charset="0"/>
              <a:sym typeface="나눔고딕" charset="0"/>
            </a:endParaRPr>
          </a:p>
        </p:txBody>
      </p:sp>
      <p:sp>
        <p:nvSpPr>
          <p:cNvPr id="113" name="Rect 0"/>
          <p:cNvSpPr>
            <a:spLocks/>
          </p:cNvSpPr>
          <p:nvPr/>
        </p:nvSpPr>
        <p:spPr>
          <a:xfrm rot="0">
            <a:off x="3886200" y="5120640"/>
            <a:ext cx="178371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4004945" y="518477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15" name="Rect 0"/>
          <p:cNvSpPr>
            <a:spLocks/>
          </p:cNvSpPr>
          <p:nvPr/>
        </p:nvSpPr>
        <p:spPr>
          <a:xfrm rot="0">
            <a:off x="5669280" y="5120640"/>
            <a:ext cx="205803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5788025" y="5184775"/>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17" name="Rect 0"/>
          <p:cNvSpPr>
            <a:spLocks/>
          </p:cNvSpPr>
          <p:nvPr/>
        </p:nvSpPr>
        <p:spPr>
          <a:xfrm rot="0">
            <a:off x="7726679" y="5120640"/>
            <a:ext cx="402399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8" name="Rect 0"/>
          <p:cNvSpPr txBox="1">
            <a:spLocks/>
          </p:cNvSpPr>
          <p:nvPr/>
        </p:nvSpPr>
        <p:spPr>
          <a:xfrm rot="0">
            <a:off x="7845425" y="5184775"/>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U55 기본값 (MLEK) · 본 실험 U55</a:t>
            </a:r>
            <a:endParaRPr lang="ko-KR" altLang="en-US" sz="1200" b="0">
              <a:solidFill>
                <a:srgbClr val="22364B"/>
              </a:solidFill>
              <a:latin typeface="Poppins" charset="0"/>
              <a:ea typeface="NanumGothic" charset="0"/>
              <a:sym typeface="나눔고딕" charset="0"/>
            </a:endParaRPr>
          </a:p>
        </p:txBody>
      </p:sp>
      <p:sp>
        <p:nvSpPr>
          <p:cNvPr id="119" name="Rect 0"/>
          <p:cNvSpPr>
            <a:spLocks/>
          </p:cNvSpPr>
          <p:nvPr/>
        </p:nvSpPr>
        <p:spPr>
          <a:xfrm rot="0">
            <a:off x="502920" y="5431790"/>
            <a:ext cx="16008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621665" y="5495290"/>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Dedicated_Sram</a:t>
            </a:r>
            <a:endParaRPr lang="ko-KR" altLang="en-US" sz="1200" b="0">
              <a:solidFill>
                <a:srgbClr val="22364B"/>
              </a:solidFill>
              <a:latin typeface="Poppins" charset="0"/>
              <a:ea typeface="NanumGothic" charset="0"/>
              <a:sym typeface="나눔고딕" charset="0"/>
            </a:endParaRPr>
          </a:p>
        </p:txBody>
      </p:sp>
      <p:sp>
        <p:nvSpPr>
          <p:cNvPr id="121" name="Rect 0"/>
          <p:cNvSpPr>
            <a:spLocks/>
          </p:cNvSpPr>
          <p:nvPr/>
        </p:nvSpPr>
        <p:spPr>
          <a:xfrm rot="0">
            <a:off x="2103120" y="54317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2" name="Rect 0"/>
          <p:cNvSpPr txBox="1">
            <a:spLocks/>
          </p:cNvSpPr>
          <p:nvPr/>
        </p:nvSpPr>
        <p:spPr>
          <a:xfrm rot="0">
            <a:off x="2221865" y="5495290"/>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(DRAM)</a:t>
            </a:r>
            <a:endParaRPr lang="ko-KR" altLang="en-US" sz="1200" b="0">
              <a:solidFill>
                <a:srgbClr val="22364B"/>
              </a:solidFill>
              <a:latin typeface="Poppins" charset="0"/>
              <a:ea typeface="NanumGothic" charset="0"/>
              <a:sym typeface="나눔고딕" charset="0"/>
            </a:endParaRPr>
          </a:p>
        </p:txBody>
      </p:sp>
      <p:sp>
        <p:nvSpPr>
          <p:cNvPr id="123" name="Rect 0"/>
          <p:cNvSpPr>
            <a:spLocks/>
          </p:cNvSpPr>
          <p:nvPr/>
        </p:nvSpPr>
        <p:spPr>
          <a:xfrm rot="0">
            <a:off x="3886200" y="54317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4" name="Rect 0"/>
          <p:cNvSpPr txBox="1">
            <a:spLocks/>
          </p:cNvSpPr>
          <p:nvPr/>
        </p:nvSpPr>
        <p:spPr>
          <a:xfrm rot="0">
            <a:off x="4004945" y="5495290"/>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(DRAM)</a:t>
            </a:r>
            <a:endParaRPr lang="ko-KR" altLang="en-US" sz="1200" b="0">
              <a:solidFill>
                <a:srgbClr val="22364B"/>
              </a:solidFill>
              <a:latin typeface="Poppins" charset="0"/>
              <a:ea typeface="NanumGothic" charset="0"/>
              <a:sym typeface="나눔고딕" charset="0"/>
            </a:endParaRPr>
          </a:p>
        </p:txBody>
      </p:sp>
      <p:sp>
        <p:nvSpPr>
          <p:cNvPr id="125" name="Rect 0"/>
          <p:cNvSpPr>
            <a:spLocks/>
          </p:cNvSpPr>
          <p:nvPr/>
        </p:nvSpPr>
        <p:spPr>
          <a:xfrm rot="0">
            <a:off x="5669280" y="5431790"/>
            <a:ext cx="20580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6" name="Rect 0"/>
          <p:cNvSpPr txBox="1">
            <a:spLocks/>
          </p:cNvSpPr>
          <p:nvPr/>
        </p:nvSpPr>
        <p:spPr>
          <a:xfrm rot="0">
            <a:off x="5788025" y="5495290"/>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 384 KB)</a:t>
            </a:r>
            <a:endParaRPr lang="ko-KR" altLang="en-US" sz="1200" b="0">
              <a:solidFill>
                <a:srgbClr val="22364B"/>
              </a:solidFill>
              <a:latin typeface="Poppins" charset="0"/>
              <a:ea typeface="NanumGothic" charset="0"/>
              <a:sym typeface="나눔고딕" charset="0"/>
            </a:endParaRPr>
          </a:p>
        </p:txBody>
      </p:sp>
      <p:sp>
        <p:nvSpPr>
          <p:cNvPr id="127" name="Rect 0"/>
          <p:cNvSpPr>
            <a:spLocks/>
          </p:cNvSpPr>
          <p:nvPr/>
        </p:nvSpPr>
        <p:spPr>
          <a:xfrm rot="0">
            <a:off x="7726679" y="5431790"/>
            <a:ext cx="402399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8" name="Rect 0"/>
          <p:cNvSpPr txBox="1">
            <a:spLocks/>
          </p:cNvSpPr>
          <p:nvPr/>
        </p:nvSpPr>
        <p:spPr>
          <a:xfrm rot="0">
            <a:off x="7845425" y="5495290"/>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U65·U85 기본값 (MLEK) · 본 실험 U65·U85</a:t>
            </a:r>
            <a:endParaRPr lang="ko-KR" altLang="en-US" sz="1200" b="0">
              <a:solidFill>
                <a:srgbClr val="22364B"/>
              </a:solidFill>
              <a:latin typeface="Poppins" charset="0"/>
              <a:ea typeface="NanumGothic" charset="0"/>
              <a:sym typeface="나눔고딕" charset="0"/>
            </a:endParaRPr>
          </a:p>
        </p:txBody>
      </p:sp>
      <p:sp>
        <p:nvSpPr>
          <p:cNvPr id="129"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0"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1"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350" b="1">
                <a:solidFill>
                  <a:srgbClr val="13366B"/>
                </a:solidFill>
                <a:latin typeface="Poppins" charset="0"/>
                <a:ea typeface="NanumGothic" charset="0"/>
                <a:sym typeface="나눔고딕" charset="0"/>
              </a:rPr>
              <a:t>U85는 MAC 단계마다 프로파일이 바뀜 · 256→512 클럭·지연·동시요청 / 512→1024 DRAM 포트 / 1024→2048 SRAM 포트 · 128→256만 동일</a:t>
            </a:r>
            <a:endParaRPr lang="ko-KR" altLang="en-US" sz="13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부록 A4 · AXI1 write 미수집의 영향 추정</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24</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600" b="0">
                <a:solidFill>
                  <a:srgbClr val="566577"/>
                </a:solidFill>
                <a:latin typeface="Poppins" charset="0"/>
                <a:ea typeface="NanumGothic" charset="0"/>
                <a:sym typeface="나눔고딕" charset="0"/>
              </a:rPr>
              <a:t>U55/U65는 stock 프로파일러 슬롯 4개 한계로 AXI1 write를 세지 못함 · 외부 write를 수집한 U85 재측정으로 크기를 가늠</a:t>
            </a:r>
            <a:endParaRPr lang="ko-KR" altLang="en-US" sz="16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783080"/>
            <a:ext cx="283527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865630"/>
            <a:ext cx="25977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U85 2048 MAC · Dedicated_Sram</a:t>
            </a:r>
            <a:endParaRPr lang="ko-KR" altLang="en-US" sz="1200" b="1">
              <a:solidFill>
                <a:srgbClr val="FFFFFF"/>
              </a:solidFill>
              <a:latin typeface="Poppins" charset="0"/>
              <a:ea typeface="NanumGothic" charset="0"/>
              <a:sym typeface="나눔고딕" charset="0"/>
            </a:endParaRPr>
          </a:p>
        </p:txBody>
      </p:sp>
      <p:sp>
        <p:nvSpPr>
          <p:cNvPr id="7" name="Rect 0"/>
          <p:cNvSpPr>
            <a:spLocks/>
          </p:cNvSpPr>
          <p:nvPr/>
        </p:nvSpPr>
        <p:spPr>
          <a:xfrm rot="0">
            <a:off x="3337560" y="1783080"/>
            <a:ext cx="11893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3456305" y="1865630"/>
            <a:ext cx="9518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SRAM read</a:t>
            </a:r>
            <a:endParaRPr lang="ko-KR" altLang="en-US" sz="1200" b="1">
              <a:solidFill>
                <a:srgbClr val="FFFFFF"/>
              </a:solidFill>
              <a:latin typeface="Poppins" charset="0"/>
              <a:ea typeface="NanumGothic" charset="0"/>
              <a:sym typeface="나눔고딕" charset="0"/>
            </a:endParaRPr>
          </a:p>
        </p:txBody>
      </p:sp>
      <p:sp>
        <p:nvSpPr>
          <p:cNvPr id="9" name="Rect 0"/>
          <p:cNvSpPr>
            <a:spLocks/>
          </p:cNvSpPr>
          <p:nvPr/>
        </p:nvSpPr>
        <p:spPr>
          <a:xfrm rot="0">
            <a:off x="4526280" y="1783080"/>
            <a:ext cx="11893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4645025" y="1865630"/>
            <a:ext cx="9518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SRAM write</a:t>
            </a:r>
            <a:endParaRPr lang="ko-KR" altLang="en-US" sz="1200" b="1">
              <a:solidFill>
                <a:srgbClr val="FFFFFF"/>
              </a:solidFill>
              <a:latin typeface="Poppins" charset="0"/>
              <a:ea typeface="NanumGothic" charset="0"/>
              <a:sym typeface="나눔고딕" charset="0"/>
            </a:endParaRPr>
          </a:p>
        </p:txBody>
      </p:sp>
      <p:sp>
        <p:nvSpPr>
          <p:cNvPr id="11" name="Rect 0"/>
          <p:cNvSpPr>
            <a:spLocks/>
          </p:cNvSpPr>
          <p:nvPr/>
        </p:nvSpPr>
        <p:spPr>
          <a:xfrm rot="0">
            <a:off x="5715000" y="1783080"/>
            <a:ext cx="132651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5833745" y="186563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read</a:t>
            </a:r>
            <a:endParaRPr lang="ko-KR" altLang="en-US" sz="1200" b="1">
              <a:solidFill>
                <a:srgbClr val="FFFFFF"/>
              </a:solidFill>
              <a:latin typeface="Poppins" charset="0"/>
              <a:ea typeface="NanumGothic" charset="0"/>
              <a:sym typeface="나눔고딕" charset="0"/>
            </a:endParaRPr>
          </a:p>
        </p:txBody>
      </p:sp>
      <p:sp>
        <p:nvSpPr>
          <p:cNvPr id="13" name="Rect 0"/>
          <p:cNvSpPr>
            <a:spLocks/>
          </p:cNvSpPr>
          <p:nvPr/>
        </p:nvSpPr>
        <p:spPr>
          <a:xfrm rot="0">
            <a:off x="7040880" y="1783080"/>
            <a:ext cx="114363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7159625" y="1865630"/>
            <a:ext cx="9061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write</a:t>
            </a:r>
            <a:endParaRPr lang="ko-KR" altLang="en-US" sz="1200" b="1">
              <a:solidFill>
                <a:srgbClr val="FFFFFF"/>
              </a:solidFill>
              <a:latin typeface="Poppins" charset="0"/>
              <a:ea typeface="NanumGothic" charset="0"/>
              <a:sym typeface="나눔고딕" charset="0"/>
            </a:endParaRPr>
          </a:p>
        </p:txBody>
      </p:sp>
      <p:sp>
        <p:nvSpPr>
          <p:cNvPr id="15" name="Rect 0"/>
          <p:cNvSpPr>
            <a:spLocks/>
          </p:cNvSpPr>
          <p:nvPr/>
        </p:nvSpPr>
        <p:spPr>
          <a:xfrm rot="0">
            <a:off x="8183879" y="1783080"/>
            <a:ext cx="146367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8302625" y="1865630"/>
            <a:ext cx="12261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write 비중</a:t>
            </a:r>
            <a:endParaRPr lang="ko-KR" altLang="en-US" sz="1200" b="1">
              <a:solidFill>
                <a:srgbClr val="FFFFFF"/>
              </a:solidFill>
              <a:latin typeface="Poppins" charset="0"/>
              <a:ea typeface="NanumGothic" charset="0"/>
              <a:sym typeface="나눔고딕" charset="0"/>
            </a:endParaRPr>
          </a:p>
        </p:txBody>
      </p:sp>
      <p:sp>
        <p:nvSpPr>
          <p:cNvPr id="17" name="Rect 0"/>
          <p:cNvSpPr>
            <a:spLocks/>
          </p:cNvSpPr>
          <p:nvPr/>
        </p:nvSpPr>
        <p:spPr>
          <a:xfrm rot="0">
            <a:off x="9646920" y="1783080"/>
            <a:ext cx="21037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9765665" y="1865630"/>
            <a:ext cx="18662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128–2048 MAC 범위</a:t>
            </a:r>
            <a:endParaRPr lang="ko-KR" altLang="en-US" sz="1200" b="1">
              <a:solidFill>
                <a:srgbClr val="FFFFFF"/>
              </a:solidFill>
              <a:latin typeface="Poppins" charset="0"/>
              <a:ea typeface="NanumGothic" charset="0"/>
              <a:sym typeface="나눔고딕" charset="0"/>
            </a:endParaRPr>
          </a:p>
        </p:txBody>
      </p:sp>
      <p:sp>
        <p:nvSpPr>
          <p:cNvPr id="19" name="Rect 0"/>
          <p:cNvSpPr>
            <a:spLocks/>
          </p:cNvSpPr>
          <p:nvPr/>
        </p:nvSpPr>
        <p:spPr>
          <a:xfrm rot="0">
            <a:off x="502920" y="2185670"/>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621665" y="224917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RNNoise</a:t>
            </a:r>
            <a:endParaRPr lang="ko-KR" altLang="en-US" sz="1200" b="0">
              <a:solidFill>
                <a:srgbClr val="22364B"/>
              </a:solidFill>
              <a:latin typeface="Poppins" charset="0"/>
              <a:ea typeface="NanumGothic" charset="0"/>
              <a:sym typeface="나눔고딕" charset="0"/>
            </a:endParaRPr>
          </a:p>
        </p:txBody>
      </p:sp>
      <p:sp>
        <p:nvSpPr>
          <p:cNvPr id="21" name="Rect 0"/>
          <p:cNvSpPr>
            <a:spLocks/>
          </p:cNvSpPr>
          <p:nvPr/>
        </p:nvSpPr>
        <p:spPr>
          <a:xfrm rot="0">
            <a:off x="3337560" y="2185670"/>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3456305" y="224917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143</a:t>
            </a:r>
            <a:endParaRPr lang="ko-KR" altLang="en-US" sz="1200" b="0">
              <a:solidFill>
                <a:srgbClr val="22364B"/>
              </a:solidFill>
              <a:latin typeface="Poppins" charset="0"/>
              <a:ea typeface="NanumGothic" charset="0"/>
              <a:sym typeface="나눔고딕" charset="0"/>
            </a:endParaRPr>
          </a:p>
        </p:txBody>
      </p:sp>
      <p:sp>
        <p:nvSpPr>
          <p:cNvPr id="23" name="Rect 0"/>
          <p:cNvSpPr>
            <a:spLocks/>
          </p:cNvSpPr>
          <p:nvPr/>
        </p:nvSpPr>
        <p:spPr>
          <a:xfrm rot="0">
            <a:off x="4526280" y="2185670"/>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4645025" y="224917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135</a:t>
            </a:r>
            <a:endParaRPr lang="ko-KR" altLang="en-US" sz="1200" b="0">
              <a:solidFill>
                <a:srgbClr val="22364B"/>
              </a:solidFill>
              <a:latin typeface="Poppins" charset="0"/>
              <a:ea typeface="NanumGothic" charset="0"/>
              <a:sym typeface="나눔고딕" charset="0"/>
            </a:endParaRPr>
          </a:p>
        </p:txBody>
      </p:sp>
      <p:sp>
        <p:nvSpPr>
          <p:cNvPr id="25" name="Rect 0"/>
          <p:cNvSpPr>
            <a:spLocks/>
          </p:cNvSpPr>
          <p:nvPr/>
        </p:nvSpPr>
        <p:spPr>
          <a:xfrm rot="0">
            <a:off x="5715000" y="2185670"/>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5833745" y="224917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8,213</a:t>
            </a:r>
            <a:endParaRPr lang="ko-KR" altLang="en-US" sz="1200" b="0">
              <a:solidFill>
                <a:srgbClr val="22364B"/>
              </a:solidFill>
              <a:latin typeface="Poppins" charset="0"/>
              <a:ea typeface="NanumGothic" charset="0"/>
              <a:sym typeface="나눔고딕" charset="0"/>
            </a:endParaRPr>
          </a:p>
        </p:txBody>
      </p:sp>
      <p:sp>
        <p:nvSpPr>
          <p:cNvPr id="27" name="Rect 0"/>
          <p:cNvSpPr>
            <a:spLocks/>
          </p:cNvSpPr>
          <p:nvPr/>
        </p:nvSpPr>
        <p:spPr>
          <a:xfrm rot="0">
            <a:off x="7040880" y="2185670"/>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7159625" y="224917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36</a:t>
            </a:r>
            <a:endParaRPr lang="ko-KR" altLang="en-US" sz="1200" b="0">
              <a:solidFill>
                <a:srgbClr val="22364B"/>
              </a:solidFill>
              <a:latin typeface="Poppins" charset="0"/>
              <a:ea typeface="NanumGothic" charset="0"/>
              <a:sym typeface="나눔고딕" charset="0"/>
            </a:endParaRPr>
          </a:p>
        </p:txBody>
      </p:sp>
      <p:sp>
        <p:nvSpPr>
          <p:cNvPr id="29" name="Rect 0"/>
          <p:cNvSpPr>
            <a:spLocks/>
          </p:cNvSpPr>
          <p:nvPr/>
        </p:nvSpPr>
        <p:spPr>
          <a:xfrm rot="0">
            <a:off x="8183879" y="2185670"/>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8302625" y="224917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0.42%</a:t>
            </a:r>
            <a:endParaRPr lang="ko-KR" altLang="en-US" sz="1200" b="0">
              <a:solidFill>
                <a:srgbClr val="22364B"/>
              </a:solidFill>
              <a:latin typeface="Poppins" charset="0"/>
              <a:ea typeface="NanumGothic" charset="0"/>
              <a:sym typeface="나눔고딕" charset="0"/>
            </a:endParaRPr>
          </a:p>
        </p:txBody>
      </p:sp>
      <p:sp>
        <p:nvSpPr>
          <p:cNvPr id="31" name="Rect 0"/>
          <p:cNvSpPr>
            <a:spLocks/>
          </p:cNvSpPr>
          <p:nvPr/>
        </p:nvSpPr>
        <p:spPr>
          <a:xfrm rot="0">
            <a:off x="9646920" y="2185670"/>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9765665" y="224917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0.42–0.45%</a:t>
            </a:r>
            <a:endParaRPr lang="ko-KR" altLang="en-US" sz="1200" b="0">
              <a:solidFill>
                <a:srgbClr val="22364B"/>
              </a:solidFill>
              <a:latin typeface="Poppins" charset="0"/>
              <a:ea typeface="NanumGothic" charset="0"/>
              <a:sym typeface="나눔고딕" charset="0"/>
            </a:endParaRPr>
          </a:p>
        </p:txBody>
      </p:sp>
      <p:sp>
        <p:nvSpPr>
          <p:cNvPr id="33" name="Rect 0"/>
          <p:cNvSpPr>
            <a:spLocks/>
          </p:cNvSpPr>
          <p:nvPr/>
        </p:nvSpPr>
        <p:spPr>
          <a:xfrm rot="0">
            <a:off x="502920" y="247777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621665" y="254190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MicroNet KWS</a:t>
            </a:r>
            <a:endParaRPr lang="ko-KR" altLang="en-US" sz="1200" b="0">
              <a:solidFill>
                <a:srgbClr val="22364B"/>
              </a:solidFill>
              <a:latin typeface="Poppins" charset="0"/>
              <a:ea typeface="NanumGothic" charset="0"/>
              <a:sym typeface="나눔고딕" charset="0"/>
            </a:endParaRPr>
          </a:p>
        </p:txBody>
      </p:sp>
      <p:sp>
        <p:nvSpPr>
          <p:cNvPr id="35" name="Rect 0"/>
          <p:cNvSpPr>
            <a:spLocks/>
          </p:cNvSpPr>
          <p:nvPr/>
        </p:nvSpPr>
        <p:spPr>
          <a:xfrm rot="0">
            <a:off x="3337560" y="247777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3456305" y="254190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15,673</a:t>
            </a:r>
            <a:endParaRPr lang="ko-KR" altLang="en-US" sz="1200" b="0">
              <a:solidFill>
                <a:srgbClr val="22364B"/>
              </a:solidFill>
              <a:latin typeface="Poppins" charset="0"/>
              <a:ea typeface="NanumGothic" charset="0"/>
              <a:sym typeface="나눔고딕" charset="0"/>
            </a:endParaRPr>
          </a:p>
        </p:txBody>
      </p:sp>
      <p:sp>
        <p:nvSpPr>
          <p:cNvPr id="37" name="Rect 0"/>
          <p:cNvSpPr>
            <a:spLocks/>
          </p:cNvSpPr>
          <p:nvPr/>
        </p:nvSpPr>
        <p:spPr>
          <a:xfrm rot="0">
            <a:off x="4526280" y="247777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4645025" y="254190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15,673</a:t>
            </a:r>
            <a:endParaRPr lang="ko-KR" altLang="en-US" sz="1200" b="0">
              <a:solidFill>
                <a:srgbClr val="22364B"/>
              </a:solidFill>
              <a:latin typeface="Poppins" charset="0"/>
              <a:ea typeface="NanumGothic" charset="0"/>
              <a:sym typeface="나눔고딕" charset="0"/>
            </a:endParaRPr>
          </a:p>
        </p:txBody>
      </p:sp>
      <p:sp>
        <p:nvSpPr>
          <p:cNvPr id="39" name="Rect 0"/>
          <p:cNvSpPr>
            <a:spLocks/>
          </p:cNvSpPr>
          <p:nvPr/>
        </p:nvSpPr>
        <p:spPr>
          <a:xfrm rot="0">
            <a:off x="5715000" y="247777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5833745" y="254190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12,172</a:t>
            </a:r>
            <a:endParaRPr lang="ko-KR" altLang="en-US" sz="1200" b="0">
              <a:solidFill>
                <a:srgbClr val="22364B"/>
              </a:solidFill>
              <a:latin typeface="Poppins" charset="0"/>
              <a:ea typeface="NanumGothic" charset="0"/>
              <a:sym typeface="나눔고딕" charset="0"/>
            </a:endParaRPr>
          </a:p>
        </p:txBody>
      </p:sp>
      <p:sp>
        <p:nvSpPr>
          <p:cNvPr id="41" name="Rect 0"/>
          <p:cNvSpPr>
            <a:spLocks/>
          </p:cNvSpPr>
          <p:nvPr/>
        </p:nvSpPr>
        <p:spPr>
          <a:xfrm rot="0">
            <a:off x="7040880" y="247777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7159625" y="254190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43" name="Rect 0"/>
          <p:cNvSpPr>
            <a:spLocks/>
          </p:cNvSpPr>
          <p:nvPr/>
        </p:nvSpPr>
        <p:spPr>
          <a:xfrm rot="0">
            <a:off x="8183879" y="247777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8302625" y="254190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45" name="Rect 0"/>
          <p:cNvSpPr>
            <a:spLocks/>
          </p:cNvSpPr>
          <p:nvPr/>
        </p:nvSpPr>
        <p:spPr>
          <a:xfrm rot="0">
            <a:off x="9646920" y="247777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9765665" y="254190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47" name="Rect 0"/>
          <p:cNvSpPr>
            <a:spLocks/>
          </p:cNvSpPr>
          <p:nvPr/>
        </p:nvSpPr>
        <p:spPr>
          <a:xfrm rot="0">
            <a:off x="502920" y="2770505"/>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621665" y="283464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AD Medium</a:t>
            </a:r>
            <a:endParaRPr lang="ko-KR" altLang="en-US" sz="1200" b="0">
              <a:solidFill>
                <a:srgbClr val="22364B"/>
              </a:solidFill>
              <a:latin typeface="Poppins" charset="0"/>
              <a:ea typeface="NanumGothic" charset="0"/>
              <a:sym typeface="나눔고딕" charset="0"/>
            </a:endParaRPr>
          </a:p>
        </p:txBody>
      </p:sp>
      <p:sp>
        <p:nvSpPr>
          <p:cNvPr id="49" name="Rect 0"/>
          <p:cNvSpPr>
            <a:spLocks/>
          </p:cNvSpPr>
          <p:nvPr/>
        </p:nvSpPr>
        <p:spPr>
          <a:xfrm rot="0">
            <a:off x="3337560" y="277050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3456305" y="283464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46,066</a:t>
            </a:r>
            <a:endParaRPr lang="ko-KR" altLang="en-US" sz="1200" b="0">
              <a:solidFill>
                <a:srgbClr val="22364B"/>
              </a:solidFill>
              <a:latin typeface="Poppins" charset="0"/>
              <a:ea typeface="NanumGothic" charset="0"/>
              <a:sym typeface="나눔고딕" charset="0"/>
            </a:endParaRPr>
          </a:p>
        </p:txBody>
      </p:sp>
      <p:sp>
        <p:nvSpPr>
          <p:cNvPr id="51" name="Rect 0"/>
          <p:cNvSpPr>
            <a:spLocks/>
          </p:cNvSpPr>
          <p:nvPr/>
        </p:nvSpPr>
        <p:spPr>
          <a:xfrm rot="0">
            <a:off x="4526280" y="277050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4645025" y="283464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41,658</a:t>
            </a:r>
            <a:endParaRPr lang="ko-KR" altLang="en-US" sz="1200" b="0">
              <a:solidFill>
                <a:srgbClr val="22364B"/>
              </a:solidFill>
              <a:latin typeface="Poppins" charset="0"/>
              <a:ea typeface="NanumGothic" charset="0"/>
              <a:sym typeface="나눔고딕" charset="0"/>
            </a:endParaRPr>
          </a:p>
        </p:txBody>
      </p:sp>
      <p:sp>
        <p:nvSpPr>
          <p:cNvPr id="53" name="Rect 0"/>
          <p:cNvSpPr>
            <a:spLocks/>
          </p:cNvSpPr>
          <p:nvPr/>
        </p:nvSpPr>
        <p:spPr>
          <a:xfrm rot="0">
            <a:off x="5715000" y="2770505"/>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5833745" y="283464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44,312</a:t>
            </a:r>
            <a:endParaRPr lang="ko-KR" altLang="en-US" sz="1200" b="0">
              <a:solidFill>
                <a:srgbClr val="22364B"/>
              </a:solidFill>
              <a:latin typeface="Poppins" charset="0"/>
              <a:ea typeface="NanumGothic" charset="0"/>
              <a:sym typeface="나눔고딕" charset="0"/>
            </a:endParaRPr>
          </a:p>
        </p:txBody>
      </p:sp>
      <p:sp>
        <p:nvSpPr>
          <p:cNvPr id="55" name="Rect 0"/>
          <p:cNvSpPr>
            <a:spLocks/>
          </p:cNvSpPr>
          <p:nvPr/>
        </p:nvSpPr>
        <p:spPr>
          <a:xfrm rot="0">
            <a:off x="7040880" y="2770505"/>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7159625" y="283464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57" name="Rect 0"/>
          <p:cNvSpPr>
            <a:spLocks/>
          </p:cNvSpPr>
          <p:nvPr/>
        </p:nvSpPr>
        <p:spPr>
          <a:xfrm rot="0">
            <a:off x="8183879" y="2770505"/>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8302625" y="283464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59" name="Rect 0"/>
          <p:cNvSpPr>
            <a:spLocks/>
          </p:cNvSpPr>
          <p:nvPr/>
        </p:nvSpPr>
        <p:spPr>
          <a:xfrm rot="0">
            <a:off x="9646920" y="2770505"/>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9765665" y="283464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61" name="Rect 0"/>
          <p:cNvSpPr>
            <a:spLocks/>
          </p:cNvSpPr>
          <p:nvPr/>
        </p:nvSpPr>
        <p:spPr>
          <a:xfrm rot="0">
            <a:off x="502920" y="306324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21665" y="312737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VWW</a:t>
            </a:r>
            <a:endParaRPr lang="ko-KR" altLang="en-US" sz="1200" b="0">
              <a:solidFill>
                <a:srgbClr val="22364B"/>
              </a:solidFill>
              <a:latin typeface="Poppins" charset="0"/>
              <a:ea typeface="NanumGothic" charset="0"/>
              <a:sym typeface="나눔고딕" charset="0"/>
            </a:endParaRPr>
          </a:p>
        </p:txBody>
      </p:sp>
      <p:sp>
        <p:nvSpPr>
          <p:cNvPr id="63" name="Rect 0"/>
          <p:cNvSpPr>
            <a:spLocks/>
          </p:cNvSpPr>
          <p:nvPr/>
        </p:nvSpPr>
        <p:spPr>
          <a:xfrm rot="0">
            <a:off x="3337560" y="306324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3456305" y="312737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63,743</a:t>
            </a:r>
            <a:endParaRPr lang="ko-KR" altLang="en-US" sz="1200" b="0">
              <a:solidFill>
                <a:srgbClr val="22364B"/>
              </a:solidFill>
              <a:latin typeface="Poppins" charset="0"/>
              <a:ea typeface="NanumGothic" charset="0"/>
              <a:sym typeface="나눔고딕" charset="0"/>
            </a:endParaRPr>
          </a:p>
        </p:txBody>
      </p:sp>
      <p:sp>
        <p:nvSpPr>
          <p:cNvPr id="65" name="Rect 0"/>
          <p:cNvSpPr>
            <a:spLocks/>
          </p:cNvSpPr>
          <p:nvPr/>
        </p:nvSpPr>
        <p:spPr>
          <a:xfrm rot="0">
            <a:off x="4526280" y="306324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4645025" y="312737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58,808</a:t>
            </a:r>
            <a:endParaRPr lang="ko-KR" altLang="en-US" sz="1200" b="0">
              <a:solidFill>
                <a:srgbClr val="22364B"/>
              </a:solidFill>
              <a:latin typeface="Poppins" charset="0"/>
              <a:ea typeface="NanumGothic" charset="0"/>
              <a:sym typeface="나눔고딕" charset="0"/>
            </a:endParaRPr>
          </a:p>
        </p:txBody>
      </p:sp>
      <p:sp>
        <p:nvSpPr>
          <p:cNvPr id="67" name="Rect 0"/>
          <p:cNvSpPr>
            <a:spLocks/>
          </p:cNvSpPr>
          <p:nvPr/>
        </p:nvSpPr>
        <p:spPr>
          <a:xfrm rot="0">
            <a:off x="5715000" y="306324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5833745" y="312737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24,283</a:t>
            </a:r>
            <a:endParaRPr lang="ko-KR" altLang="en-US" sz="1200" b="0">
              <a:solidFill>
                <a:srgbClr val="22364B"/>
              </a:solidFill>
              <a:latin typeface="Poppins" charset="0"/>
              <a:ea typeface="NanumGothic" charset="0"/>
              <a:sym typeface="나눔고딕" charset="0"/>
            </a:endParaRPr>
          </a:p>
        </p:txBody>
      </p:sp>
      <p:sp>
        <p:nvSpPr>
          <p:cNvPr id="69" name="Rect 0"/>
          <p:cNvSpPr>
            <a:spLocks/>
          </p:cNvSpPr>
          <p:nvPr/>
        </p:nvSpPr>
        <p:spPr>
          <a:xfrm rot="0">
            <a:off x="7040880" y="306324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7159625" y="312737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71" name="Rect 0"/>
          <p:cNvSpPr>
            <a:spLocks/>
          </p:cNvSpPr>
          <p:nvPr/>
        </p:nvSpPr>
        <p:spPr>
          <a:xfrm rot="0">
            <a:off x="8183879" y="306324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8302625" y="312737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73" name="Rect 0"/>
          <p:cNvSpPr>
            <a:spLocks/>
          </p:cNvSpPr>
          <p:nvPr/>
        </p:nvSpPr>
        <p:spPr>
          <a:xfrm rot="0">
            <a:off x="9646920" y="306324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9765665" y="312737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75" name="Rect 0"/>
          <p:cNvSpPr>
            <a:spLocks/>
          </p:cNvSpPr>
          <p:nvPr/>
        </p:nvSpPr>
        <p:spPr>
          <a:xfrm rot="0">
            <a:off x="502920" y="3355975"/>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621665" y="342011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YOLO-Fastest</a:t>
            </a:r>
            <a:endParaRPr lang="ko-KR" altLang="en-US" sz="1200" b="0">
              <a:solidFill>
                <a:srgbClr val="22364B"/>
              </a:solidFill>
              <a:latin typeface="Poppins" charset="0"/>
              <a:ea typeface="NanumGothic" charset="0"/>
              <a:sym typeface="나눔고딕" charset="0"/>
            </a:endParaRPr>
          </a:p>
        </p:txBody>
      </p:sp>
      <p:sp>
        <p:nvSpPr>
          <p:cNvPr id="77" name="Rect 0"/>
          <p:cNvSpPr>
            <a:spLocks/>
          </p:cNvSpPr>
          <p:nvPr/>
        </p:nvSpPr>
        <p:spPr>
          <a:xfrm rot="0">
            <a:off x="3337560" y="335597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3456305" y="342011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210,219</a:t>
            </a:r>
            <a:endParaRPr lang="ko-KR" altLang="en-US" sz="1200" b="0">
              <a:solidFill>
                <a:srgbClr val="22364B"/>
              </a:solidFill>
              <a:latin typeface="Poppins" charset="0"/>
              <a:ea typeface="NanumGothic" charset="0"/>
              <a:sym typeface="나눔고딕" charset="0"/>
            </a:endParaRPr>
          </a:p>
        </p:txBody>
      </p:sp>
      <p:sp>
        <p:nvSpPr>
          <p:cNvPr id="79" name="Rect 0"/>
          <p:cNvSpPr>
            <a:spLocks/>
          </p:cNvSpPr>
          <p:nvPr/>
        </p:nvSpPr>
        <p:spPr>
          <a:xfrm rot="0">
            <a:off x="4526280" y="335597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4645025" y="342011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184,324</a:t>
            </a:r>
            <a:endParaRPr lang="ko-KR" altLang="en-US" sz="1200" b="0">
              <a:solidFill>
                <a:srgbClr val="22364B"/>
              </a:solidFill>
              <a:latin typeface="Poppins" charset="0"/>
              <a:ea typeface="NanumGothic" charset="0"/>
              <a:sym typeface="나눔고딕" charset="0"/>
            </a:endParaRPr>
          </a:p>
        </p:txBody>
      </p:sp>
      <p:sp>
        <p:nvSpPr>
          <p:cNvPr id="81" name="Rect 0"/>
          <p:cNvSpPr>
            <a:spLocks/>
          </p:cNvSpPr>
          <p:nvPr/>
        </p:nvSpPr>
        <p:spPr>
          <a:xfrm rot="0">
            <a:off x="5715000" y="3355975"/>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5833745" y="342011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29,618</a:t>
            </a:r>
            <a:endParaRPr lang="ko-KR" altLang="en-US" sz="1200" b="0">
              <a:solidFill>
                <a:srgbClr val="22364B"/>
              </a:solidFill>
              <a:latin typeface="Poppins" charset="0"/>
              <a:ea typeface="NanumGothic" charset="0"/>
              <a:sym typeface="나눔고딕" charset="0"/>
            </a:endParaRPr>
          </a:p>
        </p:txBody>
      </p:sp>
      <p:sp>
        <p:nvSpPr>
          <p:cNvPr id="83" name="Rect 0"/>
          <p:cNvSpPr>
            <a:spLocks/>
          </p:cNvSpPr>
          <p:nvPr/>
        </p:nvSpPr>
        <p:spPr>
          <a:xfrm rot="0">
            <a:off x="7040880" y="3355975"/>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7159625" y="342011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517</a:t>
            </a:r>
            <a:endParaRPr lang="ko-KR" altLang="en-US" sz="1200" b="0">
              <a:solidFill>
                <a:srgbClr val="22364B"/>
              </a:solidFill>
              <a:latin typeface="Poppins" charset="0"/>
              <a:ea typeface="NanumGothic" charset="0"/>
              <a:sym typeface="나눔고딕" charset="0"/>
            </a:endParaRPr>
          </a:p>
        </p:txBody>
      </p:sp>
      <p:sp>
        <p:nvSpPr>
          <p:cNvPr id="85" name="Rect 0"/>
          <p:cNvSpPr>
            <a:spLocks/>
          </p:cNvSpPr>
          <p:nvPr/>
        </p:nvSpPr>
        <p:spPr>
          <a:xfrm rot="0">
            <a:off x="8183879" y="3355975"/>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8302625" y="342011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0.12%</a:t>
            </a:r>
            <a:endParaRPr lang="ko-KR" altLang="en-US" sz="1200" b="0">
              <a:solidFill>
                <a:srgbClr val="22364B"/>
              </a:solidFill>
              <a:latin typeface="Poppins" charset="0"/>
              <a:ea typeface="NanumGothic" charset="0"/>
              <a:sym typeface="나눔고딕" charset="0"/>
            </a:endParaRPr>
          </a:p>
        </p:txBody>
      </p:sp>
      <p:sp>
        <p:nvSpPr>
          <p:cNvPr id="87" name="Rect 0"/>
          <p:cNvSpPr>
            <a:spLocks/>
          </p:cNvSpPr>
          <p:nvPr/>
        </p:nvSpPr>
        <p:spPr>
          <a:xfrm rot="0">
            <a:off x="9646920" y="3355975"/>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9765665" y="342011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0.09–0.12%</a:t>
            </a:r>
            <a:endParaRPr lang="ko-KR" altLang="en-US" sz="120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364871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3712209"/>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MobileNetV2</a:t>
            </a:r>
            <a:endParaRPr lang="ko-KR" altLang="en-US" sz="1200" b="0">
              <a:solidFill>
                <a:srgbClr val="22364B"/>
              </a:solidFill>
              <a:latin typeface="Poppins" charset="0"/>
              <a:ea typeface="NanumGothic" charset="0"/>
              <a:sym typeface="나눔고딕" charset="0"/>
            </a:endParaRPr>
          </a:p>
        </p:txBody>
      </p:sp>
      <p:sp>
        <p:nvSpPr>
          <p:cNvPr id="91" name="Rect 0"/>
          <p:cNvSpPr>
            <a:spLocks/>
          </p:cNvSpPr>
          <p:nvPr/>
        </p:nvSpPr>
        <p:spPr>
          <a:xfrm rot="0">
            <a:off x="3337560" y="364871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3456305" y="3712209"/>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499,795</a:t>
            </a:r>
            <a:endParaRPr lang="ko-KR" altLang="en-US" sz="1200" b="0">
              <a:solidFill>
                <a:srgbClr val="22364B"/>
              </a:solidFill>
              <a:latin typeface="Poppins" charset="0"/>
              <a:ea typeface="NanumGothic" charset="0"/>
              <a:sym typeface="나눔고딕" charset="0"/>
            </a:endParaRPr>
          </a:p>
        </p:txBody>
      </p:sp>
      <p:sp>
        <p:nvSpPr>
          <p:cNvPr id="93" name="Rect 0"/>
          <p:cNvSpPr>
            <a:spLocks/>
          </p:cNvSpPr>
          <p:nvPr/>
        </p:nvSpPr>
        <p:spPr>
          <a:xfrm rot="0">
            <a:off x="4526280" y="364871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4645025" y="3712209"/>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379,275</a:t>
            </a:r>
            <a:endParaRPr lang="ko-KR" altLang="en-US" sz="1200" b="0">
              <a:solidFill>
                <a:srgbClr val="22364B"/>
              </a:solidFill>
              <a:latin typeface="Poppins" charset="0"/>
              <a:ea typeface="NanumGothic" charset="0"/>
              <a:sym typeface="나눔고딕" charset="0"/>
            </a:endParaRPr>
          </a:p>
        </p:txBody>
      </p:sp>
      <p:sp>
        <p:nvSpPr>
          <p:cNvPr id="95" name="Rect 0"/>
          <p:cNvSpPr>
            <a:spLocks/>
          </p:cNvSpPr>
          <p:nvPr/>
        </p:nvSpPr>
        <p:spPr>
          <a:xfrm rot="0">
            <a:off x="5715000" y="364871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5833745" y="3712209"/>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305,342</a:t>
            </a:r>
            <a:endParaRPr lang="ko-KR" altLang="en-US" sz="1200" b="0">
              <a:solidFill>
                <a:srgbClr val="22364B"/>
              </a:solidFill>
              <a:latin typeface="Poppins" charset="0"/>
              <a:ea typeface="NanumGothic" charset="0"/>
              <a:sym typeface="나눔고딕" charset="0"/>
            </a:endParaRPr>
          </a:p>
        </p:txBody>
      </p:sp>
      <p:sp>
        <p:nvSpPr>
          <p:cNvPr id="97" name="Rect 0"/>
          <p:cNvSpPr>
            <a:spLocks/>
          </p:cNvSpPr>
          <p:nvPr/>
        </p:nvSpPr>
        <p:spPr>
          <a:xfrm rot="0">
            <a:off x="7040880" y="364871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7159625" y="3712209"/>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47,887</a:t>
            </a:r>
            <a:endParaRPr lang="ko-KR" altLang="en-US" sz="1200" b="0">
              <a:solidFill>
                <a:srgbClr val="22364B"/>
              </a:solidFill>
              <a:latin typeface="Poppins" charset="0"/>
              <a:ea typeface="NanumGothic" charset="0"/>
              <a:sym typeface="나눔고딕" charset="0"/>
            </a:endParaRPr>
          </a:p>
        </p:txBody>
      </p:sp>
      <p:sp>
        <p:nvSpPr>
          <p:cNvPr id="99" name="Rect 0"/>
          <p:cNvSpPr>
            <a:spLocks/>
          </p:cNvSpPr>
          <p:nvPr/>
        </p:nvSpPr>
        <p:spPr>
          <a:xfrm rot="0">
            <a:off x="8183879" y="364871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8302625" y="3712209"/>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3.89%</a:t>
            </a:r>
            <a:endParaRPr lang="ko-KR" altLang="en-US" sz="1200" b="0">
              <a:solidFill>
                <a:srgbClr val="22364B"/>
              </a:solidFill>
              <a:latin typeface="Poppins" charset="0"/>
              <a:ea typeface="NanumGothic" charset="0"/>
              <a:sym typeface="나눔고딕" charset="0"/>
            </a:endParaRPr>
          </a:p>
        </p:txBody>
      </p:sp>
      <p:sp>
        <p:nvSpPr>
          <p:cNvPr id="101" name="Rect 0"/>
          <p:cNvSpPr>
            <a:spLocks/>
          </p:cNvSpPr>
          <p:nvPr/>
        </p:nvSpPr>
        <p:spPr>
          <a:xfrm rot="0">
            <a:off x="9646920" y="364871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9765665" y="3712209"/>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2.43–3.89%</a:t>
            </a:r>
            <a:endParaRPr lang="ko-KR" altLang="en-US" sz="1200" b="0">
              <a:solidFill>
                <a:srgbClr val="22364B"/>
              </a:solidFill>
              <a:latin typeface="Poppins" charset="0"/>
              <a:ea typeface="NanumGothic" charset="0"/>
              <a:sym typeface="나눔고딕" charset="0"/>
            </a:endParaRPr>
          </a:p>
        </p:txBody>
      </p:sp>
      <p:sp>
        <p:nvSpPr>
          <p:cNvPr id="103" name="Rect 0"/>
          <p:cNvSpPr>
            <a:spLocks/>
          </p:cNvSpPr>
          <p:nvPr/>
        </p:nvSpPr>
        <p:spPr>
          <a:xfrm rot="0">
            <a:off x="502920" y="3940809"/>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621665" y="400494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Wav2Letter</a:t>
            </a:r>
            <a:endParaRPr lang="ko-KR" altLang="en-US" sz="1200" b="0">
              <a:solidFill>
                <a:srgbClr val="22364B"/>
              </a:solidFill>
              <a:latin typeface="Poppins" charset="0"/>
              <a:ea typeface="NanumGothic" charset="0"/>
              <a:sym typeface="나눔고딕" charset="0"/>
            </a:endParaRPr>
          </a:p>
        </p:txBody>
      </p:sp>
      <p:sp>
        <p:nvSpPr>
          <p:cNvPr id="105" name="Rect 0"/>
          <p:cNvSpPr>
            <a:spLocks/>
          </p:cNvSpPr>
          <p:nvPr/>
        </p:nvSpPr>
        <p:spPr>
          <a:xfrm rot="0">
            <a:off x="3337560" y="3940809"/>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3456305" y="400494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249,928</a:t>
            </a:r>
            <a:endParaRPr lang="ko-KR" altLang="en-US" sz="1200" b="0">
              <a:solidFill>
                <a:srgbClr val="22364B"/>
              </a:solidFill>
              <a:latin typeface="Poppins" charset="0"/>
              <a:ea typeface="NanumGothic" charset="0"/>
              <a:sym typeface="나눔고딕" charset="0"/>
            </a:endParaRPr>
          </a:p>
        </p:txBody>
      </p:sp>
      <p:sp>
        <p:nvSpPr>
          <p:cNvPr id="107" name="Rect 0"/>
          <p:cNvSpPr>
            <a:spLocks/>
          </p:cNvSpPr>
          <p:nvPr/>
        </p:nvSpPr>
        <p:spPr>
          <a:xfrm rot="0">
            <a:off x="4526280" y="3940809"/>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4645025" y="400494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40,950</a:t>
            </a:r>
            <a:endParaRPr lang="ko-KR" altLang="en-US" sz="1200" b="0">
              <a:solidFill>
                <a:srgbClr val="22364B"/>
              </a:solidFill>
              <a:latin typeface="Poppins" charset="0"/>
              <a:ea typeface="NanumGothic" charset="0"/>
              <a:sym typeface="나눔고딕" charset="0"/>
            </a:endParaRPr>
          </a:p>
        </p:txBody>
      </p:sp>
      <p:sp>
        <p:nvSpPr>
          <p:cNvPr id="109" name="Rect 0"/>
          <p:cNvSpPr>
            <a:spLocks/>
          </p:cNvSpPr>
          <p:nvPr/>
        </p:nvSpPr>
        <p:spPr>
          <a:xfrm rot="0">
            <a:off x="5715000" y="3940809"/>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5833745" y="400494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1,839,159</a:t>
            </a:r>
            <a:endParaRPr lang="ko-KR" altLang="en-US" sz="1200" b="0">
              <a:solidFill>
                <a:srgbClr val="22364B"/>
              </a:solidFill>
              <a:latin typeface="Poppins" charset="0"/>
              <a:ea typeface="NanumGothic" charset="0"/>
              <a:sym typeface="나눔고딕" charset="0"/>
            </a:endParaRPr>
          </a:p>
        </p:txBody>
      </p:sp>
      <p:sp>
        <p:nvSpPr>
          <p:cNvPr id="111" name="Rect 0"/>
          <p:cNvSpPr>
            <a:spLocks/>
          </p:cNvSpPr>
          <p:nvPr/>
        </p:nvSpPr>
        <p:spPr>
          <a:xfrm rot="0">
            <a:off x="7040880" y="3940809"/>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7159625" y="400494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19,045</a:t>
            </a:r>
            <a:endParaRPr lang="ko-KR" altLang="en-US" sz="1200" b="0">
              <a:solidFill>
                <a:srgbClr val="22364B"/>
              </a:solidFill>
              <a:latin typeface="Poppins" charset="0"/>
              <a:ea typeface="NanumGothic" charset="0"/>
              <a:sym typeface="나눔고딕" charset="0"/>
            </a:endParaRPr>
          </a:p>
        </p:txBody>
      </p:sp>
      <p:sp>
        <p:nvSpPr>
          <p:cNvPr id="113" name="Rect 0"/>
          <p:cNvSpPr>
            <a:spLocks/>
          </p:cNvSpPr>
          <p:nvPr/>
        </p:nvSpPr>
        <p:spPr>
          <a:xfrm rot="0">
            <a:off x="8183879" y="3940809"/>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8302625" y="400494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0.89%</a:t>
            </a:r>
            <a:endParaRPr lang="ko-KR" altLang="en-US" sz="1200" b="0">
              <a:solidFill>
                <a:srgbClr val="22364B"/>
              </a:solidFill>
              <a:latin typeface="Poppins" charset="0"/>
              <a:ea typeface="NanumGothic" charset="0"/>
              <a:sym typeface="나눔고딕" charset="0"/>
            </a:endParaRPr>
          </a:p>
        </p:txBody>
      </p:sp>
      <p:sp>
        <p:nvSpPr>
          <p:cNvPr id="115" name="Rect 0"/>
          <p:cNvSpPr>
            <a:spLocks/>
          </p:cNvSpPr>
          <p:nvPr/>
        </p:nvSpPr>
        <p:spPr>
          <a:xfrm rot="0">
            <a:off x="9646920" y="3940809"/>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9765665" y="400494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0.56–0.89%</a:t>
            </a:r>
            <a:endParaRPr lang="ko-KR" altLang="en-US" sz="1200" b="0">
              <a:solidFill>
                <a:srgbClr val="22364B"/>
              </a:solidFill>
              <a:latin typeface="Poppins" charset="0"/>
              <a:ea typeface="NanumGothic" charset="0"/>
              <a:sym typeface="나눔고딕" charset="0"/>
            </a:endParaRPr>
          </a:p>
        </p:txBody>
      </p:sp>
      <p:sp>
        <p:nvSpPr>
          <p:cNvPr id="117" name="Rect 0"/>
          <p:cNvSpPr>
            <a:spLocks/>
          </p:cNvSpPr>
          <p:nvPr/>
        </p:nvSpPr>
        <p:spPr>
          <a:xfrm rot="0">
            <a:off x="502920" y="4324985"/>
            <a:ext cx="19208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8" name="Rect 0"/>
          <p:cNvSpPr txBox="1">
            <a:spLocks/>
          </p:cNvSpPr>
          <p:nvPr/>
        </p:nvSpPr>
        <p:spPr>
          <a:xfrm rot="0">
            <a:off x="621665" y="4407535"/>
            <a:ext cx="168338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NPU · memory mode</a:t>
            </a:r>
            <a:endParaRPr lang="ko-KR" altLang="en-US" sz="1150" b="1">
              <a:solidFill>
                <a:srgbClr val="FFFFFF"/>
              </a:solidFill>
              <a:latin typeface="Poppins" charset="0"/>
              <a:ea typeface="NanumGothic" charset="0"/>
              <a:sym typeface="나눔고딕" charset="0"/>
            </a:endParaRPr>
          </a:p>
        </p:txBody>
      </p:sp>
      <p:sp>
        <p:nvSpPr>
          <p:cNvPr id="119" name="Rect 0"/>
          <p:cNvSpPr>
            <a:spLocks/>
          </p:cNvSpPr>
          <p:nvPr/>
        </p:nvSpPr>
        <p:spPr>
          <a:xfrm rot="0">
            <a:off x="2423160" y="4324985"/>
            <a:ext cx="182943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2541905" y="4407535"/>
            <a:ext cx="15919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AXI1이 가리키는 곳</a:t>
            </a:r>
            <a:endParaRPr lang="ko-KR" altLang="en-US" sz="1150" b="1">
              <a:solidFill>
                <a:srgbClr val="FFFFFF"/>
              </a:solidFill>
              <a:latin typeface="Poppins" charset="0"/>
              <a:ea typeface="NanumGothic" charset="0"/>
              <a:sym typeface="나눔고딕" charset="0"/>
            </a:endParaRPr>
          </a:p>
        </p:txBody>
      </p:sp>
      <p:sp>
        <p:nvSpPr>
          <p:cNvPr id="121" name="Rect 0"/>
          <p:cNvSpPr>
            <a:spLocks/>
          </p:cNvSpPr>
          <p:nvPr/>
        </p:nvSpPr>
        <p:spPr>
          <a:xfrm rot="0">
            <a:off x="4251960" y="4324985"/>
            <a:ext cx="32924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2" name="Rect 0"/>
          <p:cNvSpPr txBox="1">
            <a:spLocks/>
          </p:cNvSpPr>
          <p:nvPr/>
        </p:nvSpPr>
        <p:spPr>
          <a:xfrm rot="0">
            <a:off x="4370705" y="4407535"/>
            <a:ext cx="305498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 write가 있는가</a:t>
            </a:r>
            <a:endParaRPr lang="ko-KR" altLang="en-US" sz="1150" b="1">
              <a:solidFill>
                <a:srgbClr val="FFFFFF"/>
              </a:solidFill>
              <a:latin typeface="Poppins" charset="0"/>
              <a:ea typeface="NanumGothic" charset="0"/>
              <a:sym typeface="나눔고딕" charset="0"/>
            </a:endParaRPr>
          </a:p>
        </p:txBody>
      </p:sp>
      <p:sp>
        <p:nvSpPr>
          <p:cNvPr id="123" name="Rect 0"/>
          <p:cNvSpPr>
            <a:spLocks/>
          </p:cNvSpPr>
          <p:nvPr/>
        </p:nvSpPr>
        <p:spPr>
          <a:xfrm rot="0">
            <a:off x="7543800" y="4324985"/>
            <a:ext cx="42068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4" name="Rect 0"/>
          <p:cNvSpPr txBox="1">
            <a:spLocks/>
          </p:cNvSpPr>
          <p:nvPr/>
        </p:nvSpPr>
        <p:spPr>
          <a:xfrm rot="0">
            <a:off x="7662545" y="4407535"/>
            <a:ext cx="3969384"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11장 비율에 미치는 영향</a:t>
            </a:r>
            <a:endParaRPr lang="ko-KR" altLang="en-US" sz="1150" b="1">
              <a:solidFill>
                <a:srgbClr val="FFFFFF"/>
              </a:solidFill>
              <a:latin typeface="Poppins" charset="0"/>
              <a:ea typeface="NanumGothic" charset="0"/>
              <a:sym typeface="나눔고딕" charset="0"/>
            </a:endParaRPr>
          </a:p>
        </p:txBody>
      </p:sp>
      <p:sp>
        <p:nvSpPr>
          <p:cNvPr id="125" name="Rect 0"/>
          <p:cNvSpPr>
            <a:spLocks/>
          </p:cNvSpPr>
          <p:nvPr/>
        </p:nvSpPr>
        <p:spPr>
          <a:xfrm rot="0">
            <a:off x="502920" y="4654550"/>
            <a:ext cx="1920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6" name="Rect 0"/>
          <p:cNvSpPr txBox="1">
            <a:spLocks/>
          </p:cNvSpPr>
          <p:nvPr/>
        </p:nvSpPr>
        <p:spPr>
          <a:xfrm rot="0">
            <a:off x="621665" y="4718050"/>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U55 · Shared_Sram</a:t>
            </a:r>
            <a:endParaRPr lang="ko-KR" altLang="en-US" sz="1150" b="0">
              <a:solidFill>
                <a:srgbClr val="22364B"/>
              </a:solidFill>
              <a:latin typeface="Poppins" charset="0"/>
              <a:ea typeface="NanumGothic" charset="0"/>
              <a:sym typeface="나눔고딕" charset="0"/>
            </a:endParaRPr>
          </a:p>
        </p:txBody>
      </p:sp>
      <p:sp>
        <p:nvSpPr>
          <p:cNvPr id="127" name="Rect 0"/>
          <p:cNvSpPr>
            <a:spLocks/>
          </p:cNvSpPr>
          <p:nvPr/>
        </p:nvSpPr>
        <p:spPr>
          <a:xfrm rot="0">
            <a:off x="2423160" y="4654550"/>
            <a:ext cx="18294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8" name="Rect 0"/>
          <p:cNvSpPr txBox="1">
            <a:spLocks/>
          </p:cNvSpPr>
          <p:nvPr/>
        </p:nvSpPr>
        <p:spPr>
          <a:xfrm rot="0">
            <a:off x="2541905" y="4718050"/>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읽기 전용 Flash</a:t>
            </a:r>
            <a:endParaRPr lang="ko-KR" altLang="en-US" sz="1150" b="0">
              <a:solidFill>
                <a:srgbClr val="22364B"/>
              </a:solidFill>
              <a:latin typeface="Poppins" charset="0"/>
              <a:ea typeface="NanumGothic" charset="0"/>
              <a:sym typeface="나눔고딕" charset="0"/>
            </a:endParaRPr>
          </a:p>
        </p:txBody>
      </p:sp>
      <p:sp>
        <p:nvSpPr>
          <p:cNvPr id="129" name="Rect 0"/>
          <p:cNvSpPr>
            <a:spLocks/>
          </p:cNvSpPr>
          <p:nvPr/>
        </p:nvSpPr>
        <p:spPr>
          <a:xfrm rot="0">
            <a:off x="4251960" y="4654550"/>
            <a:ext cx="32924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0" name="Rect 0"/>
          <p:cNvSpPr txBox="1">
            <a:spLocks/>
          </p:cNvSpPr>
          <p:nvPr/>
        </p:nvSpPr>
        <p:spPr>
          <a:xfrm rot="0">
            <a:off x="4370705" y="4718050"/>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구조적으로 없음 (Vela가 쓰기 텐서를 두지 않음)</a:t>
            </a:r>
            <a:endParaRPr lang="ko-KR" altLang="en-US" sz="1150" b="0">
              <a:solidFill>
                <a:srgbClr val="22364B"/>
              </a:solidFill>
              <a:latin typeface="Poppins" charset="0"/>
              <a:ea typeface="NanumGothic" charset="0"/>
              <a:sym typeface="나눔고딕" charset="0"/>
            </a:endParaRPr>
          </a:p>
        </p:txBody>
      </p:sp>
      <p:sp>
        <p:nvSpPr>
          <p:cNvPr id="131" name="Rect 0"/>
          <p:cNvSpPr>
            <a:spLocks/>
          </p:cNvSpPr>
          <p:nvPr/>
        </p:nvSpPr>
        <p:spPr>
          <a:xfrm rot="0">
            <a:off x="7543800" y="4654550"/>
            <a:ext cx="4206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2" name="Rect 0"/>
          <p:cNvSpPr txBox="1">
            <a:spLocks/>
          </p:cNvSpPr>
          <p:nvPr/>
        </p:nvSpPr>
        <p:spPr>
          <a:xfrm rot="0">
            <a:off x="7662545" y="4718050"/>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없음. 세 카운터 합이 사실상 전체</a:t>
            </a:r>
            <a:endParaRPr lang="ko-KR" altLang="en-US" sz="1150" b="0">
              <a:solidFill>
                <a:srgbClr val="22364B"/>
              </a:solidFill>
              <a:latin typeface="Poppins" charset="0"/>
              <a:ea typeface="NanumGothic" charset="0"/>
              <a:sym typeface="나눔고딕" charset="0"/>
            </a:endParaRPr>
          </a:p>
        </p:txBody>
      </p:sp>
      <p:sp>
        <p:nvSpPr>
          <p:cNvPr id="133" name="Rect 0"/>
          <p:cNvSpPr>
            <a:spLocks/>
          </p:cNvSpPr>
          <p:nvPr/>
        </p:nvSpPr>
        <p:spPr>
          <a:xfrm rot="0">
            <a:off x="502920" y="4946650"/>
            <a:ext cx="19208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4" name="Rect 0"/>
          <p:cNvSpPr txBox="1">
            <a:spLocks/>
          </p:cNvSpPr>
          <p:nvPr/>
        </p:nvSpPr>
        <p:spPr>
          <a:xfrm rot="0">
            <a:off x="621665" y="5010785"/>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U65 · Dedicated_Sram</a:t>
            </a:r>
            <a:endParaRPr lang="ko-KR" altLang="en-US" sz="1150" b="0">
              <a:solidFill>
                <a:srgbClr val="22364B"/>
              </a:solidFill>
              <a:latin typeface="Poppins" charset="0"/>
              <a:ea typeface="NanumGothic" charset="0"/>
              <a:sym typeface="나눔고딕" charset="0"/>
            </a:endParaRPr>
          </a:p>
        </p:txBody>
      </p:sp>
      <p:sp>
        <p:nvSpPr>
          <p:cNvPr id="135" name="Rect 0"/>
          <p:cNvSpPr>
            <a:spLocks/>
          </p:cNvSpPr>
          <p:nvPr/>
        </p:nvSpPr>
        <p:spPr>
          <a:xfrm rot="0">
            <a:off x="2423160" y="4946650"/>
            <a:ext cx="18294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6" name="Rect 0"/>
          <p:cNvSpPr txBox="1">
            <a:spLocks/>
          </p:cNvSpPr>
          <p:nvPr/>
        </p:nvSpPr>
        <p:spPr>
          <a:xfrm rot="0">
            <a:off x="2541905" y="5010785"/>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 (arena 포함)</a:t>
            </a:r>
            <a:endParaRPr lang="ko-KR" altLang="en-US" sz="1150" b="0">
              <a:solidFill>
                <a:srgbClr val="22364B"/>
              </a:solidFill>
              <a:latin typeface="Poppins" charset="0"/>
              <a:ea typeface="NanumGothic" charset="0"/>
              <a:sym typeface="나눔고딕" charset="0"/>
            </a:endParaRPr>
          </a:p>
        </p:txBody>
      </p:sp>
      <p:sp>
        <p:nvSpPr>
          <p:cNvPr id="137" name="Rect 0"/>
          <p:cNvSpPr>
            <a:spLocks/>
          </p:cNvSpPr>
          <p:nvPr/>
        </p:nvSpPr>
        <p:spPr>
          <a:xfrm rot="0">
            <a:off x="4251960" y="4946650"/>
            <a:ext cx="32924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8" name="Rect 0"/>
          <p:cNvSpPr txBox="1">
            <a:spLocks/>
          </p:cNvSpPr>
          <p:nvPr/>
        </p:nvSpPr>
        <p:spPr>
          <a:xfrm rot="0">
            <a:off x="4370705" y="5010785"/>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있음. 측정 안 됨</a:t>
            </a:r>
            <a:endParaRPr lang="ko-KR" altLang="en-US" sz="1150" b="0">
              <a:solidFill>
                <a:srgbClr val="22364B"/>
              </a:solidFill>
              <a:latin typeface="Poppins" charset="0"/>
              <a:ea typeface="NanumGothic" charset="0"/>
              <a:sym typeface="나눔고딕" charset="0"/>
            </a:endParaRPr>
          </a:p>
        </p:txBody>
      </p:sp>
      <p:sp>
        <p:nvSpPr>
          <p:cNvPr id="139" name="Rect 0"/>
          <p:cNvSpPr>
            <a:spLocks/>
          </p:cNvSpPr>
          <p:nvPr/>
        </p:nvSpPr>
        <p:spPr>
          <a:xfrm rot="0">
            <a:off x="7543800" y="4946650"/>
            <a:ext cx="42068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0" name="Rect 0"/>
          <p:cNvSpPr txBox="1">
            <a:spLocks/>
          </p:cNvSpPr>
          <p:nvPr/>
        </p:nvSpPr>
        <p:spPr>
          <a:xfrm rot="0">
            <a:off x="7662545" y="5010785"/>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AXI1 비중이 실제보다 낮게 집계. 크기는 확인되지 않음</a:t>
            </a:r>
            <a:endParaRPr lang="ko-KR" altLang="en-US" sz="1150" b="0">
              <a:solidFill>
                <a:srgbClr val="22364B"/>
              </a:solidFill>
              <a:latin typeface="Poppins" charset="0"/>
              <a:ea typeface="NanumGothic" charset="0"/>
              <a:sym typeface="나눔고딕" charset="0"/>
            </a:endParaRPr>
          </a:p>
        </p:txBody>
      </p:sp>
      <p:sp>
        <p:nvSpPr>
          <p:cNvPr id="141" name="Rect 0"/>
          <p:cNvSpPr>
            <a:spLocks/>
          </p:cNvSpPr>
          <p:nvPr/>
        </p:nvSpPr>
        <p:spPr>
          <a:xfrm rot="0">
            <a:off x="502920" y="5239385"/>
            <a:ext cx="1920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2" name="Rect 0"/>
          <p:cNvSpPr txBox="1">
            <a:spLocks/>
          </p:cNvSpPr>
          <p:nvPr/>
        </p:nvSpPr>
        <p:spPr>
          <a:xfrm rot="0">
            <a:off x="621665" y="5303520"/>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Dedicated_Sram</a:t>
            </a:r>
            <a:endParaRPr lang="ko-KR" altLang="en-US" sz="1150" b="0">
              <a:solidFill>
                <a:srgbClr val="22364B"/>
              </a:solidFill>
              <a:latin typeface="Poppins" charset="0"/>
              <a:ea typeface="NanumGothic" charset="0"/>
              <a:sym typeface="나눔고딕" charset="0"/>
            </a:endParaRPr>
          </a:p>
        </p:txBody>
      </p:sp>
      <p:sp>
        <p:nvSpPr>
          <p:cNvPr id="143" name="Rect 0"/>
          <p:cNvSpPr>
            <a:spLocks/>
          </p:cNvSpPr>
          <p:nvPr/>
        </p:nvSpPr>
        <p:spPr>
          <a:xfrm rot="0">
            <a:off x="2423160" y="5239385"/>
            <a:ext cx="18294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4" name="Rect 0"/>
          <p:cNvSpPr txBox="1">
            <a:spLocks/>
          </p:cNvSpPr>
          <p:nvPr/>
        </p:nvSpPr>
        <p:spPr>
          <a:xfrm rot="0">
            <a:off x="2541905" y="5303520"/>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 (arena 포함)</a:t>
            </a:r>
            <a:endParaRPr lang="ko-KR" altLang="en-US" sz="1150" b="0">
              <a:solidFill>
                <a:srgbClr val="22364B"/>
              </a:solidFill>
              <a:latin typeface="Poppins" charset="0"/>
              <a:ea typeface="NanumGothic" charset="0"/>
              <a:sym typeface="나눔고딕" charset="0"/>
            </a:endParaRPr>
          </a:p>
        </p:txBody>
      </p:sp>
      <p:sp>
        <p:nvSpPr>
          <p:cNvPr id="145" name="Rect 0"/>
          <p:cNvSpPr>
            <a:spLocks/>
          </p:cNvSpPr>
          <p:nvPr/>
        </p:nvSpPr>
        <p:spPr>
          <a:xfrm rot="0">
            <a:off x="4251960" y="5239385"/>
            <a:ext cx="32924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6" name="Rect 0"/>
          <p:cNvSpPr txBox="1">
            <a:spLocks/>
          </p:cNvSpPr>
          <p:nvPr/>
        </p:nvSpPr>
        <p:spPr>
          <a:xfrm rot="0">
            <a:off x="4370705" y="5303520"/>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측정됨: 전체 beat의 0–4%</a:t>
            </a:r>
            <a:endParaRPr lang="ko-KR" altLang="en-US" sz="1150" b="0">
              <a:solidFill>
                <a:srgbClr val="22364B"/>
              </a:solidFill>
              <a:latin typeface="Poppins" charset="0"/>
              <a:ea typeface="NanumGothic" charset="0"/>
              <a:sym typeface="나눔고딕" charset="0"/>
            </a:endParaRPr>
          </a:p>
        </p:txBody>
      </p:sp>
      <p:sp>
        <p:nvSpPr>
          <p:cNvPr id="147" name="Rect 0"/>
          <p:cNvSpPr>
            <a:spLocks/>
          </p:cNvSpPr>
          <p:nvPr/>
        </p:nvSpPr>
        <p:spPr>
          <a:xfrm rot="0">
            <a:off x="7543800" y="5239385"/>
            <a:ext cx="4206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8" name="Rect 0"/>
          <p:cNvSpPr txBox="1">
            <a:spLocks/>
          </p:cNvSpPr>
          <p:nvPr/>
        </p:nvSpPr>
        <p:spPr>
          <a:xfrm rot="0">
            <a:off x="7662545" y="5303520"/>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없음. read/write 전부 수집</a:t>
            </a:r>
            <a:endParaRPr lang="ko-KR" altLang="en-US" sz="1150" b="0">
              <a:solidFill>
                <a:srgbClr val="22364B"/>
              </a:solidFill>
              <a:latin typeface="Poppins" charset="0"/>
              <a:ea typeface="NanumGothic" charset="0"/>
              <a:sym typeface="나눔고딕" charset="0"/>
            </a:endParaRPr>
          </a:p>
        </p:txBody>
      </p:sp>
      <p:sp>
        <p:nvSpPr>
          <p:cNvPr id="149" name="Rect 0"/>
          <p:cNvSpPr txBox="1">
            <a:spLocks/>
          </p:cNvSpPr>
          <p:nvPr/>
        </p:nvSpPr>
        <p:spPr>
          <a:xfrm rot="0">
            <a:off x="594360" y="5559425"/>
            <a:ext cx="10973435" cy="256540"/>
          </a:xfrm>
          <a:prstGeom prst="rect"/>
          <a:noFill/>
        </p:spPr>
        <p:txBody>
          <a:bodyPr wrap="square" lIns="45720" tIns="27305" rIns="45720" bIns="27305" vert="horz" anchor="t">
            <a:spAutoFit/>
          </a:bodyPr>
          <a:lstStyle/>
          <a:p>
            <a:pPr marL="0" indent="0" rtl="0" algn="l" defTabSz="914400" eaLnBrk="1" latinLnBrk="0" hangingPunct="1">
              <a:buFontTx/>
              <a:buNone/>
            </a:pPr>
            <a:r>
              <a:rPr sz="1050" b="0">
                <a:solidFill>
                  <a:srgbClr val="566577"/>
                </a:solidFill>
                <a:latin typeface="Poppins" charset="0"/>
                <a:ea typeface="NanumGothic" charset="0"/>
                <a:sym typeface="나눔고딕" charset="0"/>
              </a:rPr>
              <a:t>비중 = EXT write ÷ 네 카운터 합 · 출처 R1_MEMORY_COUNTERS.csv · U85→U65 적용은 추정 (세대·스케줄 다름)</a:t>
            </a:r>
            <a:endParaRPr lang="ko-KR" altLang="en-US" sz="1050" b="0">
              <a:solidFill>
                <a:srgbClr val="566577"/>
              </a:solidFill>
              <a:latin typeface="Poppins" charset="0"/>
              <a:ea typeface="NanumGothic" charset="0"/>
              <a:sym typeface="나눔고딕" charset="0"/>
            </a:endParaRPr>
          </a:p>
        </p:txBody>
      </p:sp>
      <p:sp>
        <p:nvSpPr>
          <p:cNvPr id="150"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1"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2"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350" b="1">
                <a:solidFill>
                  <a:srgbClr val="13366B"/>
                </a:solidFill>
                <a:latin typeface="Poppins" charset="0"/>
                <a:ea typeface="NanumGothic" charset="0"/>
                <a:sym typeface="나눔고딕" charset="0"/>
              </a:rPr>
              <a:t>같은 memory mode의 U85에서 외부 write는 전체 beat의 0–4%. U65도 그 정도로 낮게 집계됐을 가능성이 높으나 U65 값은 미확인.</a:t>
            </a:r>
            <a:endParaRPr lang="ko-KR" altLang="en-US" sz="13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KHU">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Custom 25">
      <a:majorFont>
        <a:latin typeface="Poppins"/>
        <a:ea typeface="NanumGothic"/>
        <a:cs typeface="Poppins"/>
      </a:majorFont>
      <a:minorFont>
        <a:latin typeface="Poppins"/>
        <a:ea typeface="NanumGothic"/>
        <a:cs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DocSecurity>0</DocSecurity>
  <HyperlinksChanged>false</HyperlinksChanged>
  <Lines>0</Lines>
  <LinksUpToDate>false</LinksUpToDate>
  <Pages>30</Pages>
  <Paragraphs>5</Paragraphs>
  <Words>9</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cp:lastModifiedBy>Kwon G.H</cp:lastModifiedBy>
  <dc:title>Corstone Family — 구성 선택의 세 질문</dc:title>
  <dc:subject>워크로드, MAC 확장, 플랫폼 민감도, Vela 예측</dc:subject>
  <dcterms:modified xsi:type="dcterms:W3CDTF">2025-12-22T02:36:41Z</dcterms:modified>
</cp:coreProperties>
</file>